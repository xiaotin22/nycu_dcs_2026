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5" r:id="rId3"/>
    <p:sldId id="283" r:id="rId4"/>
    <p:sldId id="284" r:id="rId5"/>
    <p:sldId id="285" r:id="rId6"/>
    <p:sldId id="287" r:id="rId7"/>
    <p:sldId id="286" r:id="rId8"/>
    <p:sldId id="288" r:id="rId9"/>
    <p:sldId id="260" r:id="rId10"/>
    <p:sldId id="291" r:id="rId11"/>
    <p:sldId id="290" r:id="rId12"/>
    <p:sldId id="261" r:id="rId13"/>
    <p:sldId id="262" r:id="rId14"/>
    <p:sldId id="292" r:id="rId15"/>
    <p:sldId id="273" r:id="rId16"/>
    <p:sldId id="28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21" autoAdjust="0"/>
  </p:normalViewPr>
  <p:slideViewPr>
    <p:cSldViewPr>
      <p:cViewPr varScale="1">
        <p:scale>
          <a:sx n="113" d="100"/>
          <a:sy n="113" d="100"/>
        </p:scale>
        <p:origin x="802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411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2EBC8-B13E-4527-B005-505465D02C0C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C6F18-A175-41EF-B0E0-E518334B71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450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5CB37-7836-4836-AF2A-A8CD648A3996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1393B-4809-4716-9DD1-58F8F1490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00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10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30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AAB52-CE3F-4574-BC6A-67ED8F0980AD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pic>
        <p:nvPicPr>
          <p:cNvPr id="9" name="Picture 9" descr="Nctulogo">
            <a:extLst>
              <a:ext uri="{FF2B5EF4-FFF2-40B4-BE49-F238E27FC236}">
                <a16:creationId xmlns:a16="http://schemas.microsoft.com/office/drawing/2014/main" id="{9446C0B9-CB20-E35B-3600-514F796A61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42576" y="350653"/>
            <a:ext cx="879647" cy="83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135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EE2A62-B840-4C6E-A74D-4A38417FE766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5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E315DD-A3F7-46C0-ACE3-10499191CB24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474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D835A-530E-4B73-8D26-54E0A15EB0C8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084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F8067B-BF69-4F13-8F9C-E7CD9D40AC5C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144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CE731-F5F5-4965-B70C-71BB34BC8EAE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399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F39CE-D1F7-484D-8A7E-BF2CD0692E7B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815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6084C6-9F8D-434A-901B-52DC759514AF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697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AEB5CE-E78C-4DE8-ABFA-E099654345B7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960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2FFF6C-A5ED-42D0-B8A1-FD2FE5BEC8EC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489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87393A-EC77-4BF9-A33B-273DAE67AD3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035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21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55651" y="1412875"/>
            <a:ext cx="52324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412875"/>
            <a:ext cx="5232400" cy="23002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865564"/>
            <a:ext cx="5232400" cy="23002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51659-DEC8-46FE-949A-890B40662C9D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A4AC6-824E-495F-9007-99958EAFBE44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908184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2338-812E-4A88-A843-2D1A9817CE5A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2026/3/18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12700">
                  <a:noFill/>
                  <a:prstDash val="solid"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itchFamily="18" charset="0"/>
                <a:ea typeface="新細明體" panose="02020500000000000000" pitchFamily="18" charset="-120"/>
                <a:cs typeface="Times New Roman" pitchFamily="18" charset="0"/>
              </a:rPr>
              <a:t>Platform Based Design Group</a:t>
            </a:r>
            <a:endParaRPr kumimoji="0" lang="zh-TW" altLang="en-US" sz="1200" b="1" i="0" u="none" strike="noStrike" kern="1200" cap="none" spc="0" normalizeH="0" baseline="0" noProof="0" dirty="0">
              <a:ln w="12700">
                <a:noFill/>
                <a:prstDash val="solid"/>
              </a:ln>
              <a:solidFill>
                <a:prstClr val="black">
                  <a:lumMod val="95000"/>
                  <a:lumOff val="5000"/>
                </a:prst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新細明體" panose="02020500000000000000" pitchFamily="18" charset="-120"/>
                <a:cs typeface="Times New Roman" pitchFamily="18" charset="0"/>
              </a:rPr>
              <a:t>NYCU.EE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新細明體" panose="02020500000000000000" pitchFamily="18" charset="-120"/>
                <a:cs typeface="Times New Roman" pitchFamily="18" charset="0"/>
              </a:rPr>
              <a:t>, Hsinchu, Taiwan</a:t>
            </a:r>
            <a:endParaRPr kumimoji="0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新細明體" panose="02020500000000000000" pitchFamily="18" charset="-120"/>
                <a:cs typeface="Times New Roman" pitchFamily="18" charset="0"/>
              </a:rPr>
              <a:t>VLSI Signal Processing Lab.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4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4ED41-062F-4659-83EB-7A7736808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DCS 2026 Spring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en-US" altLang="zh-TW" sz="4000" dirty="0"/>
              <a:t>Lab 3</a:t>
            </a:r>
            <a:r>
              <a:rPr lang="zh-TW" altLang="en-US" sz="4000" dirty="0"/>
              <a:t> </a:t>
            </a:r>
            <a:r>
              <a:rPr lang="en-US" altLang="zh-TW" sz="4000" dirty="0"/>
              <a:t>- Sequential Circuit 2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F43161-B390-4657-8CAF-B056AB02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3FF2D91-C206-F689-9193-6B9081515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ea typeface="標楷體" panose="03000509000000000000" pitchFamily="65" charset="-120"/>
              </a:rPr>
              <a:t>TA : </a:t>
            </a:r>
            <a:r>
              <a:rPr lang="zh-TW" altLang="en-US" sz="2400" dirty="0">
                <a:ea typeface="標楷體" panose="03000509000000000000" pitchFamily="65" charset="-120"/>
              </a:rPr>
              <a:t>陳孟頡</a:t>
            </a:r>
            <a:r>
              <a:rPr lang="en-US" sz="2400" dirty="0">
                <a:ea typeface="標楷體" panose="03000509000000000000" pitchFamily="65" charset="-120"/>
              </a:rPr>
              <a:t>	Advisor : Tian-</a:t>
            </a:r>
            <a:r>
              <a:rPr lang="en-US" sz="2400" dirty="0" err="1">
                <a:ea typeface="標楷體" panose="03000509000000000000" pitchFamily="65" charset="-120"/>
              </a:rPr>
              <a:t>Sheuan</a:t>
            </a:r>
            <a:r>
              <a:rPr lang="en-US" sz="2400" dirty="0">
                <a:ea typeface="標楷體" panose="03000509000000000000" pitchFamily="65" charset="-120"/>
              </a:rPr>
              <a:t> Chang</a:t>
            </a:r>
          </a:p>
          <a:p>
            <a:pPr algn="ctr"/>
            <a:r>
              <a:rPr lang="en-US" sz="2400" dirty="0">
                <a:ea typeface="標楷體" panose="03000509000000000000" pitchFamily="65" charset="-120"/>
              </a:rPr>
              <a:t>Date : 2026.03.19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3920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4905A-0E89-DE5B-E1AD-DAB3F351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448A5D-4A9F-7041-2BF3-EA120EAB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command below to get files for this lab.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xvf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~dcsTA01/Lab03.tar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F41251C1-1143-98D3-F794-75495A183440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12684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CB62AB-850D-457C-9909-A28FDC0C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Combinational in Verilog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66ADD592-5970-42A1-B510-0A2A99708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42814"/>
              </p:ext>
            </p:extLst>
          </p:nvPr>
        </p:nvGraphicFramePr>
        <p:xfrm>
          <a:off x="609600" y="1340768"/>
          <a:ext cx="10972800" cy="501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944">
                  <a:extLst>
                    <a:ext uri="{9D8B030D-6E8A-4147-A177-3AD203B41FA5}">
                      <a16:colId xmlns:a16="http://schemas.microsoft.com/office/drawing/2014/main" val="184887826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208643124"/>
                    </a:ext>
                  </a:extLst>
                </a:gridCol>
                <a:gridCol w="4046240">
                  <a:extLst>
                    <a:ext uri="{9D8B030D-6E8A-4147-A177-3AD203B41FA5}">
                      <a16:colId xmlns:a16="http://schemas.microsoft.com/office/drawing/2014/main" val="667889698"/>
                    </a:ext>
                  </a:extLst>
                </a:gridCol>
              </a:tblGrid>
              <a:tr h="558378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 Circuit (D Flip-Flop)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Combinational Circuit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64935"/>
                  </a:ext>
                </a:extLst>
              </a:tr>
              <a:tr h="22281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Verilog</a:t>
                      </a:r>
                    </a:p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322529"/>
                  </a:ext>
                </a:extLst>
              </a:tr>
              <a:tr h="22281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</a:t>
                      </a:r>
                    </a:p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Diagram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279471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290D0-1466-4F33-9ABA-B9227E96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A376BC57-49FD-417E-9D60-8D166F6D72C3}"/>
              </a:ext>
            </a:extLst>
          </p:cNvPr>
          <p:cNvGrpSpPr/>
          <p:nvPr/>
        </p:nvGrpSpPr>
        <p:grpSpPr>
          <a:xfrm>
            <a:off x="2711624" y="4303000"/>
            <a:ext cx="3967337" cy="2029284"/>
            <a:chOff x="2711624" y="4176670"/>
            <a:chExt cx="3967337" cy="202928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5C6AE0-77D0-4995-91D5-07028AAA3BF2}"/>
                </a:ext>
              </a:extLst>
            </p:cNvPr>
            <p:cNvSpPr/>
            <p:nvPr/>
          </p:nvSpPr>
          <p:spPr>
            <a:xfrm>
              <a:off x="4187787" y="4176670"/>
              <a:ext cx="1008112" cy="1556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2D8F3914-81DF-49C8-A7BD-A09EAFE97C82}"/>
                </a:ext>
              </a:extLst>
            </p:cNvPr>
            <p:cNvSpPr/>
            <p:nvPr/>
          </p:nvSpPr>
          <p:spPr>
            <a:xfrm rot="5400000">
              <a:off x="4167960" y="5190492"/>
              <a:ext cx="288032" cy="2483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EC734C87-92E5-4117-924B-07BB2F1EBC76}"/>
                </a:ext>
              </a:extLst>
            </p:cNvPr>
            <p:cNvSpPr/>
            <p:nvPr/>
          </p:nvSpPr>
          <p:spPr>
            <a:xfrm>
              <a:off x="4619843" y="573443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B00278A-71DB-4346-971E-747197DE5EAB}"/>
                </a:ext>
              </a:extLst>
            </p:cNvPr>
            <p:cNvSpPr txBox="1"/>
            <p:nvPr/>
          </p:nvSpPr>
          <p:spPr>
            <a:xfrm>
              <a:off x="4187787" y="43043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52A6BCB-B0AF-447F-9DE5-ED97ADD90D58}"/>
                </a:ext>
              </a:extLst>
            </p:cNvPr>
            <p:cNvSpPr txBox="1"/>
            <p:nvPr/>
          </p:nvSpPr>
          <p:spPr>
            <a:xfrm>
              <a:off x="4835859" y="43043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B5F2961F-FFB4-4734-B9CB-9925577524FB}"/>
                </a:ext>
              </a:extLst>
            </p:cNvPr>
            <p:cNvSpPr txBox="1"/>
            <p:nvPr/>
          </p:nvSpPr>
          <p:spPr>
            <a:xfrm>
              <a:off x="4349805" y="5383782"/>
              <a:ext cx="684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reset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3F423C71-18B9-4C9A-96B3-9B1C9E2B96CD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448900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3B7E8B45-0696-437E-BAE3-30761083CCFB}"/>
                </a:ext>
              </a:extLst>
            </p:cNvPr>
            <p:cNvCxnSpPr>
              <a:cxnSpLocks/>
            </p:cNvCxnSpPr>
            <p:nvPr/>
          </p:nvCxnSpPr>
          <p:spPr>
            <a:xfrm>
              <a:off x="5195899" y="448900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35104877-1AF6-435D-9E19-C04F9D2F30BF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531468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794268EA-0850-477E-88BA-530245BF050A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6021288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75C6604F-5267-48F3-8E6F-64AFACFC6131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4691843" y="5878437"/>
              <a:ext cx="0" cy="14285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09CBFE29-3BC9-473A-A290-89926541D705}"/>
                </a:ext>
              </a:extLst>
            </p:cNvPr>
            <p:cNvSpPr txBox="1"/>
            <p:nvPr/>
          </p:nvSpPr>
          <p:spPr>
            <a:xfrm>
              <a:off x="2711624" y="4304335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dff_next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E4C715E7-BCCC-457A-8F3D-9B1A167B2D51}"/>
                </a:ext>
              </a:extLst>
            </p:cNvPr>
            <p:cNvSpPr txBox="1"/>
            <p:nvPr/>
          </p:nvSpPr>
          <p:spPr>
            <a:xfrm>
              <a:off x="2711624" y="5130014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E343270-1AFC-4173-AE26-25C050117506}"/>
                </a:ext>
              </a:extLst>
            </p:cNvPr>
            <p:cNvSpPr txBox="1"/>
            <p:nvPr/>
          </p:nvSpPr>
          <p:spPr>
            <a:xfrm>
              <a:off x="2711624" y="5836622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rst_n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79759EA-02EC-4218-9365-E3589B7F59E7}"/>
                </a:ext>
              </a:extLst>
            </p:cNvPr>
            <p:cNvSpPr txBox="1"/>
            <p:nvPr/>
          </p:nvSpPr>
          <p:spPr>
            <a:xfrm>
              <a:off x="5670849" y="4304335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dff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B6E4FFCC-C012-4DAD-AE83-EE3697D8B489}"/>
              </a:ext>
            </a:extLst>
          </p:cNvPr>
          <p:cNvGrpSpPr/>
          <p:nvPr/>
        </p:nvGrpSpPr>
        <p:grpSpPr>
          <a:xfrm>
            <a:off x="7680176" y="4769256"/>
            <a:ext cx="3751277" cy="911549"/>
            <a:chOff x="7773799" y="4642926"/>
            <a:chExt cx="3751277" cy="911549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E1580BA-9B22-4356-982F-7E289B1C4DB7}"/>
                </a:ext>
              </a:extLst>
            </p:cNvPr>
            <p:cNvSpPr/>
            <p:nvPr/>
          </p:nvSpPr>
          <p:spPr>
            <a:xfrm>
              <a:off x="8803447" y="4642926"/>
              <a:ext cx="1601677" cy="911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Adder</a:t>
              </a:r>
            </a:p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z=</a:t>
              </a:r>
              <a:r>
                <a:rPr lang="en-US" altLang="zh-TW" dirty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endParaRPr lang="zh-TW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CD7CAD7F-8017-4BD2-8A72-021AB219D083}"/>
                </a:ext>
              </a:extLst>
            </p:cNvPr>
            <p:cNvCxnSpPr>
              <a:cxnSpLocks/>
            </p:cNvCxnSpPr>
            <p:nvPr/>
          </p:nvCxnSpPr>
          <p:spPr>
            <a:xfrm>
              <a:off x="8269107" y="4856294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976B2351-914B-4E70-8A6D-B5520D025E75}"/>
                </a:ext>
              </a:extLst>
            </p:cNvPr>
            <p:cNvSpPr txBox="1"/>
            <p:nvPr/>
          </p:nvSpPr>
          <p:spPr>
            <a:xfrm>
              <a:off x="7773799" y="4671628"/>
              <a:ext cx="534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in1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C3797B43-30CE-4685-A17F-26A20A7B7960}"/>
                </a:ext>
              </a:extLst>
            </p:cNvPr>
            <p:cNvCxnSpPr>
              <a:cxnSpLocks/>
            </p:cNvCxnSpPr>
            <p:nvPr/>
          </p:nvCxnSpPr>
          <p:spPr>
            <a:xfrm>
              <a:off x="8269107" y="5341107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D3FC4AFB-78AC-4911-A912-1E3EDF25BA80}"/>
                </a:ext>
              </a:extLst>
            </p:cNvPr>
            <p:cNvSpPr txBox="1"/>
            <p:nvPr/>
          </p:nvSpPr>
          <p:spPr>
            <a:xfrm>
              <a:off x="7773799" y="5156440"/>
              <a:ext cx="534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in2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0E97974D-DCC0-465F-8896-772714F1FE71}"/>
                </a:ext>
              </a:extLst>
            </p:cNvPr>
            <p:cNvCxnSpPr>
              <a:cxnSpLocks/>
            </p:cNvCxnSpPr>
            <p:nvPr/>
          </p:nvCxnSpPr>
          <p:spPr>
            <a:xfrm>
              <a:off x="10405124" y="5098700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0B9084C-A435-4C1B-A388-7AF0038AC908}"/>
                </a:ext>
              </a:extLst>
            </p:cNvPr>
            <p:cNvSpPr txBox="1"/>
            <p:nvPr/>
          </p:nvSpPr>
          <p:spPr>
            <a:xfrm>
              <a:off x="10902862" y="4914034"/>
              <a:ext cx="622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sum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AF696CB-7644-42EA-A4E5-F2FA33C1F089}"/>
                </a:ext>
              </a:extLst>
            </p:cNvPr>
            <p:cNvSpPr txBox="1"/>
            <p:nvPr/>
          </p:nvSpPr>
          <p:spPr>
            <a:xfrm>
              <a:off x="8767390" y="4671628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A2F286EB-6AEA-428D-A636-F74C2B5A38D9}"/>
                </a:ext>
              </a:extLst>
            </p:cNvPr>
            <p:cNvSpPr txBox="1"/>
            <p:nvPr/>
          </p:nvSpPr>
          <p:spPr>
            <a:xfrm>
              <a:off x="8767390" y="5156441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3BF0185C-7A80-4C2E-B15B-8D9BDD247C83}"/>
                </a:ext>
              </a:extLst>
            </p:cNvPr>
            <p:cNvSpPr txBox="1"/>
            <p:nvPr/>
          </p:nvSpPr>
          <p:spPr>
            <a:xfrm>
              <a:off x="10083031" y="4914034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DA65B9F-3CA6-6AD7-1899-F3E85CFEB791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群組 4">
            <a:extLst>
              <a:ext uri="{FF2B5EF4-FFF2-40B4-BE49-F238E27FC236}">
                <a16:creationId xmlns:a16="http://schemas.microsoft.com/office/drawing/2014/main" id="{63BDE204-C1AA-C1CC-4E96-189808CD0BA1}"/>
              </a:ext>
            </a:extLst>
          </p:cNvPr>
          <p:cNvGrpSpPr/>
          <p:nvPr/>
        </p:nvGrpSpPr>
        <p:grpSpPr>
          <a:xfrm>
            <a:off x="2318307" y="1988840"/>
            <a:ext cx="4824536" cy="2052183"/>
            <a:chOff x="1415480" y="1844825"/>
            <a:chExt cx="4447632" cy="1891862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A96A169-428B-57EC-B5E5-86F0B0A751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4770"/>
            <a:stretch/>
          </p:blipFill>
          <p:spPr>
            <a:xfrm>
              <a:off x="1415480" y="1844825"/>
              <a:ext cx="4447632" cy="9186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4A9EC68-E42A-D5FD-7987-985A34D5EC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4770"/>
            <a:stretch/>
          </p:blipFill>
          <p:spPr>
            <a:xfrm>
              <a:off x="1415480" y="2817991"/>
              <a:ext cx="4447632" cy="9186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CAC5E0E-62EC-F13F-CAB3-88FDAA5FB320}"/>
              </a:ext>
            </a:extLst>
          </p:cNvPr>
          <p:cNvGrpSpPr/>
          <p:nvPr/>
        </p:nvGrpSpPr>
        <p:grpSpPr>
          <a:xfrm>
            <a:off x="8278078" y="1988840"/>
            <a:ext cx="2570450" cy="2052181"/>
            <a:chOff x="9775484" y="653854"/>
            <a:chExt cx="2195235" cy="1752619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BF27F211-7687-D8A5-74C1-643E076AB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66870"/>
            <a:stretch/>
          </p:blipFill>
          <p:spPr>
            <a:xfrm>
              <a:off x="9775484" y="653854"/>
              <a:ext cx="2195235" cy="6878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76273B2-1A68-55B8-95A9-F02DAC305C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5255" b="21616"/>
            <a:stretch/>
          </p:blipFill>
          <p:spPr>
            <a:xfrm>
              <a:off x="9775484" y="1395303"/>
              <a:ext cx="2195235" cy="6878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AA7A0E63-9468-C9D8-5E81-60C9B03E3E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7009"/>
            <a:stretch/>
          </p:blipFill>
          <p:spPr>
            <a:xfrm>
              <a:off x="9775484" y="2136753"/>
              <a:ext cx="2195235" cy="269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89386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8D7229D-B254-0309-973C-DEE91F956433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F6F668D-77B0-4990-A873-A4A81B4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Counter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5BBCD1-21A7-437A-9446-41D46D02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40EAA632-E1D9-4178-BC27-581C635AEE93}"/>
              </a:ext>
            </a:extLst>
          </p:cNvPr>
          <p:cNvGrpSpPr/>
          <p:nvPr/>
        </p:nvGrpSpPr>
        <p:grpSpPr>
          <a:xfrm>
            <a:off x="3215680" y="2345156"/>
            <a:ext cx="5617457" cy="4168357"/>
            <a:chOff x="3328122" y="2415005"/>
            <a:chExt cx="5161877" cy="3830300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E7EA6EA-627A-4701-9D33-886BCEE12DE3}"/>
                </a:ext>
              </a:extLst>
            </p:cNvPr>
            <p:cNvSpPr/>
            <p:nvPr/>
          </p:nvSpPr>
          <p:spPr>
            <a:xfrm>
              <a:off x="3702001" y="2415005"/>
              <a:ext cx="4787998" cy="13541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D74F329-0AC0-43B6-A273-CD484D797AE3}"/>
                </a:ext>
              </a:extLst>
            </p:cNvPr>
            <p:cNvSpPr/>
            <p:nvPr/>
          </p:nvSpPr>
          <p:spPr>
            <a:xfrm>
              <a:off x="3702001" y="4106465"/>
              <a:ext cx="4787998" cy="21388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8C3EAF7C-5E17-4242-AAB5-DAE0A600C13B}"/>
                </a:ext>
              </a:extLst>
            </p:cNvPr>
            <p:cNvGrpSpPr/>
            <p:nvPr/>
          </p:nvGrpSpPr>
          <p:grpSpPr>
            <a:xfrm>
              <a:off x="3328122" y="2665837"/>
              <a:ext cx="5105410" cy="3530694"/>
              <a:chOff x="3201844" y="2801860"/>
              <a:chExt cx="5105410" cy="3530694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7A5244-A181-4B28-A1B2-13899CEDE73C}"/>
                  </a:ext>
                </a:extLst>
              </p:cNvPr>
              <p:cNvSpPr/>
              <p:nvPr/>
            </p:nvSpPr>
            <p:spPr>
              <a:xfrm>
                <a:off x="5444768" y="4303270"/>
                <a:ext cx="1008112" cy="15565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等腰三角形 8">
                <a:extLst>
                  <a:ext uri="{FF2B5EF4-FFF2-40B4-BE49-F238E27FC236}">
                    <a16:creationId xmlns:a16="http://schemas.microsoft.com/office/drawing/2014/main" id="{BB3373FD-46F5-4813-BCB2-F98872A733EA}"/>
                  </a:ext>
                </a:extLst>
              </p:cNvPr>
              <p:cNvSpPr/>
              <p:nvPr/>
            </p:nvSpPr>
            <p:spPr>
              <a:xfrm rot="5400000">
                <a:off x="5424941" y="5317092"/>
                <a:ext cx="288032" cy="24837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5B74DD63-2C22-466B-BB93-D0FAEEB34B40}"/>
                  </a:ext>
                </a:extLst>
              </p:cNvPr>
              <p:cNvSpPr/>
              <p:nvPr/>
            </p:nvSpPr>
            <p:spPr>
              <a:xfrm>
                <a:off x="5876824" y="586103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1C7F12C-CD5E-4C94-AC17-66F3E238D9CB}"/>
                  </a:ext>
                </a:extLst>
              </p:cNvPr>
              <p:cNvSpPr txBox="1"/>
              <p:nvPr/>
            </p:nvSpPr>
            <p:spPr>
              <a:xfrm>
                <a:off x="5444768" y="443093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AA67BCE-F8F0-4E46-B020-F083B68C11A6}"/>
                  </a:ext>
                </a:extLst>
              </p:cNvPr>
              <p:cNvSpPr txBox="1"/>
              <p:nvPr/>
            </p:nvSpPr>
            <p:spPr>
              <a:xfrm>
                <a:off x="6092840" y="443093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3045D1-FB24-4822-8889-9C17FE3B1C3F}"/>
                  </a:ext>
                </a:extLst>
              </p:cNvPr>
              <p:cNvSpPr txBox="1"/>
              <p:nvPr/>
            </p:nvSpPr>
            <p:spPr>
              <a:xfrm>
                <a:off x="5606786" y="5510382"/>
                <a:ext cx="684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22C16015-AAD8-4C6D-9FC5-386A06D7B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72661" y="4615601"/>
                <a:ext cx="972107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61B3043A-2349-4D98-AF95-106E1CB4A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2880" y="4615601"/>
                <a:ext cx="1104411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478D4DB4-6F7E-473F-ADED-C251F1DCE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717" y="5441281"/>
                <a:ext cx="468051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21555141-7704-4289-A805-A43F36BC24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717" y="6147888"/>
                <a:ext cx="972107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B339A7B4-2444-47AA-A2B6-846D5D58F716}"/>
                  </a:ext>
                </a:extLst>
              </p:cNvPr>
              <p:cNvCxnSpPr>
                <a:cxnSpLocks/>
                <a:endCxn id="10" idx="4"/>
              </p:cNvCxnSpPr>
              <p:nvPr/>
            </p:nvCxnSpPr>
            <p:spPr>
              <a:xfrm flipV="1">
                <a:off x="5948824" y="6005037"/>
                <a:ext cx="0" cy="142854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D69D6B9-5A3C-4CBB-B8FD-233C638CA31B}"/>
                  </a:ext>
                </a:extLst>
              </p:cNvPr>
              <p:cNvSpPr txBox="1"/>
              <p:nvPr/>
            </p:nvSpPr>
            <p:spPr>
              <a:xfrm>
                <a:off x="3968605" y="5256614"/>
                <a:ext cx="10081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clk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76F18DF-DF8B-436F-A9F2-1C9155644BBF}"/>
                  </a:ext>
                </a:extLst>
              </p:cNvPr>
              <p:cNvSpPr txBox="1"/>
              <p:nvPr/>
            </p:nvSpPr>
            <p:spPr>
              <a:xfrm>
                <a:off x="3968605" y="5963222"/>
                <a:ext cx="10081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rst_n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0773C50-CAF2-46FE-91E4-CDC2FCB9B8B4}"/>
                  </a:ext>
                </a:extLst>
              </p:cNvPr>
              <p:cNvSpPr/>
              <p:nvPr/>
            </p:nvSpPr>
            <p:spPr>
              <a:xfrm rot="10800000" flipV="1">
                <a:off x="5193137" y="2801860"/>
                <a:ext cx="1601677" cy="9115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Adder</a:t>
                </a:r>
              </a:p>
              <a:p>
                <a:pPr algn="ctr"/>
                <a:r>
                  <a:rPr lang="en-US" altLang="zh-TW" sz="2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z=</a:t>
                </a:r>
                <a:r>
                  <a:rPr lang="en-US" altLang="zh-TW" sz="2000" dirty="0" err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a+b</a:t>
                </a:r>
                <a:endParaRPr lang="zh-TW" altLang="en-US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3695523A-DABD-49C0-A959-B87EC5FF12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4814" y="3500041"/>
                <a:ext cx="7624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8E1C9DF1-EE3A-42CE-9B1B-C1A07CA90FA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794814" y="3015228"/>
                <a:ext cx="53434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886D995-77E8-49D5-A077-D08378223F79}"/>
                  </a:ext>
                </a:extLst>
              </p:cNvPr>
              <p:cNvSpPr txBox="1"/>
              <p:nvPr/>
            </p:nvSpPr>
            <p:spPr>
              <a:xfrm rot="10800000" flipV="1">
                <a:off x="7290121" y="2830563"/>
                <a:ext cx="534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‘d1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10D8B18D-0446-44DC-989F-E79BF1FAC2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72661" y="3257635"/>
                <a:ext cx="7204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C8B1FD3-09E0-4025-97D6-FE947A94A046}"/>
                  </a:ext>
                </a:extLst>
              </p:cNvPr>
              <p:cNvSpPr txBox="1"/>
              <p:nvPr/>
            </p:nvSpPr>
            <p:spPr>
              <a:xfrm rot="10800000" flipV="1">
                <a:off x="6508778" y="3315375"/>
                <a:ext cx="32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2A57931F-3D5C-4693-813B-44372EFA836A}"/>
                  </a:ext>
                </a:extLst>
              </p:cNvPr>
              <p:cNvSpPr txBox="1"/>
              <p:nvPr/>
            </p:nvSpPr>
            <p:spPr>
              <a:xfrm rot="10800000" flipV="1">
                <a:off x="6508778" y="2830562"/>
                <a:ext cx="32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18C18A4-4EAD-4130-AAAF-513E48D85CB1}"/>
                  </a:ext>
                </a:extLst>
              </p:cNvPr>
              <p:cNvSpPr txBox="1"/>
              <p:nvPr/>
            </p:nvSpPr>
            <p:spPr>
              <a:xfrm rot="10800000" flipV="1">
                <a:off x="5193137" y="3072969"/>
                <a:ext cx="32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E8EEA14F-E6DD-4F12-84F1-D758773024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57291" y="3500042"/>
                <a:ext cx="1" cy="1115559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74F94218-BF4D-40E9-85A3-C1334B7BE1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6717" y="3257634"/>
                <a:ext cx="0" cy="1357969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C3C89457-C36D-4595-BB53-4A07B2255769}"/>
                  </a:ext>
                </a:extLst>
              </p:cNvPr>
              <p:cNvSpPr txBox="1"/>
              <p:nvPr/>
            </p:nvSpPr>
            <p:spPr>
              <a:xfrm rot="10800000" flipV="1">
                <a:off x="7587177" y="3873156"/>
                <a:ext cx="720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E3CE0A2-112F-459C-BE6A-E23D692EF3D5}"/>
                  </a:ext>
                </a:extLst>
              </p:cNvPr>
              <p:cNvSpPr txBox="1"/>
              <p:nvPr/>
            </p:nvSpPr>
            <p:spPr>
              <a:xfrm rot="10800000" flipV="1">
                <a:off x="3201844" y="3874469"/>
                <a:ext cx="1248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count_next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06AC45D7-86AB-4E26-A6AD-24388B328BF9}"/>
                </a:ext>
              </a:extLst>
            </p:cNvPr>
            <p:cNvSpPr txBox="1"/>
            <p:nvPr/>
          </p:nvSpPr>
          <p:spPr>
            <a:xfrm>
              <a:off x="3681681" y="2421425"/>
              <a:ext cx="1601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Combinational</a:t>
              </a:r>
              <a:endParaRPr lang="zh-TW" alt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D64359AB-5BEE-468B-B359-26FD25160535}"/>
                </a:ext>
              </a:extLst>
            </p:cNvPr>
            <p:cNvSpPr txBox="1"/>
            <p:nvPr/>
          </p:nvSpPr>
          <p:spPr>
            <a:xfrm>
              <a:off x="6882730" y="5875973"/>
              <a:ext cx="1601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Sequential</a:t>
              </a:r>
              <a:endParaRPr lang="zh-TW" alt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C55A7EFE-44B0-9A8F-2341-8CE0C7BC5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483" y="436547"/>
            <a:ext cx="6430272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1458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D56C723-A9D7-FADD-6384-7D5AAA719FF5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F6F668D-77B0-4990-A873-A4A81B4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Counter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5BBCD1-21A7-437A-9446-41D46D02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C3EAF7C-5E17-4242-AAB5-DAE0A600C13B}"/>
              </a:ext>
            </a:extLst>
          </p:cNvPr>
          <p:cNvGrpSpPr/>
          <p:nvPr/>
        </p:nvGrpSpPr>
        <p:grpSpPr>
          <a:xfrm>
            <a:off x="3215680" y="2618126"/>
            <a:ext cx="5556006" cy="3842308"/>
            <a:chOff x="3201844" y="2801860"/>
            <a:chExt cx="5105410" cy="353069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17A5244-A181-4B28-A1B2-13899CEDE73C}"/>
                </a:ext>
              </a:extLst>
            </p:cNvPr>
            <p:cNvSpPr/>
            <p:nvPr/>
          </p:nvSpPr>
          <p:spPr>
            <a:xfrm>
              <a:off x="5444768" y="4303270"/>
              <a:ext cx="1008112" cy="1556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BB3373FD-46F5-4813-BCB2-F98872A733EA}"/>
                </a:ext>
              </a:extLst>
            </p:cNvPr>
            <p:cNvSpPr/>
            <p:nvPr/>
          </p:nvSpPr>
          <p:spPr>
            <a:xfrm rot="5400000">
              <a:off x="5424941" y="5317092"/>
              <a:ext cx="288032" cy="2483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B74DD63-2C22-466B-BB93-D0FAEEB34B40}"/>
                </a:ext>
              </a:extLst>
            </p:cNvPr>
            <p:cNvSpPr/>
            <p:nvPr/>
          </p:nvSpPr>
          <p:spPr>
            <a:xfrm>
              <a:off x="5876824" y="586103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1C7F12C-CD5E-4C94-AC17-66F3E238D9CB}"/>
                </a:ext>
              </a:extLst>
            </p:cNvPr>
            <p:cNvSpPr txBox="1"/>
            <p:nvPr/>
          </p:nvSpPr>
          <p:spPr>
            <a:xfrm>
              <a:off x="5444768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AA67BCE-F8F0-4E46-B020-F083B68C11A6}"/>
                </a:ext>
              </a:extLst>
            </p:cNvPr>
            <p:cNvSpPr txBox="1"/>
            <p:nvPr/>
          </p:nvSpPr>
          <p:spPr>
            <a:xfrm>
              <a:off x="6092840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C3045D1-FB24-4822-8889-9C17FE3B1C3F}"/>
                </a:ext>
              </a:extLst>
            </p:cNvPr>
            <p:cNvSpPr txBox="1"/>
            <p:nvPr/>
          </p:nvSpPr>
          <p:spPr>
            <a:xfrm>
              <a:off x="5606786" y="5510382"/>
              <a:ext cx="684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22C16015-AAD8-4C6D-9FC5-386A06D7BCBA}"/>
                </a:ext>
              </a:extLst>
            </p:cNvPr>
            <p:cNvCxnSpPr>
              <a:cxnSpLocks/>
            </p:cNvCxnSpPr>
            <p:nvPr/>
          </p:nvCxnSpPr>
          <p:spPr>
            <a:xfrm>
              <a:off x="4472661" y="4615601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61B3043A-2349-4D98-AF95-106E1CB4A727}"/>
                </a:ext>
              </a:extLst>
            </p:cNvPr>
            <p:cNvCxnSpPr>
              <a:cxnSpLocks/>
            </p:cNvCxnSpPr>
            <p:nvPr/>
          </p:nvCxnSpPr>
          <p:spPr>
            <a:xfrm>
              <a:off x="6452880" y="4615601"/>
              <a:ext cx="11044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478D4DB4-6F7E-473F-ADED-C251F1DCEA3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544128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21555141-7704-4289-A805-A43F36BC248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6147888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339A7B4-2444-47AA-A2B6-846D5D58F716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5948824" y="6005037"/>
              <a:ext cx="0" cy="14285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D69D6B9-5A3C-4CBB-B8FD-233C638CA31B}"/>
                </a:ext>
              </a:extLst>
            </p:cNvPr>
            <p:cNvSpPr txBox="1"/>
            <p:nvPr/>
          </p:nvSpPr>
          <p:spPr>
            <a:xfrm>
              <a:off x="3968605" y="5256614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76F18DF-DF8B-436F-A9F2-1C9155644BBF}"/>
                </a:ext>
              </a:extLst>
            </p:cNvPr>
            <p:cNvSpPr txBox="1"/>
            <p:nvPr/>
          </p:nvSpPr>
          <p:spPr>
            <a:xfrm>
              <a:off x="3968605" y="5963222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rst_n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0773C50-CAF2-46FE-91E4-CDC2FCB9B8B4}"/>
                </a:ext>
              </a:extLst>
            </p:cNvPr>
            <p:cNvSpPr/>
            <p:nvPr/>
          </p:nvSpPr>
          <p:spPr>
            <a:xfrm rot="10800000" flipV="1">
              <a:off x="5193137" y="2801860"/>
              <a:ext cx="1601677" cy="911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Adder</a:t>
              </a:r>
            </a:p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z=</a:t>
              </a:r>
              <a:r>
                <a:rPr lang="en-US" altLang="zh-TW" sz="2000" dirty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endPara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3695523A-DABD-49C0-A959-B87EC5FF1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4814" y="3500041"/>
              <a:ext cx="76247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8E1C9DF1-EE3A-42CE-9B1B-C1A07CA90FA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94814" y="3015228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886D995-77E8-49D5-A077-D08378223F79}"/>
                </a:ext>
              </a:extLst>
            </p:cNvPr>
            <p:cNvSpPr txBox="1"/>
            <p:nvPr/>
          </p:nvSpPr>
          <p:spPr>
            <a:xfrm rot="10800000" flipV="1">
              <a:off x="7290121" y="2830563"/>
              <a:ext cx="534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‘d1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0D8B18D-0446-44DC-989F-E79BF1FAC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661" y="3257635"/>
              <a:ext cx="7204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C8B1FD3-09E0-4025-97D6-FE947A94A046}"/>
                </a:ext>
              </a:extLst>
            </p:cNvPr>
            <p:cNvSpPr txBox="1"/>
            <p:nvPr/>
          </p:nvSpPr>
          <p:spPr>
            <a:xfrm rot="10800000" flipV="1">
              <a:off x="6508778" y="3315375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A57931F-3D5C-4693-813B-44372EFA836A}"/>
                </a:ext>
              </a:extLst>
            </p:cNvPr>
            <p:cNvSpPr txBox="1"/>
            <p:nvPr/>
          </p:nvSpPr>
          <p:spPr>
            <a:xfrm rot="10800000" flipV="1">
              <a:off x="6508778" y="2830562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18C18A4-4EAD-4130-AAAF-513E48D85CB1}"/>
                </a:ext>
              </a:extLst>
            </p:cNvPr>
            <p:cNvSpPr txBox="1"/>
            <p:nvPr/>
          </p:nvSpPr>
          <p:spPr>
            <a:xfrm rot="10800000" flipV="1">
              <a:off x="5193137" y="3072969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E8EEA14F-E6DD-4F12-84F1-D75877302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7291" y="3500042"/>
              <a:ext cx="1" cy="111555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74F94218-BF4D-40E9-85A3-C1334B7B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6717" y="3257634"/>
              <a:ext cx="0" cy="135796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C3C89457-C36D-4595-BB53-4A07B2255769}"/>
                </a:ext>
              </a:extLst>
            </p:cNvPr>
            <p:cNvSpPr txBox="1"/>
            <p:nvPr/>
          </p:nvSpPr>
          <p:spPr>
            <a:xfrm rot="10800000" flipV="1">
              <a:off x="7587177" y="3873156"/>
              <a:ext cx="720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3CE0A2-112F-459C-BE6A-E23D692EF3D5}"/>
                </a:ext>
              </a:extLst>
            </p:cNvPr>
            <p:cNvSpPr txBox="1"/>
            <p:nvPr/>
          </p:nvSpPr>
          <p:spPr>
            <a:xfrm rot="10800000" flipV="1">
              <a:off x="3201844" y="3874469"/>
              <a:ext cx="1248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count_next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7F4614-9F52-4F65-A27B-C045D9039B9E}"/>
              </a:ext>
            </a:extLst>
          </p:cNvPr>
          <p:cNvSpPr txBox="1"/>
          <p:nvPr/>
        </p:nvSpPr>
        <p:spPr>
          <a:xfrm>
            <a:off x="8040215" y="4085024"/>
            <a:ext cx="1944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(reset)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600B590-9FB0-4781-9F2C-35A8A3120850}"/>
              </a:ext>
            </a:extLst>
          </p:cNvPr>
          <p:cNvSpPr txBox="1"/>
          <p:nvPr/>
        </p:nvSpPr>
        <p:spPr>
          <a:xfrm>
            <a:off x="3895740" y="4085024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3B4F1168-7F1C-40E3-B0A1-E7C54246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2174032" cy="55951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0: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箭號: 弧形下彎 6">
            <a:extLst>
              <a:ext uri="{FF2B5EF4-FFF2-40B4-BE49-F238E27FC236}">
                <a16:creationId xmlns:a16="http://schemas.microsoft.com/office/drawing/2014/main" id="{D792DF75-E3CF-4C3F-ACC2-6B3B57131CBF}"/>
              </a:ext>
            </a:extLst>
          </p:cNvPr>
          <p:cNvSpPr/>
          <p:nvPr/>
        </p:nvSpPr>
        <p:spPr>
          <a:xfrm flipH="1">
            <a:off x="3537732" y="2236328"/>
            <a:ext cx="5334743" cy="1283690"/>
          </a:xfrm>
          <a:prstGeom prst="curved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48E1DFC-FE1B-07C0-9A4F-CC370E413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483" y="436547"/>
            <a:ext cx="6430272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884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1782800-559D-5289-E730-1E99C849810C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F6F668D-77B0-4990-A873-A4A81B4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Counter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5BBCD1-21A7-437A-9446-41D46D02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C3EAF7C-5E17-4242-AAB5-DAE0A600C13B}"/>
              </a:ext>
            </a:extLst>
          </p:cNvPr>
          <p:cNvGrpSpPr/>
          <p:nvPr/>
        </p:nvGrpSpPr>
        <p:grpSpPr>
          <a:xfrm>
            <a:off x="3215680" y="2618126"/>
            <a:ext cx="5556006" cy="3842308"/>
            <a:chOff x="3201844" y="2801860"/>
            <a:chExt cx="5105410" cy="353069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17A5244-A181-4B28-A1B2-13899CEDE73C}"/>
                </a:ext>
              </a:extLst>
            </p:cNvPr>
            <p:cNvSpPr/>
            <p:nvPr/>
          </p:nvSpPr>
          <p:spPr>
            <a:xfrm>
              <a:off x="5444768" y="4303270"/>
              <a:ext cx="1008112" cy="1556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BB3373FD-46F5-4813-BCB2-F98872A733EA}"/>
                </a:ext>
              </a:extLst>
            </p:cNvPr>
            <p:cNvSpPr/>
            <p:nvPr/>
          </p:nvSpPr>
          <p:spPr>
            <a:xfrm rot="5400000">
              <a:off x="5424941" y="5317092"/>
              <a:ext cx="288032" cy="2483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B74DD63-2C22-466B-BB93-D0FAEEB34B40}"/>
                </a:ext>
              </a:extLst>
            </p:cNvPr>
            <p:cNvSpPr/>
            <p:nvPr/>
          </p:nvSpPr>
          <p:spPr>
            <a:xfrm>
              <a:off x="5876824" y="586103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1C7F12C-CD5E-4C94-AC17-66F3E238D9CB}"/>
                </a:ext>
              </a:extLst>
            </p:cNvPr>
            <p:cNvSpPr txBox="1"/>
            <p:nvPr/>
          </p:nvSpPr>
          <p:spPr>
            <a:xfrm>
              <a:off x="5444768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AA67BCE-F8F0-4E46-B020-F083B68C11A6}"/>
                </a:ext>
              </a:extLst>
            </p:cNvPr>
            <p:cNvSpPr txBox="1"/>
            <p:nvPr/>
          </p:nvSpPr>
          <p:spPr>
            <a:xfrm>
              <a:off x="6092840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C3045D1-FB24-4822-8889-9C17FE3B1C3F}"/>
                </a:ext>
              </a:extLst>
            </p:cNvPr>
            <p:cNvSpPr txBox="1"/>
            <p:nvPr/>
          </p:nvSpPr>
          <p:spPr>
            <a:xfrm>
              <a:off x="5606786" y="5510382"/>
              <a:ext cx="684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22C16015-AAD8-4C6D-9FC5-386A06D7BCBA}"/>
                </a:ext>
              </a:extLst>
            </p:cNvPr>
            <p:cNvCxnSpPr>
              <a:cxnSpLocks/>
            </p:cNvCxnSpPr>
            <p:nvPr/>
          </p:nvCxnSpPr>
          <p:spPr>
            <a:xfrm>
              <a:off x="4472661" y="4615601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61B3043A-2349-4D98-AF95-106E1CB4A727}"/>
                </a:ext>
              </a:extLst>
            </p:cNvPr>
            <p:cNvCxnSpPr>
              <a:cxnSpLocks/>
            </p:cNvCxnSpPr>
            <p:nvPr/>
          </p:nvCxnSpPr>
          <p:spPr>
            <a:xfrm>
              <a:off x="6452880" y="4615601"/>
              <a:ext cx="11044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478D4DB4-6F7E-473F-ADED-C251F1DCEA3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544128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21555141-7704-4289-A805-A43F36BC248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6147888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339A7B4-2444-47AA-A2B6-846D5D58F716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5948824" y="6005037"/>
              <a:ext cx="0" cy="14285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D69D6B9-5A3C-4CBB-B8FD-233C638CA31B}"/>
                </a:ext>
              </a:extLst>
            </p:cNvPr>
            <p:cNvSpPr txBox="1"/>
            <p:nvPr/>
          </p:nvSpPr>
          <p:spPr>
            <a:xfrm>
              <a:off x="3968605" y="5256614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76F18DF-DF8B-436F-A9F2-1C9155644BBF}"/>
                </a:ext>
              </a:extLst>
            </p:cNvPr>
            <p:cNvSpPr txBox="1"/>
            <p:nvPr/>
          </p:nvSpPr>
          <p:spPr>
            <a:xfrm>
              <a:off x="3968605" y="5963222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rst_n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0773C50-CAF2-46FE-91E4-CDC2FCB9B8B4}"/>
                </a:ext>
              </a:extLst>
            </p:cNvPr>
            <p:cNvSpPr/>
            <p:nvPr/>
          </p:nvSpPr>
          <p:spPr>
            <a:xfrm rot="10800000" flipV="1">
              <a:off x="5193137" y="2801860"/>
              <a:ext cx="1601677" cy="911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Adder</a:t>
              </a:r>
            </a:p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z=</a:t>
              </a:r>
              <a:r>
                <a:rPr lang="en-US" altLang="zh-TW" sz="2000" dirty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endPara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3695523A-DABD-49C0-A959-B87EC5FF1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4814" y="3500041"/>
              <a:ext cx="76247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8E1C9DF1-EE3A-42CE-9B1B-C1A07CA90FA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94814" y="3015228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886D995-77E8-49D5-A077-D08378223F79}"/>
                </a:ext>
              </a:extLst>
            </p:cNvPr>
            <p:cNvSpPr txBox="1"/>
            <p:nvPr/>
          </p:nvSpPr>
          <p:spPr>
            <a:xfrm rot="10800000" flipV="1">
              <a:off x="7290121" y="2830563"/>
              <a:ext cx="534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‘d1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0D8B18D-0446-44DC-989F-E79BF1FAC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661" y="3257635"/>
              <a:ext cx="7204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C8B1FD3-09E0-4025-97D6-FE947A94A046}"/>
                </a:ext>
              </a:extLst>
            </p:cNvPr>
            <p:cNvSpPr txBox="1"/>
            <p:nvPr/>
          </p:nvSpPr>
          <p:spPr>
            <a:xfrm rot="10800000" flipV="1">
              <a:off x="6508778" y="3315375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A57931F-3D5C-4693-813B-44372EFA836A}"/>
                </a:ext>
              </a:extLst>
            </p:cNvPr>
            <p:cNvSpPr txBox="1"/>
            <p:nvPr/>
          </p:nvSpPr>
          <p:spPr>
            <a:xfrm rot="10800000" flipV="1">
              <a:off x="6508778" y="2830562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18C18A4-4EAD-4130-AAAF-513E48D85CB1}"/>
                </a:ext>
              </a:extLst>
            </p:cNvPr>
            <p:cNvSpPr txBox="1"/>
            <p:nvPr/>
          </p:nvSpPr>
          <p:spPr>
            <a:xfrm rot="10800000" flipV="1">
              <a:off x="5193137" y="3072969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E8EEA14F-E6DD-4F12-84F1-D75877302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7291" y="3500042"/>
              <a:ext cx="1" cy="111555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74F94218-BF4D-40E9-85A3-C1334B7B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6717" y="3257634"/>
              <a:ext cx="0" cy="135796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C3C89457-C36D-4595-BB53-4A07B2255769}"/>
                </a:ext>
              </a:extLst>
            </p:cNvPr>
            <p:cNvSpPr txBox="1"/>
            <p:nvPr/>
          </p:nvSpPr>
          <p:spPr>
            <a:xfrm rot="10800000" flipV="1">
              <a:off x="7587177" y="3873156"/>
              <a:ext cx="720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3CE0A2-112F-459C-BE6A-E23D692EF3D5}"/>
                </a:ext>
              </a:extLst>
            </p:cNvPr>
            <p:cNvSpPr txBox="1"/>
            <p:nvPr/>
          </p:nvSpPr>
          <p:spPr>
            <a:xfrm rot="10800000" flipV="1">
              <a:off x="3201844" y="3874469"/>
              <a:ext cx="1248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count_next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7F4614-9F52-4F65-A27B-C045D9039B9E}"/>
              </a:ext>
            </a:extLst>
          </p:cNvPr>
          <p:cNvSpPr txBox="1"/>
          <p:nvPr/>
        </p:nvSpPr>
        <p:spPr>
          <a:xfrm>
            <a:off x="8040216" y="4085024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600B590-9FB0-4781-9F2C-35A8A3120850}"/>
              </a:ext>
            </a:extLst>
          </p:cNvPr>
          <p:cNvSpPr txBox="1"/>
          <p:nvPr/>
        </p:nvSpPr>
        <p:spPr>
          <a:xfrm>
            <a:off x="3895740" y="4085024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3B4F1168-7F1C-40E3-B0A1-E7C54246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2174032" cy="55951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1: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箭號: 弧形下彎 33">
            <a:extLst>
              <a:ext uri="{FF2B5EF4-FFF2-40B4-BE49-F238E27FC236}">
                <a16:creationId xmlns:a16="http://schemas.microsoft.com/office/drawing/2014/main" id="{E7BB5225-B0C6-4E97-A10F-5A4A45F5369A}"/>
              </a:ext>
            </a:extLst>
          </p:cNvPr>
          <p:cNvSpPr/>
          <p:nvPr/>
        </p:nvSpPr>
        <p:spPr>
          <a:xfrm flipH="1">
            <a:off x="3537732" y="2236328"/>
            <a:ext cx="5334743" cy="1283690"/>
          </a:xfrm>
          <a:prstGeom prst="curved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EBA33B8-564E-66AB-3E7A-96F975668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483" y="436547"/>
            <a:ext cx="6430272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855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12FD74F-F028-977A-A73B-A15FA4F4C634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F6F668D-77B0-4990-A873-A4A81B4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Counter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5BBCD1-21A7-437A-9446-41D46D02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C3EAF7C-5E17-4242-AAB5-DAE0A600C13B}"/>
              </a:ext>
            </a:extLst>
          </p:cNvPr>
          <p:cNvGrpSpPr/>
          <p:nvPr/>
        </p:nvGrpSpPr>
        <p:grpSpPr>
          <a:xfrm>
            <a:off x="3215680" y="2618126"/>
            <a:ext cx="5556006" cy="3842308"/>
            <a:chOff x="3201844" y="2801860"/>
            <a:chExt cx="5105410" cy="353069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17A5244-A181-4B28-A1B2-13899CEDE73C}"/>
                </a:ext>
              </a:extLst>
            </p:cNvPr>
            <p:cNvSpPr/>
            <p:nvPr/>
          </p:nvSpPr>
          <p:spPr>
            <a:xfrm>
              <a:off x="5444768" y="4303270"/>
              <a:ext cx="1008112" cy="1556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BB3373FD-46F5-4813-BCB2-F98872A733EA}"/>
                </a:ext>
              </a:extLst>
            </p:cNvPr>
            <p:cNvSpPr/>
            <p:nvPr/>
          </p:nvSpPr>
          <p:spPr>
            <a:xfrm rot="5400000">
              <a:off x="5424941" y="5317092"/>
              <a:ext cx="288032" cy="2483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B74DD63-2C22-466B-BB93-D0FAEEB34B40}"/>
                </a:ext>
              </a:extLst>
            </p:cNvPr>
            <p:cNvSpPr/>
            <p:nvPr/>
          </p:nvSpPr>
          <p:spPr>
            <a:xfrm>
              <a:off x="5876824" y="586103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1C7F12C-CD5E-4C94-AC17-66F3E238D9CB}"/>
                </a:ext>
              </a:extLst>
            </p:cNvPr>
            <p:cNvSpPr txBox="1"/>
            <p:nvPr/>
          </p:nvSpPr>
          <p:spPr>
            <a:xfrm>
              <a:off x="5444768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AA67BCE-F8F0-4E46-B020-F083B68C11A6}"/>
                </a:ext>
              </a:extLst>
            </p:cNvPr>
            <p:cNvSpPr txBox="1"/>
            <p:nvPr/>
          </p:nvSpPr>
          <p:spPr>
            <a:xfrm>
              <a:off x="6092840" y="443093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C3045D1-FB24-4822-8889-9C17FE3B1C3F}"/>
                </a:ext>
              </a:extLst>
            </p:cNvPr>
            <p:cNvSpPr txBox="1"/>
            <p:nvPr/>
          </p:nvSpPr>
          <p:spPr>
            <a:xfrm>
              <a:off x="5606786" y="5510382"/>
              <a:ext cx="684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22C16015-AAD8-4C6D-9FC5-386A06D7BCBA}"/>
                </a:ext>
              </a:extLst>
            </p:cNvPr>
            <p:cNvCxnSpPr>
              <a:cxnSpLocks/>
            </p:cNvCxnSpPr>
            <p:nvPr/>
          </p:nvCxnSpPr>
          <p:spPr>
            <a:xfrm>
              <a:off x="4472661" y="4615601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61B3043A-2349-4D98-AF95-106E1CB4A727}"/>
                </a:ext>
              </a:extLst>
            </p:cNvPr>
            <p:cNvCxnSpPr>
              <a:cxnSpLocks/>
            </p:cNvCxnSpPr>
            <p:nvPr/>
          </p:nvCxnSpPr>
          <p:spPr>
            <a:xfrm>
              <a:off x="6452880" y="4615601"/>
              <a:ext cx="11044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478D4DB4-6F7E-473F-ADED-C251F1DCEA3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5441281"/>
              <a:ext cx="46805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21555141-7704-4289-A805-A43F36BC248D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17" y="6147888"/>
              <a:ext cx="9721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339A7B4-2444-47AA-A2B6-846D5D58F716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5948824" y="6005037"/>
              <a:ext cx="0" cy="14285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D69D6B9-5A3C-4CBB-B8FD-233C638CA31B}"/>
                </a:ext>
              </a:extLst>
            </p:cNvPr>
            <p:cNvSpPr txBox="1"/>
            <p:nvPr/>
          </p:nvSpPr>
          <p:spPr>
            <a:xfrm>
              <a:off x="3968605" y="5256614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76F18DF-DF8B-436F-A9F2-1C9155644BBF}"/>
                </a:ext>
              </a:extLst>
            </p:cNvPr>
            <p:cNvSpPr txBox="1"/>
            <p:nvPr/>
          </p:nvSpPr>
          <p:spPr>
            <a:xfrm>
              <a:off x="3968605" y="5963222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rst_n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0773C50-CAF2-46FE-91E4-CDC2FCB9B8B4}"/>
                </a:ext>
              </a:extLst>
            </p:cNvPr>
            <p:cNvSpPr/>
            <p:nvPr/>
          </p:nvSpPr>
          <p:spPr>
            <a:xfrm rot="10800000" flipV="1">
              <a:off x="5193137" y="2801860"/>
              <a:ext cx="1601677" cy="911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Adder</a:t>
              </a:r>
            </a:p>
            <a:p>
              <a:pPr algn="ctr"/>
              <a:r>
                <a:rPr lang="en-US" altLang="zh-TW" sz="2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z=</a:t>
              </a:r>
              <a:r>
                <a:rPr lang="en-US" altLang="zh-TW" sz="2000" dirty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endParaRPr lang="zh-TW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3695523A-DABD-49C0-A959-B87EC5FF1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4814" y="3500041"/>
              <a:ext cx="76247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8E1C9DF1-EE3A-42CE-9B1B-C1A07CA90FA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94814" y="3015228"/>
              <a:ext cx="534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886D995-77E8-49D5-A077-D08378223F79}"/>
                </a:ext>
              </a:extLst>
            </p:cNvPr>
            <p:cNvSpPr txBox="1"/>
            <p:nvPr/>
          </p:nvSpPr>
          <p:spPr>
            <a:xfrm rot="10800000" flipV="1">
              <a:off x="7290121" y="2830563"/>
              <a:ext cx="534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‘d1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0D8B18D-0446-44DC-989F-E79BF1FAC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661" y="3257635"/>
              <a:ext cx="7204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C8B1FD3-09E0-4025-97D6-FE947A94A046}"/>
                </a:ext>
              </a:extLst>
            </p:cNvPr>
            <p:cNvSpPr txBox="1"/>
            <p:nvPr/>
          </p:nvSpPr>
          <p:spPr>
            <a:xfrm rot="10800000" flipV="1">
              <a:off x="6508778" y="3315375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A57931F-3D5C-4693-813B-44372EFA836A}"/>
                </a:ext>
              </a:extLst>
            </p:cNvPr>
            <p:cNvSpPr txBox="1"/>
            <p:nvPr/>
          </p:nvSpPr>
          <p:spPr>
            <a:xfrm rot="10800000" flipV="1">
              <a:off x="6508778" y="2830562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18C18A4-4EAD-4130-AAAF-513E48D85CB1}"/>
                </a:ext>
              </a:extLst>
            </p:cNvPr>
            <p:cNvSpPr txBox="1"/>
            <p:nvPr/>
          </p:nvSpPr>
          <p:spPr>
            <a:xfrm rot="10800000" flipV="1">
              <a:off x="5193137" y="3072969"/>
              <a:ext cx="322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E8EEA14F-E6DD-4F12-84F1-D75877302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7291" y="3500042"/>
              <a:ext cx="1" cy="111555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74F94218-BF4D-40E9-85A3-C1334B7B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6717" y="3257634"/>
              <a:ext cx="0" cy="135796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C3C89457-C36D-4595-BB53-4A07B2255769}"/>
                </a:ext>
              </a:extLst>
            </p:cNvPr>
            <p:cNvSpPr txBox="1"/>
            <p:nvPr/>
          </p:nvSpPr>
          <p:spPr>
            <a:xfrm rot="10800000" flipV="1">
              <a:off x="7587177" y="3873156"/>
              <a:ext cx="720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3CE0A2-112F-459C-BE6A-E23D692EF3D5}"/>
                </a:ext>
              </a:extLst>
            </p:cNvPr>
            <p:cNvSpPr txBox="1"/>
            <p:nvPr/>
          </p:nvSpPr>
          <p:spPr>
            <a:xfrm rot="10800000" flipV="1">
              <a:off x="3201844" y="3874469"/>
              <a:ext cx="1248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count_next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7F4614-9F52-4F65-A27B-C045D9039B9E}"/>
              </a:ext>
            </a:extLst>
          </p:cNvPr>
          <p:cNvSpPr txBox="1"/>
          <p:nvPr/>
        </p:nvSpPr>
        <p:spPr>
          <a:xfrm>
            <a:off x="8040216" y="4085024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600B590-9FB0-4781-9F2C-35A8A3120850}"/>
              </a:ext>
            </a:extLst>
          </p:cNvPr>
          <p:cNvSpPr txBox="1"/>
          <p:nvPr/>
        </p:nvSpPr>
        <p:spPr>
          <a:xfrm>
            <a:off x="3895740" y="4085024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3B4F1168-7F1C-40E3-B0A1-E7C54246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2174032" cy="55951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2: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箭號: 弧形下彎 33">
            <a:extLst>
              <a:ext uri="{FF2B5EF4-FFF2-40B4-BE49-F238E27FC236}">
                <a16:creationId xmlns:a16="http://schemas.microsoft.com/office/drawing/2014/main" id="{1F4131D0-8071-43C6-9602-1C75D08D6701}"/>
              </a:ext>
            </a:extLst>
          </p:cNvPr>
          <p:cNvSpPr/>
          <p:nvPr/>
        </p:nvSpPr>
        <p:spPr>
          <a:xfrm flipH="1">
            <a:off x="3537732" y="2236328"/>
            <a:ext cx="5334743" cy="1283690"/>
          </a:xfrm>
          <a:prstGeom prst="curved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549253-D85C-2DE7-230C-880929DB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483" y="436547"/>
            <a:ext cx="6430272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107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54D822B-3793-37FC-7908-2F7CDAEE9E80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F6F668D-77B0-4990-A873-A4A81B4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5BBCD1-21A7-437A-9446-41D46D02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F871A27A-0FD5-4199-B6B8-89C13306D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4"/>
            <a:ext cx="5702424" cy="500062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all DFFs so you don’t start with unknown value.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combinational and sequential part in your Verilog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multiple-driven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net.</a:t>
            </a:r>
          </a:p>
        </p:txBody>
      </p:sp>
      <p:pic>
        <p:nvPicPr>
          <p:cNvPr id="7" name="圖片 6" descr="一張含有 文字, 圖表, 螢幕擷取畫面, Rectangle 的圖片&#10;&#10;AI 產生的內容可能不正確。">
            <a:extLst>
              <a:ext uri="{FF2B5EF4-FFF2-40B4-BE49-F238E27FC236}">
                <a16:creationId xmlns:a16="http://schemas.microsoft.com/office/drawing/2014/main" id="{D41B2FE0-7FF7-60C6-440D-BF4A2ABBC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82" y="2132856"/>
            <a:ext cx="5554774" cy="43272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7A8760B-8A94-0FE2-7622-3C1615F09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80" y="688759"/>
            <a:ext cx="5029683" cy="1341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649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Sorting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DE3FC7-09AA-4925-A03E-571D34227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11391056" cy="293578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using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Compare-and-Swap units.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small 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ultra-low latency, parallel data.</a:t>
            </a:r>
          </a:p>
          <a:p>
            <a:pPr>
              <a:lnSpc>
                <a:spcPct val="13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0864094-77D2-9CAA-854A-2F0AE1D000E2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4AB07A-60BA-CF3F-EF21-E9786B9E1C7D}"/>
              </a:ext>
            </a:extLst>
          </p:cNvPr>
          <p:cNvSpPr txBox="1"/>
          <p:nvPr/>
        </p:nvSpPr>
        <p:spPr>
          <a:xfrm>
            <a:off x="1559496" y="3297049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642FBA6-69B9-6A0C-7B8A-970BEF7116F7}"/>
              </a:ext>
            </a:extLst>
          </p:cNvPr>
          <p:cNvSpPr txBox="1"/>
          <p:nvPr/>
        </p:nvSpPr>
        <p:spPr>
          <a:xfrm>
            <a:off x="1559496" y="3860126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C73D084-DFBC-61EF-9761-D8EAC766ECD4}"/>
              </a:ext>
            </a:extLst>
          </p:cNvPr>
          <p:cNvSpPr txBox="1"/>
          <p:nvPr/>
        </p:nvSpPr>
        <p:spPr>
          <a:xfrm>
            <a:off x="1559496" y="4423202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941E693-9870-237C-37B8-359484A93CEC}"/>
              </a:ext>
            </a:extLst>
          </p:cNvPr>
          <p:cNvSpPr txBox="1"/>
          <p:nvPr/>
        </p:nvSpPr>
        <p:spPr>
          <a:xfrm>
            <a:off x="1559496" y="4986279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209BB59-9C9E-B035-79D2-391538F7599E}"/>
              </a:ext>
            </a:extLst>
          </p:cNvPr>
          <p:cNvSpPr txBox="1"/>
          <p:nvPr/>
        </p:nvSpPr>
        <p:spPr>
          <a:xfrm>
            <a:off x="1559499" y="5549356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22A086-9009-585C-E180-389DB89D4DB7}"/>
              </a:ext>
            </a:extLst>
          </p:cNvPr>
          <p:cNvSpPr/>
          <p:nvPr/>
        </p:nvSpPr>
        <p:spPr>
          <a:xfrm>
            <a:off x="3496973" y="339082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CEF462-4B81-17F4-8DB3-18126FED3ACC}"/>
              </a:ext>
            </a:extLst>
          </p:cNvPr>
          <p:cNvSpPr/>
          <p:nvPr/>
        </p:nvSpPr>
        <p:spPr>
          <a:xfrm>
            <a:off x="3496973" y="452383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1EB0525-C2F7-01E2-847C-0044F7FDD528}"/>
              </a:ext>
            </a:extLst>
          </p:cNvPr>
          <p:cNvCxnSpPr/>
          <p:nvPr/>
        </p:nvCxnSpPr>
        <p:spPr>
          <a:xfrm>
            <a:off x="4341473" y="408567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88C4C2B-07A9-B442-6733-AD5C51B4A3A3}"/>
              </a:ext>
            </a:extLst>
          </p:cNvPr>
          <p:cNvCxnSpPr/>
          <p:nvPr/>
        </p:nvCxnSpPr>
        <p:spPr>
          <a:xfrm>
            <a:off x="4341473" y="467005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58034FD-97A8-D3A1-D364-7CC95728E4E0}"/>
              </a:ext>
            </a:extLst>
          </p:cNvPr>
          <p:cNvCxnSpPr/>
          <p:nvPr/>
        </p:nvCxnSpPr>
        <p:spPr>
          <a:xfrm>
            <a:off x="4338794" y="521182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7B4F138-26F1-C368-AE69-A153A666390F}"/>
              </a:ext>
            </a:extLst>
          </p:cNvPr>
          <p:cNvCxnSpPr>
            <a:cxnSpLocks/>
          </p:cNvCxnSpPr>
          <p:nvPr/>
        </p:nvCxnSpPr>
        <p:spPr>
          <a:xfrm>
            <a:off x="2885794" y="5786036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814D981-BE81-0096-5733-1E1C2F59A575}"/>
              </a:ext>
            </a:extLst>
          </p:cNvPr>
          <p:cNvCxnSpPr>
            <a:cxnSpLocks/>
          </p:cNvCxnSpPr>
          <p:nvPr/>
        </p:nvCxnSpPr>
        <p:spPr>
          <a:xfrm>
            <a:off x="4331326" y="3497017"/>
            <a:ext cx="2038466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8A92C20-3994-0B75-0244-B8876FB21C3B}"/>
              </a:ext>
            </a:extLst>
          </p:cNvPr>
          <p:cNvCxnSpPr>
            <a:cxnSpLocks/>
          </p:cNvCxnSpPr>
          <p:nvPr/>
        </p:nvCxnSpPr>
        <p:spPr>
          <a:xfrm>
            <a:off x="2877238" y="350718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C0B14E23-3A93-F6CD-B819-0E083662A4FE}"/>
              </a:ext>
            </a:extLst>
          </p:cNvPr>
          <p:cNvCxnSpPr/>
          <p:nvPr/>
        </p:nvCxnSpPr>
        <p:spPr>
          <a:xfrm>
            <a:off x="2877236" y="408567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A1E0D3F9-CD7F-C152-AA54-86B38865EBD7}"/>
              </a:ext>
            </a:extLst>
          </p:cNvPr>
          <p:cNvCxnSpPr/>
          <p:nvPr/>
        </p:nvCxnSpPr>
        <p:spPr>
          <a:xfrm>
            <a:off x="2877235" y="467005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1CCA4568-5F72-5542-CA21-AFFBB7ED2502}"/>
              </a:ext>
            </a:extLst>
          </p:cNvPr>
          <p:cNvCxnSpPr/>
          <p:nvPr/>
        </p:nvCxnSpPr>
        <p:spPr>
          <a:xfrm>
            <a:off x="2874555" y="521182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FE544CBC-42FD-1352-E158-84D1BFFB80D6}"/>
              </a:ext>
            </a:extLst>
          </p:cNvPr>
          <p:cNvSpPr/>
          <p:nvPr/>
        </p:nvSpPr>
        <p:spPr>
          <a:xfrm>
            <a:off x="4942491" y="391171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E4E63EC-B348-FBBB-C25A-C98800A4762B}"/>
              </a:ext>
            </a:extLst>
          </p:cNvPr>
          <p:cNvSpPr/>
          <p:nvPr/>
        </p:nvSpPr>
        <p:spPr>
          <a:xfrm>
            <a:off x="4942491" y="5044719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350EBFC0-8804-41B1-B4C0-6379E49C77FA}"/>
              </a:ext>
            </a:extLst>
          </p:cNvPr>
          <p:cNvCxnSpPr>
            <a:cxnSpLocks/>
          </p:cNvCxnSpPr>
          <p:nvPr/>
        </p:nvCxnSpPr>
        <p:spPr>
          <a:xfrm>
            <a:off x="5786993" y="402807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68ABA08-405D-CFA4-65B9-88ADBC7FBA8B}"/>
              </a:ext>
            </a:extLst>
          </p:cNvPr>
          <p:cNvCxnSpPr/>
          <p:nvPr/>
        </p:nvCxnSpPr>
        <p:spPr>
          <a:xfrm>
            <a:off x="5786991" y="460656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A861F91-F51F-D711-EC94-53ADFA2C8915}"/>
              </a:ext>
            </a:extLst>
          </p:cNvPr>
          <p:cNvCxnSpPr/>
          <p:nvPr/>
        </p:nvCxnSpPr>
        <p:spPr>
          <a:xfrm>
            <a:off x="5786990" y="519094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2A93926-891F-73F6-126F-A17E69207C91}"/>
              </a:ext>
            </a:extLst>
          </p:cNvPr>
          <p:cNvSpPr/>
          <p:nvPr/>
        </p:nvSpPr>
        <p:spPr>
          <a:xfrm>
            <a:off x="6382648" y="3396116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6E42A32-49CC-1A87-00BE-C147A38DEE7F}"/>
              </a:ext>
            </a:extLst>
          </p:cNvPr>
          <p:cNvSpPr/>
          <p:nvPr/>
        </p:nvSpPr>
        <p:spPr>
          <a:xfrm>
            <a:off x="6382648" y="4529125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1D62B8F-09EA-48A6-A734-2FD42588EDAB}"/>
              </a:ext>
            </a:extLst>
          </p:cNvPr>
          <p:cNvCxnSpPr/>
          <p:nvPr/>
        </p:nvCxnSpPr>
        <p:spPr>
          <a:xfrm>
            <a:off x="7227149" y="409097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67C2E906-BF51-F494-4E86-ED50301F11A7}"/>
              </a:ext>
            </a:extLst>
          </p:cNvPr>
          <p:cNvCxnSpPr/>
          <p:nvPr/>
        </p:nvCxnSpPr>
        <p:spPr>
          <a:xfrm>
            <a:off x="7227149" y="4675349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8723E503-1240-A932-B27F-D02721737F4B}"/>
              </a:ext>
            </a:extLst>
          </p:cNvPr>
          <p:cNvCxnSpPr/>
          <p:nvPr/>
        </p:nvCxnSpPr>
        <p:spPr>
          <a:xfrm>
            <a:off x="7224469" y="521712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DFCB84CA-76EC-EC8E-6D0A-40D85F70767C}"/>
              </a:ext>
            </a:extLst>
          </p:cNvPr>
          <p:cNvCxnSpPr>
            <a:cxnSpLocks/>
          </p:cNvCxnSpPr>
          <p:nvPr/>
        </p:nvCxnSpPr>
        <p:spPr>
          <a:xfrm>
            <a:off x="5771470" y="5791332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74C11BE-B812-D0EF-C5E0-ADCDD4C1BA0B}"/>
              </a:ext>
            </a:extLst>
          </p:cNvPr>
          <p:cNvCxnSpPr>
            <a:cxnSpLocks/>
          </p:cNvCxnSpPr>
          <p:nvPr/>
        </p:nvCxnSpPr>
        <p:spPr>
          <a:xfrm>
            <a:off x="7245919" y="3502313"/>
            <a:ext cx="2038466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BCEB01BF-54E0-2971-18BE-0B8985020571}"/>
              </a:ext>
            </a:extLst>
          </p:cNvPr>
          <p:cNvSpPr/>
          <p:nvPr/>
        </p:nvSpPr>
        <p:spPr>
          <a:xfrm>
            <a:off x="7857085" y="3917006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0540656-CF7E-F7FF-3804-F4374F0221F8}"/>
              </a:ext>
            </a:extLst>
          </p:cNvPr>
          <p:cNvSpPr/>
          <p:nvPr/>
        </p:nvSpPr>
        <p:spPr>
          <a:xfrm>
            <a:off x="7857085" y="5050015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C74BAD9E-969F-A9A6-6177-6233FE7E5BE7}"/>
              </a:ext>
            </a:extLst>
          </p:cNvPr>
          <p:cNvCxnSpPr>
            <a:cxnSpLocks/>
          </p:cNvCxnSpPr>
          <p:nvPr/>
        </p:nvCxnSpPr>
        <p:spPr>
          <a:xfrm>
            <a:off x="8701586" y="4033369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2965C040-D3FA-F892-CCA2-34AA3E5C9CE8}"/>
              </a:ext>
            </a:extLst>
          </p:cNvPr>
          <p:cNvCxnSpPr/>
          <p:nvPr/>
        </p:nvCxnSpPr>
        <p:spPr>
          <a:xfrm>
            <a:off x="8701584" y="461186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EA57C907-FFCF-5112-22CD-F296895021A3}"/>
              </a:ext>
            </a:extLst>
          </p:cNvPr>
          <p:cNvCxnSpPr/>
          <p:nvPr/>
        </p:nvCxnSpPr>
        <p:spPr>
          <a:xfrm>
            <a:off x="8701583" y="519623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EC36CD21-BFC7-01C8-2CAE-B1968EBD0A28}"/>
              </a:ext>
            </a:extLst>
          </p:cNvPr>
          <p:cNvSpPr/>
          <p:nvPr/>
        </p:nvSpPr>
        <p:spPr>
          <a:xfrm>
            <a:off x="9337748" y="3399872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A42BEE1-9E22-EFC0-850A-C178958D7AD2}"/>
              </a:ext>
            </a:extLst>
          </p:cNvPr>
          <p:cNvSpPr/>
          <p:nvPr/>
        </p:nvSpPr>
        <p:spPr>
          <a:xfrm>
            <a:off x="9337748" y="4532882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94FCEE2C-3602-C532-7913-CA5BBA01BE91}"/>
              </a:ext>
            </a:extLst>
          </p:cNvPr>
          <p:cNvCxnSpPr>
            <a:cxnSpLocks/>
          </p:cNvCxnSpPr>
          <p:nvPr/>
        </p:nvCxnSpPr>
        <p:spPr>
          <a:xfrm>
            <a:off x="10182250" y="3516236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25FA42B9-F2A7-C9D5-DFE8-DAAA498FC374}"/>
              </a:ext>
            </a:extLst>
          </p:cNvPr>
          <p:cNvCxnSpPr/>
          <p:nvPr/>
        </p:nvCxnSpPr>
        <p:spPr>
          <a:xfrm>
            <a:off x="10182248" y="4094727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2EBBE8B2-B334-1239-3D43-0E5CB0D990A4}"/>
              </a:ext>
            </a:extLst>
          </p:cNvPr>
          <p:cNvCxnSpPr/>
          <p:nvPr/>
        </p:nvCxnSpPr>
        <p:spPr>
          <a:xfrm>
            <a:off x="10182248" y="467910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4143438B-0FFD-43EA-A98C-31CCCDE1B89C}"/>
              </a:ext>
            </a:extLst>
          </p:cNvPr>
          <p:cNvCxnSpPr/>
          <p:nvPr/>
        </p:nvCxnSpPr>
        <p:spPr>
          <a:xfrm>
            <a:off x="10179569" y="522088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EAEEF8CD-84B8-ADD6-3623-E809094DDAC8}"/>
              </a:ext>
            </a:extLst>
          </p:cNvPr>
          <p:cNvCxnSpPr>
            <a:cxnSpLocks/>
          </p:cNvCxnSpPr>
          <p:nvPr/>
        </p:nvCxnSpPr>
        <p:spPr>
          <a:xfrm>
            <a:off x="8726569" y="5795088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23980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ECEC-11B7-BB16-0212-C816A30C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79FD2-A1F9-AEE1-5253-893B60AC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Sorting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3A9EDC-3EEB-BD82-E72A-E161AFEC4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11391056" cy="293578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using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Compare-and-Swap units.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small 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ultra-low latency, parallel data.</a:t>
            </a:r>
          </a:p>
          <a:p>
            <a:pPr>
              <a:lnSpc>
                <a:spcPct val="13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E9C19B-CA7B-1071-C2C9-5E4D2B18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9265492-182E-8BDC-5FC9-6808FCC4421B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3B611C78-8872-8407-5BB2-63BB3E5AA225}"/>
              </a:ext>
            </a:extLst>
          </p:cNvPr>
          <p:cNvSpPr txBox="1"/>
          <p:nvPr/>
        </p:nvSpPr>
        <p:spPr>
          <a:xfrm>
            <a:off x="1559496" y="3297049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01E94BD-1714-2662-35CF-3F18A39A453C}"/>
              </a:ext>
            </a:extLst>
          </p:cNvPr>
          <p:cNvSpPr txBox="1"/>
          <p:nvPr/>
        </p:nvSpPr>
        <p:spPr>
          <a:xfrm>
            <a:off x="1559496" y="3860126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4FA5A5A-B93D-D391-3898-0E5F836D3533}"/>
              </a:ext>
            </a:extLst>
          </p:cNvPr>
          <p:cNvSpPr txBox="1"/>
          <p:nvPr/>
        </p:nvSpPr>
        <p:spPr>
          <a:xfrm>
            <a:off x="1559496" y="4423202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50D0EE4-4543-71BB-DEEE-C88F983CBE63}"/>
              </a:ext>
            </a:extLst>
          </p:cNvPr>
          <p:cNvSpPr txBox="1"/>
          <p:nvPr/>
        </p:nvSpPr>
        <p:spPr>
          <a:xfrm>
            <a:off x="1559496" y="4986279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553F10B-DCEA-8B7C-1F8F-AE095C3E968A}"/>
              </a:ext>
            </a:extLst>
          </p:cNvPr>
          <p:cNvSpPr txBox="1"/>
          <p:nvPr/>
        </p:nvSpPr>
        <p:spPr>
          <a:xfrm>
            <a:off x="1559499" y="5549356"/>
            <a:ext cx="131283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6F44A5-A460-60C1-F1D5-24934F1B01E6}"/>
              </a:ext>
            </a:extLst>
          </p:cNvPr>
          <p:cNvSpPr/>
          <p:nvPr/>
        </p:nvSpPr>
        <p:spPr>
          <a:xfrm>
            <a:off x="3496973" y="339082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7928A2-63A1-C7EB-EAAE-CAF260B8833C}"/>
              </a:ext>
            </a:extLst>
          </p:cNvPr>
          <p:cNvSpPr/>
          <p:nvPr/>
        </p:nvSpPr>
        <p:spPr>
          <a:xfrm>
            <a:off x="3496973" y="452383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F59F89D-7C82-33EF-A852-D39EC9E66D02}"/>
              </a:ext>
            </a:extLst>
          </p:cNvPr>
          <p:cNvCxnSpPr/>
          <p:nvPr/>
        </p:nvCxnSpPr>
        <p:spPr>
          <a:xfrm>
            <a:off x="4341473" y="408567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706A220-9D61-5720-3FC0-D025E0D1137A}"/>
              </a:ext>
            </a:extLst>
          </p:cNvPr>
          <p:cNvCxnSpPr/>
          <p:nvPr/>
        </p:nvCxnSpPr>
        <p:spPr>
          <a:xfrm>
            <a:off x="4341473" y="467005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52BE37C-C014-06D9-2B7B-992C25E3DBB3}"/>
              </a:ext>
            </a:extLst>
          </p:cNvPr>
          <p:cNvCxnSpPr/>
          <p:nvPr/>
        </p:nvCxnSpPr>
        <p:spPr>
          <a:xfrm>
            <a:off x="4338794" y="521182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52BD7A2-434F-2294-B46B-48BE05A1CBB9}"/>
              </a:ext>
            </a:extLst>
          </p:cNvPr>
          <p:cNvCxnSpPr>
            <a:cxnSpLocks/>
          </p:cNvCxnSpPr>
          <p:nvPr/>
        </p:nvCxnSpPr>
        <p:spPr>
          <a:xfrm>
            <a:off x="2885794" y="5786036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538436C9-DFFE-6D06-DDA1-4BABDF21233D}"/>
              </a:ext>
            </a:extLst>
          </p:cNvPr>
          <p:cNvCxnSpPr>
            <a:cxnSpLocks/>
          </p:cNvCxnSpPr>
          <p:nvPr/>
        </p:nvCxnSpPr>
        <p:spPr>
          <a:xfrm>
            <a:off x="4331326" y="3497017"/>
            <a:ext cx="2038466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ACC7A67-C63C-8FD0-4DE9-9123539CA2D6}"/>
              </a:ext>
            </a:extLst>
          </p:cNvPr>
          <p:cNvCxnSpPr>
            <a:cxnSpLocks/>
          </p:cNvCxnSpPr>
          <p:nvPr/>
        </p:nvCxnSpPr>
        <p:spPr>
          <a:xfrm>
            <a:off x="2877238" y="350718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9285E4F-C8AE-5B72-C60B-CB06CC4ECE5A}"/>
              </a:ext>
            </a:extLst>
          </p:cNvPr>
          <p:cNvCxnSpPr/>
          <p:nvPr/>
        </p:nvCxnSpPr>
        <p:spPr>
          <a:xfrm>
            <a:off x="2877236" y="408567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69875115-324B-42DE-1B33-7C6FA684C180}"/>
              </a:ext>
            </a:extLst>
          </p:cNvPr>
          <p:cNvCxnSpPr/>
          <p:nvPr/>
        </p:nvCxnSpPr>
        <p:spPr>
          <a:xfrm>
            <a:off x="2877235" y="467005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6C9D5F4-7583-5FD5-51EE-AB20BE991BF9}"/>
              </a:ext>
            </a:extLst>
          </p:cNvPr>
          <p:cNvCxnSpPr/>
          <p:nvPr/>
        </p:nvCxnSpPr>
        <p:spPr>
          <a:xfrm>
            <a:off x="2874555" y="521182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21F60FC1-8C09-EC7A-92FF-75E28FF1F114}"/>
              </a:ext>
            </a:extLst>
          </p:cNvPr>
          <p:cNvSpPr/>
          <p:nvPr/>
        </p:nvSpPr>
        <p:spPr>
          <a:xfrm>
            <a:off x="4942491" y="3911710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1CB824-002E-0FF2-183D-8C07A89A06DE}"/>
              </a:ext>
            </a:extLst>
          </p:cNvPr>
          <p:cNvSpPr/>
          <p:nvPr/>
        </p:nvSpPr>
        <p:spPr>
          <a:xfrm>
            <a:off x="4942491" y="5044719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BE97951-E58E-48D1-CFDB-B967954F4C94}"/>
              </a:ext>
            </a:extLst>
          </p:cNvPr>
          <p:cNvCxnSpPr>
            <a:cxnSpLocks/>
          </p:cNvCxnSpPr>
          <p:nvPr/>
        </p:nvCxnSpPr>
        <p:spPr>
          <a:xfrm>
            <a:off x="5786993" y="402807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0D434CD-6B81-905E-CB8D-FA2B338AF853}"/>
              </a:ext>
            </a:extLst>
          </p:cNvPr>
          <p:cNvCxnSpPr/>
          <p:nvPr/>
        </p:nvCxnSpPr>
        <p:spPr>
          <a:xfrm>
            <a:off x="5786991" y="460656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A1DA70BE-7B9E-18B8-1996-115D79B3EB07}"/>
              </a:ext>
            </a:extLst>
          </p:cNvPr>
          <p:cNvCxnSpPr/>
          <p:nvPr/>
        </p:nvCxnSpPr>
        <p:spPr>
          <a:xfrm>
            <a:off x="5786990" y="5190943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566C2E81-2C8E-9795-5DF9-D269BC2A7273}"/>
              </a:ext>
            </a:extLst>
          </p:cNvPr>
          <p:cNvSpPr/>
          <p:nvPr/>
        </p:nvSpPr>
        <p:spPr>
          <a:xfrm>
            <a:off x="6382648" y="3396116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A5BAAFA-BD9D-A54A-4C9E-CB17911D5C59}"/>
              </a:ext>
            </a:extLst>
          </p:cNvPr>
          <p:cNvSpPr/>
          <p:nvPr/>
        </p:nvSpPr>
        <p:spPr>
          <a:xfrm>
            <a:off x="6382648" y="4529125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AABE5FEE-2CFC-19F4-3968-D2ECCE2B4AF6}"/>
              </a:ext>
            </a:extLst>
          </p:cNvPr>
          <p:cNvCxnSpPr/>
          <p:nvPr/>
        </p:nvCxnSpPr>
        <p:spPr>
          <a:xfrm>
            <a:off x="7227149" y="409097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75126D7-06BC-49BF-FCD6-2AEBC9E19DFF}"/>
              </a:ext>
            </a:extLst>
          </p:cNvPr>
          <p:cNvCxnSpPr/>
          <p:nvPr/>
        </p:nvCxnSpPr>
        <p:spPr>
          <a:xfrm>
            <a:off x="7227149" y="4675349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92D24DDC-BA6D-9BCB-0AF7-EF7D67475CFE}"/>
              </a:ext>
            </a:extLst>
          </p:cNvPr>
          <p:cNvCxnSpPr/>
          <p:nvPr/>
        </p:nvCxnSpPr>
        <p:spPr>
          <a:xfrm>
            <a:off x="7224469" y="5217124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D79EB921-1F38-E934-61DA-72C00AFA5BD0}"/>
              </a:ext>
            </a:extLst>
          </p:cNvPr>
          <p:cNvCxnSpPr>
            <a:cxnSpLocks/>
          </p:cNvCxnSpPr>
          <p:nvPr/>
        </p:nvCxnSpPr>
        <p:spPr>
          <a:xfrm>
            <a:off x="5771470" y="5791332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875B5D78-E16A-E7E9-ED1A-9FFD10AF1FB9}"/>
              </a:ext>
            </a:extLst>
          </p:cNvPr>
          <p:cNvCxnSpPr>
            <a:cxnSpLocks/>
          </p:cNvCxnSpPr>
          <p:nvPr/>
        </p:nvCxnSpPr>
        <p:spPr>
          <a:xfrm>
            <a:off x="7245919" y="3502313"/>
            <a:ext cx="2038466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690BF799-0598-3B96-9032-1619D873042B}"/>
              </a:ext>
            </a:extLst>
          </p:cNvPr>
          <p:cNvSpPr/>
          <p:nvPr/>
        </p:nvSpPr>
        <p:spPr>
          <a:xfrm>
            <a:off x="7857085" y="3917006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B971632-1C0F-D202-4687-748531073C68}"/>
              </a:ext>
            </a:extLst>
          </p:cNvPr>
          <p:cNvSpPr/>
          <p:nvPr/>
        </p:nvSpPr>
        <p:spPr>
          <a:xfrm>
            <a:off x="7857085" y="5050015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CF55BAA5-9F20-7B5B-C4B1-BEA51E781F31}"/>
              </a:ext>
            </a:extLst>
          </p:cNvPr>
          <p:cNvCxnSpPr>
            <a:cxnSpLocks/>
          </p:cNvCxnSpPr>
          <p:nvPr/>
        </p:nvCxnSpPr>
        <p:spPr>
          <a:xfrm>
            <a:off x="8701586" y="4033369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1E011680-2308-27F7-7786-39EF42A0BFEF}"/>
              </a:ext>
            </a:extLst>
          </p:cNvPr>
          <p:cNvCxnSpPr/>
          <p:nvPr/>
        </p:nvCxnSpPr>
        <p:spPr>
          <a:xfrm>
            <a:off x="8701584" y="461186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347D157E-44A4-17F3-3B78-B8F633415427}"/>
              </a:ext>
            </a:extLst>
          </p:cNvPr>
          <p:cNvCxnSpPr/>
          <p:nvPr/>
        </p:nvCxnSpPr>
        <p:spPr>
          <a:xfrm>
            <a:off x="8701583" y="5196238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647F9E13-C2E2-6BCB-6EC9-4184B092C3B8}"/>
              </a:ext>
            </a:extLst>
          </p:cNvPr>
          <p:cNvSpPr/>
          <p:nvPr/>
        </p:nvSpPr>
        <p:spPr>
          <a:xfrm>
            <a:off x="9337748" y="3399872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9721214-C995-97F9-47D5-D49C69654065}"/>
              </a:ext>
            </a:extLst>
          </p:cNvPr>
          <p:cNvSpPr/>
          <p:nvPr/>
        </p:nvSpPr>
        <p:spPr>
          <a:xfrm>
            <a:off x="9337748" y="4532882"/>
            <a:ext cx="784572" cy="92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661DB337-89DA-F8FC-CA2E-7FDD7F940E93}"/>
              </a:ext>
            </a:extLst>
          </p:cNvPr>
          <p:cNvCxnSpPr>
            <a:cxnSpLocks/>
          </p:cNvCxnSpPr>
          <p:nvPr/>
        </p:nvCxnSpPr>
        <p:spPr>
          <a:xfrm>
            <a:off x="10182250" y="3516236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685FE5F7-E8D6-49C4-F9E5-254CE4E98E3C}"/>
              </a:ext>
            </a:extLst>
          </p:cNvPr>
          <p:cNvCxnSpPr/>
          <p:nvPr/>
        </p:nvCxnSpPr>
        <p:spPr>
          <a:xfrm>
            <a:off x="10182248" y="4094727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04C63B1A-EB6F-7ECF-27B6-B0FF1F2B8D1F}"/>
              </a:ext>
            </a:extLst>
          </p:cNvPr>
          <p:cNvCxnSpPr/>
          <p:nvPr/>
        </p:nvCxnSpPr>
        <p:spPr>
          <a:xfrm>
            <a:off x="10182248" y="4679105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CC470706-F5E8-07C0-A18D-7A13AF96F9D3}"/>
              </a:ext>
            </a:extLst>
          </p:cNvPr>
          <p:cNvCxnSpPr/>
          <p:nvPr/>
        </p:nvCxnSpPr>
        <p:spPr>
          <a:xfrm>
            <a:off x="10179569" y="5220880"/>
            <a:ext cx="585482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C9D83C0E-389F-B721-6AFE-A76B560956E7}"/>
              </a:ext>
            </a:extLst>
          </p:cNvPr>
          <p:cNvCxnSpPr>
            <a:cxnSpLocks/>
          </p:cNvCxnSpPr>
          <p:nvPr/>
        </p:nvCxnSpPr>
        <p:spPr>
          <a:xfrm>
            <a:off x="8726569" y="5795088"/>
            <a:ext cx="2058301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4BBEB5E7-E244-3FF8-9F95-42C8F72F0547}"/>
              </a:ext>
            </a:extLst>
          </p:cNvPr>
          <p:cNvSpPr txBox="1"/>
          <p:nvPr/>
        </p:nvSpPr>
        <p:spPr>
          <a:xfrm>
            <a:off x="1084339" y="3299821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50BC51D3-8DAD-BD33-A294-F3BFA03ADF6C}"/>
              </a:ext>
            </a:extLst>
          </p:cNvPr>
          <p:cNvSpPr txBox="1"/>
          <p:nvPr/>
        </p:nvSpPr>
        <p:spPr>
          <a:xfrm>
            <a:off x="1084339" y="3862898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A0EF0405-78F5-EFA9-5A69-B462B7033B8C}"/>
              </a:ext>
            </a:extLst>
          </p:cNvPr>
          <p:cNvSpPr txBox="1"/>
          <p:nvPr/>
        </p:nvSpPr>
        <p:spPr>
          <a:xfrm>
            <a:off x="1084339" y="442597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C0592CC-77D3-BC3B-0D17-710498D4FF88}"/>
              </a:ext>
            </a:extLst>
          </p:cNvPr>
          <p:cNvSpPr txBox="1"/>
          <p:nvPr/>
        </p:nvSpPr>
        <p:spPr>
          <a:xfrm>
            <a:off x="1084339" y="4989051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4C0D78BE-0735-6D59-2F2F-2CB8FED8A06A}"/>
              </a:ext>
            </a:extLst>
          </p:cNvPr>
          <p:cNvSpPr txBox="1"/>
          <p:nvPr/>
        </p:nvSpPr>
        <p:spPr>
          <a:xfrm>
            <a:off x="1084342" y="5552128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8DFD68E5-D0B7-B0AE-F21D-0C3160866817}"/>
              </a:ext>
            </a:extLst>
          </p:cNvPr>
          <p:cNvSpPr txBox="1"/>
          <p:nvPr/>
        </p:nvSpPr>
        <p:spPr>
          <a:xfrm>
            <a:off x="1084339" y="292494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44413349-F60E-93F6-C452-BA2BCADF84B9}"/>
              </a:ext>
            </a:extLst>
          </p:cNvPr>
          <p:cNvSpPr txBox="1"/>
          <p:nvPr/>
        </p:nvSpPr>
        <p:spPr>
          <a:xfrm>
            <a:off x="10969579" y="330111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0C663D10-22C1-D6E7-81D8-621F6D155C45}"/>
              </a:ext>
            </a:extLst>
          </p:cNvPr>
          <p:cNvSpPr txBox="1"/>
          <p:nvPr/>
        </p:nvSpPr>
        <p:spPr>
          <a:xfrm>
            <a:off x="10969579" y="386419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D4B0BB28-F98B-D273-3EC3-748025D28B7E}"/>
              </a:ext>
            </a:extLst>
          </p:cNvPr>
          <p:cNvSpPr txBox="1"/>
          <p:nvPr/>
        </p:nvSpPr>
        <p:spPr>
          <a:xfrm>
            <a:off x="10969579" y="4427270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F3AD2144-EDBA-6464-10A2-93BF98D4E7D2}"/>
              </a:ext>
            </a:extLst>
          </p:cNvPr>
          <p:cNvSpPr txBox="1"/>
          <p:nvPr/>
        </p:nvSpPr>
        <p:spPr>
          <a:xfrm>
            <a:off x="10969579" y="499034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CB502851-93C5-08CD-583C-436D5C93762E}"/>
              </a:ext>
            </a:extLst>
          </p:cNvPr>
          <p:cNvSpPr txBox="1"/>
          <p:nvPr/>
        </p:nvSpPr>
        <p:spPr>
          <a:xfrm>
            <a:off x="10969582" y="555342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6DAC7D-BE3F-1CA8-5214-7436F22FE336}"/>
              </a:ext>
            </a:extLst>
          </p:cNvPr>
          <p:cNvSpPr txBox="1"/>
          <p:nvPr/>
        </p:nvSpPr>
        <p:spPr>
          <a:xfrm>
            <a:off x="4351776" y="309845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C5008D-CD63-C9BF-16EE-6A1ED3AF66F5}"/>
              </a:ext>
            </a:extLst>
          </p:cNvPr>
          <p:cNvSpPr txBox="1"/>
          <p:nvPr/>
        </p:nvSpPr>
        <p:spPr>
          <a:xfrm>
            <a:off x="4351776" y="366153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BFDACD-1ED7-D4A9-60F7-E65C00B2512F}"/>
              </a:ext>
            </a:extLst>
          </p:cNvPr>
          <p:cNvSpPr txBox="1"/>
          <p:nvPr/>
        </p:nvSpPr>
        <p:spPr>
          <a:xfrm>
            <a:off x="4351776" y="4224610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E04F00-FE6F-9B2F-A6BA-2DDEB85540CD}"/>
              </a:ext>
            </a:extLst>
          </p:cNvPr>
          <p:cNvSpPr txBox="1"/>
          <p:nvPr/>
        </p:nvSpPr>
        <p:spPr>
          <a:xfrm>
            <a:off x="4351776" y="478768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6A306E0-19BC-E8FE-8D34-C65A80DF29A6}"/>
              </a:ext>
            </a:extLst>
          </p:cNvPr>
          <p:cNvSpPr txBox="1"/>
          <p:nvPr/>
        </p:nvSpPr>
        <p:spPr>
          <a:xfrm>
            <a:off x="4351779" y="5350764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B995049-A134-A777-6245-DA0314CDFBCC}"/>
              </a:ext>
            </a:extLst>
          </p:cNvPr>
          <p:cNvSpPr txBox="1"/>
          <p:nvPr/>
        </p:nvSpPr>
        <p:spPr>
          <a:xfrm>
            <a:off x="5795048" y="309845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1CA99C8-0C53-B68C-E6C2-615B9CA10BC2}"/>
              </a:ext>
            </a:extLst>
          </p:cNvPr>
          <p:cNvSpPr txBox="1"/>
          <p:nvPr/>
        </p:nvSpPr>
        <p:spPr>
          <a:xfrm>
            <a:off x="5795048" y="4218093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A9092DD-7354-0C33-CA27-80D50D4583B1}"/>
              </a:ext>
            </a:extLst>
          </p:cNvPr>
          <p:cNvSpPr txBox="1"/>
          <p:nvPr/>
        </p:nvSpPr>
        <p:spPr>
          <a:xfrm>
            <a:off x="5791075" y="3621240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75EA4B5-F2E6-A379-4427-98396D6CFBAD}"/>
              </a:ext>
            </a:extLst>
          </p:cNvPr>
          <p:cNvSpPr txBox="1"/>
          <p:nvPr/>
        </p:nvSpPr>
        <p:spPr>
          <a:xfrm>
            <a:off x="5786990" y="5370048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C29FB0F-3FE2-6513-8C48-0E007E068BFD}"/>
              </a:ext>
            </a:extLst>
          </p:cNvPr>
          <p:cNvSpPr txBox="1"/>
          <p:nvPr/>
        </p:nvSpPr>
        <p:spPr>
          <a:xfrm>
            <a:off x="5788296" y="4753440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F9118D2-AAE2-5AAC-E81E-5848AE0D97F1}"/>
              </a:ext>
            </a:extLst>
          </p:cNvPr>
          <p:cNvSpPr txBox="1"/>
          <p:nvPr/>
        </p:nvSpPr>
        <p:spPr>
          <a:xfrm>
            <a:off x="7239626" y="309845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9CBA3DF-B057-2DF5-B203-C8697BFE698E}"/>
              </a:ext>
            </a:extLst>
          </p:cNvPr>
          <p:cNvSpPr txBox="1"/>
          <p:nvPr/>
        </p:nvSpPr>
        <p:spPr>
          <a:xfrm>
            <a:off x="7234814" y="4786102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CEE3E4B-C324-2B93-8DB0-6C9B534BD045}"/>
              </a:ext>
            </a:extLst>
          </p:cNvPr>
          <p:cNvSpPr txBox="1"/>
          <p:nvPr/>
        </p:nvSpPr>
        <p:spPr>
          <a:xfrm>
            <a:off x="7235653" y="3621240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3D6EF63-351D-DC03-DEB7-D25ADDCC63F9}"/>
              </a:ext>
            </a:extLst>
          </p:cNvPr>
          <p:cNvSpPr txBox="1"/>
          <p:nvPr/>
        </p:nvSpPr>
        <p:spPr>
          <a:xfrm>
            <a:off x="7231568" y="5370048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00E6C79-20A3-6740-22C2-39E1DC0C039F}"/>
              </a:ext>
            </a:extLst>
          </p:cNvPr>
          <p:cNvSpPr txBox="1"/>
          <p:nvPr/>
        </p:nvSpPr>
        <p:spPr>
          <a:xfrm>
            <a:off x="7245919" y="4211895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28AA51C-A6DE-F0D4-E2EF-6B61AF78F151}"/>
              </a:ext>
            </a:extLst>
          </p:cNvPr>
          <p:cNvSpPr txBox="1"/>
          <p:nvPr/>
        </p:nvSpPr>
        <p:spPr>
          <a:xfrm>
            <a:off x="8720819" y="3093099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6DC1316-4593-2CD3-91DB-232CFAD4CC37}"/>
              </a:ext>
            </a:extLst>
          </p:cNvPr>
          <p:cNvSpPr txBox="1"/>
          <p:nvPr/>
        </p:nvSpPr>
        <p:spPr>
          <a:xfrm>
            <a:off x="8726568" y="5387875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3C933B7-8471-D550-E547-28F009AAEC0A}"/>
              </a:ext>
            </a:extLst>
          </p:cNvPr>
          <p:cNvSpPr txBox="1"/>
          <p:nvPr/>
        </p:nvSpPr>
        <p:spPr>
          <a:xfrm>
            <a:off x="8716846" y="3615882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41BFE82-BC8C-C649-5FED-3E0D1FCA2544}"/>
              </a:ext>
            </a:extLst>
          </p:cNvPr>
          <p:cNvSpPr txBox="1"/>
          <p:nvPr/>
        </p:nvSpPr>
        <p:spPr>
          <a:xfrm>
            <a:off x="8726569" y="4779756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DF55A24E-DFC0-0617-C392-017DFC8AD514}"/>
              </a:ext>
            </a:extLst>
          </p:cNvPr>
          <p:cNvSpPr txBox="1"/>
          <p:nvPr/>
        </p:nvSpPr>
        <p:spPr>
          <a:xfrm>
            <a:off x="8727112" y="4206537"/>
            <a:ext cx="48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1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  <p:bldP spid="95" grpId="0"/>
      <p:bldP spid="96" grpId="0"/>
      <p:bldP spid="97" grpId="0"/>
      <p:bldP spid="5" grpId="0"/>
      <p:bldP spid="6" grpId="0"/>
      <p:bldP spid="7" grpId="0"/>
      <p:bldP spid="16" grpId="0"/>
      <p:bldP spid="20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42" grpId="0"/>
      <p:bldP spid="43" grpId="0"/>
      <p:bldP spid="46" grpId="0"/>
      <p:bldP spid="52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C0CD-08DF-31B0-9462-789DA4B8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84413B-F3F6-7E94-00FF-AABE41B4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Sorting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77AECD-379C-8756-7D08-DBE68C352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5"/>
            <a:ext cx="11391056" cy="293578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6-bit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serial.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results.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FD042B-A6DC-76C9-1F7F-F1C944D0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D973000-18D6-E71F-159E-B8F015DAFE88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42725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SeqSort.sv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FF1B240B-6C34-42CB-BC91-1B5F5BD46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566070"/>
              </p:ext>
            </p:extLst>
          </p:nvPr>
        </p:nvGraphicFramePr>
        <p:xfrm>
          <a:off x="767408" y="1340768"/>
          <a:ext cx="1097279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000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7286597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Signal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Width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81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rst_n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Asynchronous active-low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5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in_valid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when </a:t>
                      </a:r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in_data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valid.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5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in_data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 Input data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sort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given in serial.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49496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1E3C1F6-9FC4-4882-8C25-E1E97D1FB2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504449"/>
              </p:ext>
            </p:extLst>
          </p:nvPr>
        </p:nvGraphicFramePr>
        <p:xfrm>
          <a:off x="767408" y="3536033"/>
          <a:ext cx="10972797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000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7286597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Signal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Width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out_valid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 high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out_data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valid.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 be reset when </a:t>
                      </a:r>
                      <a:r>
                        <a:rPr lang="en-US" altLang="zh-TW" sz="20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rst_n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0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out_data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 sorting result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serial.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 be reset when </a:t>
                      </a:r>
                      <a:r>
                        <a:rPr lang="en-US" altLang="zh-TW" sz="20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rst_n</a:t>
                      </a:r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4479"/>
                  </a:ext>
                </a:extLst>
              </a:tr>
            </a:tbl>
          </a:graphicData>
        </a:graphic>
      </p:graphicFrame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C3C789D4-E2D4-E153-4513-96181FD279E0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361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螢幕擷取畫面, 行, 鮮豔 的圖片&#10;&#10;AI 產生的內容可能不正確。">
            <a:extLst>
              <a:ext uri="{FF2B5EF4-FFF2-40B4-BE49-F238E27FC236}">
                <a16:creationId xmlns:a16="http://schemas.microsoft.com/office/drawing/2014/main" id="{ADB9DA7E-0AED-385D-954F-56372A55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4" y="2636932"/>
            <a:ext cx="11730210" cy="180018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SeqSort.sv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3D8A267-78E4-FD91-C691-B221957E5A84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AE3E08B0-6587-0357-2458-2AC45A5DF6B7}"/>
              </a:ext>
            </a:extLst>
          </p:cNvPr>
          <p:cNvSpPr/>
          <p:nvPr/>
        </p:nvSpPr>
        <p:spPr>
          <a:xfrm>
            <a:off x="5807968" y="3052262"/>
            <a:ext cx="1728192" cy="664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2DE5670-6254-8934-E02F-26E9F1CD30B5}"/>
              </a:ext>
            </a:extLst>
          </p:cNvPr>
          <p:cNvCxnSpPr>
            <a:cxnSpLocks/>
          </p:cNvCxnSpPr>
          <p:nvPr/>
        </p:nvCxnSpPr>
        <p:spPr>
          <a:xfrm flipV="1">
            <a:off x="6672064" y="2276872"/>
            <a:ext cx="0" cy="77539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BC9A7F8-0928-E0BA-2F38-758546E827C2}"/>
              </a:ext>
            </a:extLst>
          </p:cNvPr>
          <p:cNvSpPr txBox="1"/>
          <p:nvPr/>
        </p:nvSpPr>
        <p:spPr>
          <a:xfrm>
            <a:off x="5429926" y="1571255"/>
            <a:ext cx="2484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input data provided in serial.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F25D87-5C2D-9775-E207-D52CE5BF958E}"/>
              </a:ext>
            </a:extLst>
          </p:cNvPr>
          <p:cNvSpPr/>
          <p:nvPr/>
        </p:nvSpPr>
        <p:spPr>
          <a:xfrm>
            <a:off x="8737600" y="3844349"/>
            <a:ext cx="1728192" cy="664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5361743-12E5-3ABC-201D-4686FA1D2564}"/>
              </a:ext>
            </a:extLst>
          </p:cNvPr>
          <p:cNvCxnSpPr/>
          <p:nvPr/>
        </p:nvCxnSpPr>
        <p:spPr>
          <a:xfrm>
            <a:off x="9593435" y="4509119"/>
            <a:ext cx="0" cy="46544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69565F5-E1B3-112A-6E24-407864B3F638}"/>
              </a:ext>
            </a:extLst>
          </p:cNvPr>
          <p:cNvSpPr txBox="1"/>
          <p:nvPr/>
        </p:nvSpPr>
        <p:spPr>
          <a:xfrm>
            <a:off x="8189279" y="4974558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sorting results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(descending)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2998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404A-0A2F-27AC-CE2B-6BB4ED10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螢幕擷取畫面, 行, 鮮豔 的圖片&#10;&#10;AI 產生的內容可能不正確。">
            <a:extLst>
              <a:ext uri="{FF2B5EF4-FFF2-40B4-BE49-F238E27FC236}">
                <a16:creationId xmlns:a16="http://schemas.microsoft.com/office/drawing/2014/main" id="{E26B108A-3903-84C3-F5E0-B225C8E95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4" y="2636932"/>
            <a:ext cx="11730210" cy="180018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B897BA3-9846-31D9-0FD0-64E02CF7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SeqSort.sv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8CFF95-02AD-4E52-6BCD-ADF0FB8E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7E3D7834-72E9-80E3-C565-EB3EBFE0F6C8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2B37657-01E1-180B-4E12-6B9421527774}"/>
              </a:ext>
            </a:extLst>
          </p:cNvPr>
          <p:cNvSpPr/>
          <p:nvPr/>
        </p:nvSpPr>
        <p:spPr>
          <a:xfrm>
            <a:off x="3215680" y="2564907"/>
            <a:ext cx="576064" cy="19442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19FF03-1348-ADAA-221D-DD6618CB158E}"/>
              </a:ext>
            </a:extLst>
          </p:cNvPr>
          <p:cNvSpPr txBox="1"/>
          <p:nvPr/>
        </p:nvSpPr>
        <p:spPr>
          <a:xfrm>
            <a:off x="2099556" y="4974559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should be reset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rst_n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low.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A6E91DB-8AFD-67C7-2C27-16DED8DE3AE1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503712" y="4509119"/>
            <a:ext cx="0" cy="4654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9377354C-1E67-5266-FE78-BFEF0459C088}"/>
              </a:ext>
            </a:extLst>
          </p:cNvPr>
          <p:cNvSpPr/>
          <p:nvPr/>
        </p:nvSpPr>
        <p:spPr>
          <a:xfrm>
            <a:off x="7392144" y="3092618"/>
            <a:ext cx="1512168" cy="1128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135F029-7A23-A62C-512D-B5C8EC852A95}"/>
              </a:ext>
            </a:extLst>
          </p:cNvPr>
          <p:cNvCxnSpPr>
            <a:cxnSpLocks/>
          </p:cNvCxnSpPr>
          <p:nvPr/>
        </p:nvCxnSpPr>
        <p:spPr>
          <a:xfrm flipV="1">
            <a:off x="8112224" y="2326391"/>
            <a:ext cx="0" cy="775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4D0DE24-E4F2-F84A-0688-E71128EC0079}"/>
              </a:ext>
            </a:extLst>
          </p:cNvPr>
          <p:cNvSpPr txBox="1"/>
          <p:nvPr/>
        </p:nvSpPr>
        <p:spPr>
          <a:xfrm>
            <a:off x="5870975" y="1273955"/>
            <a:ext cx="4482498" cy="10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out_valid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not overlap with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in_valid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out_valid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pull high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in_valid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low.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326925-1E21-992B-A1B6-9F41E15089CA}"/>
              </a:ext>
            </a:extLst>
          </p:cNvPr>
          <p:cNvSpPr/>
          <p:nvPr/>
        </p:nvSpPr>
        <p:spPr>
          <a:xfrm>
            <a:off x="8737600" y="3844349"/>
            <a:ext cx="1728192" cy="664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546964C-23EF-66FD-13A5-154A8F5D30FF}"/>
              </a:ext>
            </a:extLst>
          </p:cNvPr>
          <p:cNvCxnSpPr/>
          <p:nvPr/>
        </p:nvCxnSpPr>
        <p:spPr>
          <a:xfrm>
            <a:off x="9593435" y="4509119"/>
            <a:ext cx="0" cy="4654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A45EA78-6B21-B69B-5CD3-FAB07AC755D6}"/>
              </a:ext>
            </a:extLst>
          </p:cNvPr>
          <p:cNvSpPr txBox="1"/>
          <p:nvPr/>
        </p:nvSpPr>
        <p:spPr>
          <a:xfrm>
            <a:off x="7968208" y="4974558"/>
            <a:ext cx="208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F36898-AA5E-25F9-3462-79D3C3C8ED41}"/>
              </a:ext>
            </a:extLst>
          </p:cNvPr>
          <p:cNvSpPr/>
          <p:nvPr/>
        </p:nvSpPr>
        <p:spPr>
          <a:xfrm>
            <a:off x="10249768" y="4041066"/>
            <a:ext cx="1678880" cy="3960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D8E59AC-258B-DFE8-42CF-74CA04D8BE2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136560" y="4437113"/>
            <a:ext cx="0" cy="5330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896330-2883-C182-EA13-05B806E66DED}"/>
              </a:ext>
            </a:extLst>
          </p:cNvPr>
          <p:cNvSpPr txBox="1"/>
          <p:nvPr/>
        </p:nvSpPr>
        <p:spPr>
          <a:xfrm>
            <a:off x="9948433" y="4970128"/>
            <a:ext cx="2376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0 when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out_valid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low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46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B8DC6-244A-1668-4EAC-8C762B08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Grading Policy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A7C85D-CA20-999B-3440-49F0CB19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100%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following requirements: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 the RTL simulation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Synthesis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Error, Timing Report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met, no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Latch)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Gate-level simulation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60%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D95D02A-899D-EC5B-33C1-357A3B7DB01B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72F47603-EB85-1313-4F01-48B2C3D0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14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0C51-F7E5-4CF4-8720-57E550BE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5BBB86-B58C-E869-2B6B-D77F3529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Upload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871E2C-BB1E-9016-9BFC-9B946413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4"/>
            <a:ext cx="10454952" cy="522604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../09_UPLOAD/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./01_upload (upload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code)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./02_download [argument] 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[argument] = demo1 or demo2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Note: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 sure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upload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correct file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successfully.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Deadline: </a:t>
            </a:r>
          </a:p>
          <a:p>
            <a:pPr lvl="2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demo:  3/19 17:40</a:t>
            </a:r>
          </a:p>
          <a:p>
            <a:pPr lvl="2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nd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demo:  3/19 23:59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EB35AC52-A34F-E7F4-B97D-E4A58625E474}"/>
              </a:ext>
            </a:extLst>
          </p:cNvPr>
          <p:cNvCxnSpPr>
            <a:cxnSpLocks/>
          </p:cNvCxnSpPr>
          <p:nvPr/>
        </p:nvCxnSpPr>
        <p:spPr>
          <a:xfrm>
            <a:off x="695400" y="1216585"/>
            <a:ext cx="11665296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9559CA37-8045-EA44-B06A-505F1A06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C5370C45-702C-0305-F7F7-AB7D363E17BD}"/>
              </a:ext>
            </a:extLst>
          </p:cNvPr>
          <p:cNvSpPr txBox="1"/>
          <p:nvPr/>
        </p:nvSpPr>
        <p:spPr>
          <a:xfrm>
            <a:off x="9632443" y="6020292"/>
            <a:ext cx="2531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Luck !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062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3_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cture template" id="{774F2471-B825-41D9-83BB-856DA296DAC2}" vid="{E266F89B-1ED1-4737-97E1-6B66A935CCA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0</TotalTime>
  <Words>698</Words>
  <Application>Microsoft Office PowerPoint</Application>
  <PresentationFormat>寬螢幕</PresentationFormat>
  <Paragraphs>243</Paragraphs>
  <Slides>16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 Unicode MS</vt:lpstr>
      <vt:lpstr>標楷體</vt:lpstr>
      <vt:lpstr>Arial</vt:lpstr>
      <vt:lpstr>Calibri</vt:lpstr>
      <vt:lpstr>Times New Roman</vt:lpstr>
      <vt:lpstr>3_佈景主題1</vt:lpstr>
      <vt:lpstr>DCS 2026 Spring  Lab 3 - Sequential Circuit 2</vt:lpstr>
      <vt:lpstr>Lab03</vt:lpstr>
      <vt:lpstr>Sequential v.s. Combinational in Verilog</vt:lpstr>
      <vt:lpstr>Example Counter </vt:lpstr>
      <vt:lpstr>Example Counter </vt:lpstr>
      <vt:lpstr>Example Counter </vt:lpstr>
      <vt:lpstr>Example Counter </vt:lpstr>
      <vt:lpstr>Reminder</vt:lpstr>
      <vt:lpstr>Lab03: Sequential Sorting Network</vt:lpstr>
      <vt:lpstr>Lab03: Sequential Sorting Network</vt:lpstr>
      <vt:lpstr>Lab03: Sequential Sorting Network</vt:lpstr>
      <vt:lpstr>SeqSort.sv</vt:lpstr>
      <vt:lpstr>SeqSort.sv</vt:lpstr>
      <vt:lpstr>SeqSort.sv</vt:lpstr>
      <vt:lpstr>Grading Policy</vt:lpstr>
      <vt:lpstr>Upload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Survey An Efficient Perception-based Adaptive Color to Gray Transformation</dc:title>
  <dc:creator>yucheng</dc:creator>
  <cp:lastModifiedBy>Chieh Chen</cp:lastModifiedBy>
  <cp:revision>919</cp:revision>
  <dcterms:created xsi:type="dcterms:W3CDTF">2009-12-14T10:41:03Z</dcterms:created>
  <dcterms:modified xsi:type="dcterms:W3CDTF">2026-03-18T14:32:15Z</dcterms:modified>
</cp:coreProperties>
</file>