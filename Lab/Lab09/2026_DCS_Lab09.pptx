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56" r:id="rId2"/>
    <p:sldId id="328" r:id="rId3"/>
    <p:sldId id="308" r:id="rId4"/>
    <p:sldId id="322" r:id="rId5"/>
    <p:sldId id="323" r:id="rId6"/>
    <p:sldId id="324" r:id="rId7"/>
    <p:sldId id="309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37" r:id="rId17"/>
    <p:sldId id="338" r:id="rId18"/>
    <p:sldId id="339" r:id="rId19"/>
    <p:sldId id="340" r:id="rId20"/>
    <p:sldId id="341" r:id="rId21"/>
    <p:sldId id="310" r:id="rId22"/>
    <p:sldId id="311" r:id="rId23"/>
    <p:sldId id="345" r:id="rId24"/>
    <p:sldId id="346" r:id="rId25"/>
    <p:sldId id="347" r:id="rId26"/>
    <p:sldId id="348" r:id="rId27"/>
    <p:sldId id="349" r:id="rId28"/>
    <p:sldId id="342" r:id="rId29"/>
    <p:sldId id="343" r:id="rId30"/>
    <p:sldId id="344" r:id="rId31"/>
    <p:sldId id="352" r:id="rId32"/>
    <p:sldId id="350" r:id="rId33"/>
    <p:sldId id="351" r:id="rId3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8512"/>
    <a:srgbClr val="FFCCCC"/>
    <a:srgbClr val="FFC000"/>
    <a:srgbClr val="FFCC00"/>
    <a:srgbClr val="FFCC99"/>
    <a:srgbClr val="FFFFCC"/>
    <a:srgbClr val="85CA3A"/>
    <a:srgbClr val="4BD0FF"/>
    <a:srgbClr val="FFE285"/>
    <a:srgbClr val="E2A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D4A37E-9991-4686-B771-75935559E58F}" v="289" dt="2023-05-11T08:20:46.8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62" autoAdjust="0"/>
    <p:restoredTop sz="96353" autoAdjust="0"/>
  </p:normalViewPr>
  <p:slideViewPr>
    <p:cSldViewPr snapToGrid="0">
      <p:cViewPr varScale="1">
        <p:scale>
          <a:sx n="113" d="100"/>
          <a:sy n="113" d="100"/>
        </p:scale>
        <p:origin x="624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2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徐志嘉" userId="4f4e22b3-2ff2-4e81-a7cc-1ce68c8c1bc8" providerId="ADAL" clId="{B087AF2D-770D-4C9E-B5CC-B4C2E09FC4A9}"/>
    <pc:docChg chg="undo custSel addSld delSld modSld sldOrd">
      <pc:chgData name="徐志嘉" userId="4f4e22b3-2ff2-4e81-a7cc-1ce68c8c1bc8" providerId="ADAL" clId="{B087AF2D-770D-4C9E-B5CC-B4C2E09FC4A9}" dt="2022-05-09T04:07:56.393" v="1038" actId="20577"/>
      <pc:docMkLst>
        <pc:docMk/>
      </pc:docMkLst>
      <pc:sldChg chg="del">
        <pc:chgData name="徐志嘉" userId="4f4e22b3-2ff2-4e81-a7cc-1ce68c8c1bc8" providerId="ADAL" clId="{B087AF2D-770D-4C9E-B5CC-B4C2E09FC4A9}" dt="2022-05-08T06:22:29.918" v="0" actId="47"/>
        <pc:sldMkLst>
          <pc:docMk/>
          <pc:sldMk cId="2874967755" sldId="275"/>
        </pc:sldMkLst>
      </pc:sldChg>
      <pc:sldChg chg="del">
        <pc:chgData name="徐志嘉" userId="4f4e22b3-2ff2-4e81-a7cc-1ce68c8c1bc8" providerId="ADAL" clId="{B087AF2D-770D-4C9E-B5CC-B4C2E09FC4A9}" dt="2022-05-08T06:22:29.918" v="0" actId="47"/>
        <pc:sldMkLst>
          <pc:docMk/>
          <pc:sldMk cId="3013971990" sldId="328"/>
        </pc:sldMkLst>
      </pc:sldChg>
      <pc:sldChg chg="del">
        <pc:chgData name="徐志嘉" userId="4f4e22b3-2ff2-4e81-a7cc-1ce68c8c1bc8" providerId="ADAL" clId="{B087AF2D-770D-4C9E-B5CC-B4C2E09FC4A9}" dt="2022-05-08T06:22:29.918" v="0" actId="47"/>
        <pc:sldMkLst>
          <pc:docMk/>
          <pc:sldMk cId="4135928062" sldId="329"/>
        </pc:sldMkLst>
      </pc:sldChg>
      <pc:sldChg chg="modNotesTx">
        <pc:chgData name="徐志嘉" userId="4f4e22b3-2ff2-4e81-a7cc-1ce68c8c1bc8" providerId="ADAL" clId="{B087AF2D-770D-4C9E-B5CC-B4C2E09FC4A9}" dt="2022-05-09T03:21:01.218" v="101"/>
        <pc:sldMkLst>
          <pc:docMk/>
          <pc:sldMk cId="2025159953" sldId="330"/>
        </pc:sldMkLst>
      </pc:sldChg>
      <pc:sldChg chg="addSp delSp modSp new mod modNotesTx">
        <pc:chgData name="徐志嘉" userId="4f4e22b3-2ff2-4e81-a7cc-1ce68c8c1bc8" providerId="ADAL" clId="{B087AF2D-770D-4C9E-B5CC-B4C2E09FC4A9}" dt="2022-05-09T03:19:59.020" v="100" actId="14100"/>
        <pc:sldMkLst>
          <pc:docMk/>
          <pc:sldMk cId="1130688906" sldId="332"/>
        </pc:sldMkLst>
        <pc:spChg chg="mod">
          <ac:chgData name="徐志嘉" userId="4f4e22b3-2ff2-4e81-a7cc-1ce68c8c1bc8" providerId="ADAL" clId="{B087AF2D-770D-4C9E-B5CC-B4C2E09FC4A9}" dt="2022-05-09T02:07:13.557" v="62" actId="20577"/>
          <ac:spMkLst>
            <pc:docMk/>
            <pc:sldMk cId="1130688906" sldId="332"/>
            <ac:spMk id="2" creationId="{483D5CB6-81E4-8730-A05F-4FC92000958A}"/>
          </ac:spMkLst>
        </pc:spChg>
        <pc:spChg chg="del">
          <ac:chgData name="徐志嘉" userId="4f4e22b3-2ff2-4e81-a7cc-1ce68c8c1bc8" providerId="ADAL" clId="{B087AF2D-770D-4C9E-B5CC-B4C2E09FC4A9}" dt="2022-05-09T02:04:41.091" v="11" actId="22"/>
          <ac:spMkLst>
            <pc:docMk/>
            <pc:sldMk cId="1130688906" sldId="332"/>
            <ac:spMk id="3" creationId="{067B08D3-7C22-2BB3-DFF3-D970E6FC8DEF}"/>
          </ac:spMkLst>
        </pc:spChg>
        <pc:spChg chg="add del mod">
          <ac:chgData name="徐志嘉" userId="4f4e22b3-2ff2-4e81-a7cc-1ce68c8c1bc8" providerId="ADAL" clId="{B087AF2D-770D-4C9E-B5CC-B4C2E09FC4A9}" dt="2022-05-09T02:10:25.916" v="68" actId="22"/>
          <ac:spMkLst>
            <pc:docMk/>
            <pc:sldMk cId="1130688906" sldId="332"/>
            <ac:spMk id="9" creationId="{41076FE3-2817-0D42-2B4C-CE4DBB09E744}"/>
          </ac:spMkLst>
        </pc:spChg>
        <pc:spChg chg="add del mod">
          <ac:chgData name="徐志嘉" userId="4f4e22b3-2ff2-4e81-a7cc-1ce68c8c1bc8" providerId="ADAL" clId="{B087AF2D-770D-4C9E-B5CC-B4C2E09FC4A9}" dt="2022-05-09T02:11:08.188" v="72" actId="22"/>
          <ac:spMkLst>
            <pc:docMk/>
            <pc:sldMk cId="1130688906" sldId="332"/>
            <ac:spMk id="13" creationId="{96D6ABDD-DCE5-057E-C6B6-D92DA4F5819C}"/>
          </ac:spMkLst>
        </pc:spChg>
        <pc:picChg chg="add del mod ord">
          <ac:chgData name="徐志嘉" userId="4f4e22b3-2ff2-4e81-a7cc-1ce68c8c1bc8" providerId="ADAL" clId="{B087AF2D-770D-4C9E-B5CC-B4C2E09FC4A9}" dt="2022-05-09T02:10:22.923" v="67" actId="478"/>
          <ac:picMkLst>
            <pc:docMk/>
            <pc:sldMk cId="1130688906" sldId="332"/>
            <ac:picMk id="5" creationId="{5B3F972B-9C03-50BF-DF2D-D34008EC60BF}"/>
          </ac:picMkLst>
        </pc:picChg>
        <pc:picChg chg="add del mod">
          <ac:chgData name="徐志嘉" userId="4f4e22b3-2ff2-4e81-a7cc-1ce68c8c1bc8" providerId="ADAL" clId="{B087AF2D-770D-4C9E-B5CC-B4C2E09FC4A9}" dt="2022-05-09T02:10:27.374" v="69" actId="478"/>
          <ac:picMkLst>
            <pc:docMk/>
            <pc:sldMk cId="1130688906" sldId="332"/>
            <ac:picMk id="7" creationId="{204FB405-7F83-7A27-B000-B3F24541A78C}"/>
          </ac:picMkLst>
        </pc:picChg>
        <pc:picChg chg="add del mod ord">
          <ac:chgData name="徐志嘉" userId="4f4e22b3-2ff2-4e81-a7cc-1ce68c8c1bc8" providerId="ADAL" clId="{B087AF2D-770D-4C9E-B5CC-B4C2E09FC4A9}" dt="2022-05-09T02:10:46.848" v="71" actId="478"/>
          <ac:picMkLst>
            <pc:docMk/>
            <pc:sldMk cId="1130688906" sldId="332"/>
            <ac:picMk id="11" creationId="{742A3782-CEE7-5727-9CD4-33F16CFE2703}"/>
          </ac:picMkLst>
        </pc:picChg>
        <pc:picChg chg="add mod ord">
          <ac:chgData name="徐志嘉" userId="4f4e22b3-2ff2-4e81-a7cc-1ce68c8c1bc8" providerId="ADAL" clId="{B087AF2D-770D-4C9E-B5CC-B4C2E09FC4A9}" dt="2022-05-09T03:19:59.020" v="100" actId="14100"/>
          <ac:picMkLst>
            <pc:docMk/>
            <pc:sldMk cId="1130688906" sldId="332"/>
            <ac:picMk id="15" creationId="{D80F9EA8-041F-69AA-3936-15FAB305F725}"/>
          </ac:picMkLst>
        </pc:picChg>
        <pc:picChg chg="add mod">
          <ac:chgData name="徐志嘉" userId="4f4e22b3-2ff2-4e81-a7cc-1ce68c8c1bc8" providerId="ADAL" clId="{B087AF2D-770D-4C9E-B5CC-B4C2E09FC4A9}" dt="2022-05-09T03:19:59.020" v="100" actId="14100"/>
          <ac:picMkLst>
            <pc:docMk/>
            <pc:sldMk cId="1130688906" sldId="332"/>
            <ac:picMk id="17" creationId="{CCE35DA3-DC1B-26F9-83A8-F5369CC574C7}"/>
          </ac:picMkLst>
        </pc:picChg>
      </pc:sldChg>
      <pc:sldChg chg="addSp delSp modSp add mod modNotesTx">
        <pc:chgData name="徐志嘉" userId="4f4e22b3-2ff2-4e81-a7cc-1ce68c8c1bc8" providerId="ADAL" clId="{B087AF2D-770D-4C9E-B5CC-B4C2E09FC4A9}" dt="2022-05-09T04:02:46.281" v="768" actId="20577"/>
        <pc:sldMkLst>
          <pc:docMk/>
          <pc:sldMk cId="434846416" sldId="333"/>
        </pc:sldMkLst>
        <pc:spChg chg="mod">
          <ac:chgData name="徐志嘉" userId="4f4e22b3-2ff2-4e81-a7cc-1ce68c8c1bc8" providerId="ADAL" clId="{B087AF2D-770D-4C9E-B5CC-B4C2E09FC4A9}" dt="2022-05-09T03:22:30.769" v="114" actId="20577"/>
          <ac:spMkLst>
            <pc:docMk/>
            <pc:sldMk cId="434846416" sldId="333"/>
            <ac:spMk id="2" creationId="{483D5CB6-81E4-8730-A05F-4FC92000958A}"/>
          </ac:spMkLst>
        </pc:spChg>
        <pc:spChg chg="add mod">
          <ac:chgData name="徐志嘉" userId="4f4e22b3-2ff2-4e81-a7cc-1ce68c8c1bc8" providerId="ADAL" clId="{B087AF2D-770D-4C9E-B5CC-B4C2E09FC4A9}" dt="2022-05-09T03:27:10.428" v="150" actId="208"/>
          <ac:spMkLst>
            <pc:docMk/>
            <pc:sldMk cId="434846416" sldId="333"/>
            <ac:spMk id="9" creationId="{E522C079-5517-FE1E-2FE2-5BFD7C32E38E}"/>
          </ac:spMkLst>
        </pc:spChg>
        <pc:spChg chg="add mod">
          <ac:chgData name="徐志嘉" userId="4f4e22b3-2ff2-4e81-a7cc-1ce68c8c1bc8" providerId="ADAL" clId="{B087AF2D-770D-4C9E-B5CC-B4C2E09FC4A9}" dt="2022-05-09T03:33:20.928" v="280" actId="1037"/>
          <ac:spMkLst>
            <pc:docMk/>
            <pc:sldMk cId="434846416" sldId="333"/>
            <ac:spMk id="10" creationId="{AC38C870-ACF9-C8D0-DFB2-93541185AE12}"/>
          </ac:spMkLst>
        </pc:spChg>
        <pc:spChg chg="add del mod">
          <ac:chgData name="徐志嘉" userId="4f4e22b3-2ff2-4e81-a7cc-1ce68c8c1bc8" providerId="ADAL" clId="{B087AF2D-770D-4C9E-B5CC-B4C2E09FC4A9}" dt="2022-05-09T03:28:20.187" v="158"/>
          <ac:spMkLst>
            <pc:docMk/>
            <pc:sldMk cId="434846416" sldId="333"/>
            <ac:spMk id="11" creationId="{73F359A1-63C8-8E21-849C-DB63828ECA47}"/>
          </ac:spMkLst>
        </pc:spChg>
        <pc:spChg chg="add mod">
          <ac:chgData name="徐志嘉" userId="4f4e22b3-2ff2-4e81-a7cc-1ce68c8c1bc8" providerId="ADAL" clId="{B087AF2D-770D-4C9E-B5CC-B4C2E09FC4A9}" dt="2022-05-09T03:33:20.928" v="280" actId="1037"/>
          <ac:spMkLst>
            <pc:docMk/>
            <pc:sldMk cId="434846416" sldId="333"/>
            <ac:spMk id="12" creationId="{2EE23510-6B8D-2D94-E67C-5329431CC78E}"/>
          </ac:spMkLst>
        </pc:spChg>
        <pc:spChg chg="add mod">
          <ac:chgData name="徐志嘉" userId="4f4e22b3-2ff2-4e81-a7cc-1ce68c8c1bc8" providerId="ADAL" clId="{B087AF2D-770D-4C9E-B5CC-B4C2E09FC4A9}" dt="2022-05-09T04:02:00.579" v="745" actId="1037"/>
          <ac:spMkLst>
            <pc:docMk/>
            <pc:sldMk cId="434846416" sldId="333"/>
            <ac:spMk id="13" creationId="{00D51928-043D-1D21-79B2-58F042819FA6}"/>
          </ac:spMkLst>
        </pc:spChg>
        <pc:spChg chg="add mod">
          <ac:chgData name="徐志嘉" userId="4f4e22b3-2ff2-4e81-a7cc-1ce68c8c1bc8" providerId="ADAL" clId="{B087AF2D-770D-4C9E-B5CC-B4C2E09FC4A9}" dt="2022-05-09T04:02:09.478" v="755" actId="1037"/>
          <ac:spMkLst>
            <pc:docMk/>
            <pc:sldMk cId="434846416" sldId="333"/>
            <ac:spMk id="14" creationId="{7CC10BAF-4740-0D32-F693-90FCF49CB155}"/>
          </ac:spMkLst>
        </pc:spChg>
        <pc:spChg chg="add mod">
          <ac:chgData name="徐志嘉" userId="4f4e22b3-2ff2-4e81-a7cc-1ce68c8c1bc8" providerId="ADAL" clId="{B087AF2D-770D-4C9E-B5CC-B4C2E09FC4A9}" dt="2022-05-09T03:29:32.130" v="179" actId="1037"/>
          <ac:spMkLst>
            <pc:docMk/>
            <pc:sldMk cId="434846416" sldId="333"/>
            <ac:spMk id="15" creationId="{4A491E10-5CA2-3AE1-C00A-A0CE37C948A1}"/>
          </ac:spMkLst>
        </pc:spChg>
        <pc:picChg chg="add mod">
          <ac:chgData name="徐志嘉" userId="4f4e22b3-2ff2-4e81-a7cc-1ce68c8c1bc8" providerId="ADAL" clId="{B087AF2D-770D-4C9E-B5CC-B4C2E09FC4A9}" dt="2022-05-09T03:33:20.928" v="280" actId="1037"/>
          <ac:picMkLst>
            <pc:docMk/>
            <pc:sldMk cId="434846416" sldId="333"/>
            <ac:picMk id="4" creationId="{E49C1C0C-F757-C33E-C054-642DCF823764}"/>
          </ac:picMkLst>
        </pc:picChg>
        <pc:picChg chg="mod">
          <ac:chgData name="徐志嘉" userId="4f4e22b3-2ff2-4e81-a7cc-1ce68c8c1bc8" providerId="ADAL" clId="{B087AF2D-770D-4C9E-B5CC-B4C2E09FC4A9}" dt="2022-05-09T03:26:30.433" v="145" actId="1076"/>
          <ac:picMkLst>
            <pc:docMk/>
            <pc:sldMk cId="434846416" sldId="333"/>
            <ac:picMk id="5" creationId="{5B3F972B-9C03-50BF-DF2D-D34008EC60BF}"/>
          </ac:picMkLst>
        </pc:picChg>
        <pc:picChg chg="del">
          <ac:chgData name="徐志嘉" userId="4f4e22b3-2ff2-4e81-a7cc-1ce68c8c1bc8" providerId="ADAL" clId="{B087AF2D-770D-4C9E-B5CC-B4C2E09FC4A9}" dt="2022-05-09T03:22:57.627" v="120" actId="478"/>
          <ac:picMkLst>
            <pc:docMk/>
            <pc:sldMk cId="434846416" sldId="333"/>
            <ac:picMk id="7" creationId="{204FB405-7F83-7A27-B000-B3F24541A78C}"/>
          </ac:picMkLst>
        </pc:picChg>
        <pc:picChg chg="add mod modCrop">
          <ac:chgData name="徐志嘉" userId="4f4e22b3-2ff2-4e81-a7cc-1ce68c8c1bc8" providerId="ADAL" clId="{B087AF2D-770D-4C9E-B5CC-B4C2E09FC4A9}" dt="2022-05-09T03:29:35.798" v="190" actId="1037"/>
          <ac:picMkLst>
            <pc:docMk/>
            <pc:sldMk cId="434846416" sldId="333"/>
            <ac:picMk id="8" creationId="{F1CA84C2-BB95-D6F9-D22E-20AB10FDF980}"/>
          </ac:picMkLst>
        </pc:picChg>
      </pc:sldChg>
      <pc:sldChg chg="addSp delSp modSp add mod modNotesTx">
        <pc:chgData name="徐志嘉" userId="4f4e22b3-2ff2-4e81-a7cc-1ce68c8c1bc8" providerId="ADAL" clId="{B087AF2D-770D-4C9E-B5CC-B4C2E09FC4A9}" dt="2022-05-09T03:33:34.769" v="295" actId="20577"/>
        <pc:sldMkLst>
          <pc:docMk/>
          <pc:sldMk cId="990737332" sldId="334"/>
        </pc:sldMkLst>
        <pc:spChg chg="mod">
          <ac:chgData name="徐志嘉" userId="4f4e22b3-2ff2-4e81-a7cc-1ce68c8c1bc8" providerId="ADAL" clId="{B087AF2D-770D-4C9E-B5CC-B4C2E09FC4A9}" dt="2022-05-09T03:22:34.359" v="116" actId="20577"/>
          <ac:spMkLst>
            <pc:docMk/>
            <pc:sldMk cId="990737332" sldId="334"/>
            <ac:spMk id="2" creationId="{483D5CB6-81E4-8730-A05F-4FC92000958A}"/>
          </ac:spMkLst>
        </pc:spChg>
        <pc:spChg chg="add del mod">
          <ac:chgData name="徐志嘉" userId="4f4e22b3-2ff2-4e81-a7cc-1ce68c8c1bc8" providerId="ADAL" clId="{B087AF2D-770D-4C9E-B5CC-B4C2E09FC4A9}" dt="2022-05-09T03:22:41.024" v="119"/>
          <ac:spMkLst>
            <pc:docMk/>
            <pc:sldMk cId="990737332" sldId="334"/>
            <ac:spMk id="4" creationId="{4206504F-3EF7-779F-6752-DE78A83BE925}"/>
          </ac:spMkLst>
        </pc:spChg>
        <pc:picChg chg="del">
          <ac:chgData name="徐志嘉" userId="4f4e22b3-2ff2-4e81-a7cc-1ce68c8c1bc8" providerId="ADAL" clId="{B087AF2D-770D-4C9E-B5CC-B4C2E09FC4A9}" dt="2022-05-09T03:22:38.350" v="117" actId="478"/>
          <ac:picMkLst>
            <pc:docMk/>
            <pc:sldMk cId="990737332" sldId="334"/>
            <ac:picMk id="5" creationId="{5B3F972B-9C03-50BF-DF2D-D34008EC60BF}"/>
          </ac:picMkLst>
        </pc:picChg>
        <pc:picChg chg="del">
          <ac:chgData name="徐志嘉" userId="4f4e22b3-2ff2-4e81-a7cc-1ce68c8c1bc8" providerId="ADAL" clId="{B087AF2D-770D-4C9E-B5CC-B4C2E09FC4A9}" dt="2022-05-09T03:22:40.326" v="118" actId="21"/>
          <ac:picMkLst>
            <pc:docMk/>
            <pc:sldMk cId="990737332" sldId="334"/>
            <ac:picMk id="7" creationId="{204FB405-7F83-7A27-B000-B3F24541A78C}"/>
          </ac:picMkLst>
        </pc:picChg>
        <pc:picChg chg="add mod">
          <ac:chgData name="徐志嘉" userId="4f4e22b3-2ff2-4e81-a7cc-1ce68c8c1bc8" providerId="ADAL" clId="{B087AF2D-770D-4C9E-B5CC-B4C2E09FC4A9}" dt="2022-05-09T03:22:41.024" v="119"/>
          <ac:picMkLst>
            <pc:docMk/>
            <pc:sldMk cId="990737332" sldId="334"/>
            <ac:picMk id="8" creationId="{A87293FB-C375-C6EA-8B0E-6658A08C2D25}"/>
          </ac:picMkLst>
        </pc:picChg>
      </pc:sldChg>
      <pc:sldChg chg="addSp delSp modSp new mod modNotesTx">
        <pc:chgData name="徐志嘉" userId="4f4e22b3-2ff2-4e81-a7cc-1ce68c8c1bc8" providerId="ADAL" clId="{B087AF2D-770D-4C9E-B5CC-B4C2E09FC4A9}" dt="2022-05-09T03:36:37.570" v="331"/>
        <pc:sldMkLst>
          <pc:docMk/>
          <pc:sldMk cId="1843530964" sldId="335"/>
        </pc:sldMkLst>
        <pc:spChg chg="mod">
          <ac:chgData name="徐志嘉" userId="4f4e22b3-2ff2-4e81-a7cc-1ce68c8c1bc8" providerId="ADAL" clId="{B087AF2D-770D-4C9E-B5CC-B4C2E09FC4A9}" dt="2022-05-09T03:35:04.736" v="317" actId="20577"/>
          <ac:spMkLst>
            <pc:docMk/>
            <pc:sldMk cId="1843530964" sldId="335"/>
            <ac:spMk id="2" creationId="{35FD3CE8-B05C-98D7-A161-73367746C3D1}"/>
          </ac:spMkLst>
        </pc:spChg>
        <pc:spChg chg="del">
          <ac:chgData name="徐志嘉" userId="4f4e22b3-2ff2-4e81-a7cc-1ce68c8c1bc8" providerId="ADAL" clId="{B087AF2D-770D-4C9E-B5CC-B4C2E09FC4A9}" dt="2022-05-09T03:34:55.142" v="297" actId="22"/>
          <ac:spMkLst>
            <pc:docMk/>
            <pc:sldMk cId="1843530964" sldId="335"/>
            <ac:spMk id="3" creationId="{EF8E9292-ABB3-189E-05E9-2CCB78B552EC}"/>
          </ac:spMkLst>
        </pc:spChg>
        <pc:picChg chg="add mod ord">
          <ac:chgData name="徐志嘉" userId="4f4e22b3-2ff2-4e81-a7cc-1ce68c8c1bc8" providerId="ADAL" clId="{B087AF2D-770D-4C9E-B5CC-B4C2E09FC4A9}" dt="2022-05-09T03:34:55.142" v="297" actId="22"/>
          <ac:picMkLst>
            <pc:docMk/>
            <pc:sldMk cId="1843530964" sldId="335"/>
            <ac:picMk id="5" creationId="{3382E86A-CF1D-D209-B6F7-36759E5875FA}"/>
          </ac:picMkLst>
        </pc:picChg>
      </pc:sldChg>
      <pc:sldChg chg="addSp delSp modSp add mod modNotesTx">
        <pc:chgData name="徐志嘉" userId="4f4e22b3-2ff2-4e81-a7cc-1ce68c8c1bc8" providerId="ADAL" clId="{B087AF2D-770D-4C9E-B5CC-B4C2E09FC4A9}" dt="2022-05-09T03:37:14.134" v="336" actId="6549"/>
        <pc:sldMkLst>
          <pc:docMk/>
          <pc:sldMk cId="4083415186" sldId="336"/>
        </pc:sldMkLst>
        <pc:spChg chg="mod">
          <ac:chgData name="徐志嘉" userId="4f4e22b3-2ff2-4e81-a7cc-1ce68c8c1bc8" providerId="ADAL" clId="{B087AF2D-770D-4C9E-B5CC-B4C2E09FC4A9}" dt="2022-05-09T03:35:21.906" v="320" actId="20577"/>
          <ac:spMkLst>
            <pc:docMk/>
            <pc:sldMk cId="4083415186" sldId="336"/>
            <ac:spMk id="2" creationId="{35FD3CE8-B05C-98D7-A161-73367746C3D1}"/>
          </ac:spMkLst>
        </pc:spChg>
        <pc:spChg chg="add del mod">
          <ac:chgData name="徐志嘉" userId="4f4e22b3-2ff2-4e81-a7cc-1ce68c8c1bc8" providerId="ADAL" clId="{B087AF2D-770D-4C9E-B5CC-B4C2E09FC4A9}" dt="2022-05-09T03:35:38.191" v="322" actId="22"/>
          <ac:spMkLst>
            <pc:docMk/>
            <pc:sldMk cId="4083415186" sldId="336"/>
            <ac:spMk id="4" creationId="{FB0136EA-64F5-A667-BB60-0113945D7796}"/>
          </ac:spMkLst>
        </pc:spChg>
        <pc:picChg chg="del">
          <ac:chgData name="徐志嘉" userId="4f4e22b3-2ff2-4e81-a7cc-1ce68c8c1bc8" providerId="ADAL" clId="{B087AF2D-770D-4C9E-B5CC-B4C2E09FC4A9}" dt="2022-05-09T03:35:36.838" v="321" actId="478"/>
          <ac:picMkLst>
            <pc:docMk/>
            <pc:sldMk cId="4083415186" sldId="336"/>
            <ac:picMk id="5" creationId="{3382E86A-CF1D-D209-B6F7-36759E5875FA}"/>
          </ac:picMkLst>
        </pc:picChg>
        <pc:picChg chg="add mod ord">
          <ac:chgData name="徐志嘉" userId="4f4e22b3-2ff2-4e81-a7cc-1ce68c8c1bc8" providerId="ADAL" clId="{B087AF2D-770D-4C9E-B5CC-B4C2E09FC4A9}" dt="2022-05-09T03:35:38.191" v="322" actId="22"/>
          <ac:picMkLst>
            <pc:docMk/>
            <pc:sldMk cId="4083415186" sldId="336"/>
            <ac:picMk id="7" creationId="{7B78E9FF-97B8-E271-A589-CBB2D5017A94}"/>
          </ac:picMkLst>
        </pc:picChg>
      </pc:sldChg>
      <pc:sldChg chg="addSp delSp modSp new mod ord modNotesTx">
        <pc:chgData name="徐志嘉" userId="4f4e22b3-2ff2-4e81-a7cc-1ce68c8c1bc8" providerId="ADAL" clId="{B087AF2D-770D-4C9E-B5CC-B4C2E09FC4A9}" dt="2022-05-09T04:07:56.393" v="1038" actId="20577"/>
        <pc:sldMkLst>
          <pc:docMk/>
          <pc:sldMk cId="1166018756" sldId="337"/>
        </pc:sldMkLst>
        <pc:spChg chg="mod">
          <ac:chgData name="徐志嘉" userId="4f4e22b3-2ff2-4e81-a7cc-1ce68c8c1bc8" providerId="ADAL" clId="{B087AF2D-770D-4C9E-B5CC-B4C2E09FC4A9}" dt="2022-05-09T03:48:13.135" v="579" actId="20577"/>
          <ac:spMkLst>
            <pc:docMk/>
            <pc:sldMk cId="1166018756" sldId="337"/>
            <ac:spMk id="2" creationId="{8E486D86-4061-37E2-1034-1EC8BC84C9D4}"/>
          </ac:spMkLst>
        </pc:spChg>
        <pc:spChg chg="del">
          <ac:chgData name="徐志嘉" userId="4f4e22b3-2ff2-4e81-a7cc-1ce68c8c1bc8" providerId="ADAL" clId="{B087AF2D-770D-4C9E-B5CC-B4C2E09FC4A9}" dt="2022-05-09T03:47:18.044" v="557" actId="22"/>
          <ac:spMkLst>
            <pc:docMk/>
            <pc:sldMk cId="1166018756" sldId="337"/>
            <ac:spMk id="3" creationId="{FBA5B26E-5E86-6AA6-D026-3CB5CD244F53}"/>
          </ac:spMkLst>
        </pc:spChg>
        <pc:spChg chg="add mod">
          <ac:chgData name="徐志嘉" userId="4f4e22b3-2ff2-4e81-a7cc-1ce68c8c1bc8" providerId="ADAL" clId="{B087AF2D-770D-4C9E-B5CC-B4C2E09FC4A9}" dt="2022-05-09T03:51:02.046" v="671" actId="1076"/>
          <ac:spMkLst>
            <pc:docMk/>
            <pc:sldMk cId="1166018756" sldId="337"/>
            <ac:spMk id="6" creationId="{3C683207-87AB-410D-FBA1-3BC6B5699C79}"/>
          </ac:spMkLst>
        </pc:spChg>
        <pc:spChg chg="add del mod">
          <ac:chgData name="徐志嘉" userId="4f4e22b3-2ff2-4e81-a7cc-1ce68c8c1bc8" providerId="ADAL" clId="{B087AF2D-770D-4C9E-B5CC-B4C2E09FC4A9}" dt="2022-05-09T03:50:43.589" v="668" actId="478"/>
          <ac:spMkLst>
            <pc:docMk/>
            <pc:sldMk cId="1166018756" sldId="337"/>
            <ac:spMk id="7" creationId="{CD76CB21-72DA-E998-BABF-00889F816227}"/>
          </ac:spMkLst>
        </pc:spChg>
        <pc:picChg chg="add mod ord">
          <ac:chgData name="徐志嘉" userId="4f4e22b3-2ff2-4e81-a7cc-1ce68c8c1bc8" providerId="ADAL" clId="{B087AF2D-770D-4C9E-B5CC-B4C2E09FC4A9}" dt="2022-05-09T03:47:18.044" v="557" actId="22"/>
          <ac:picMkLst>
            <pc:docMk/>
            <pc:sldMk cId="1166018756" sldId="337"/>
            <ac:picMk id="5" creationId="{D926FF2F-A71D-B249-6E46-24E70ABC2E28}"/>
          </ac:picMkLst>
        </pc:picChg>
      </pc:sldChg>
      <pc:sldChg chg="modSp add mod modNotesTx">
        <pc:chgData name="徐志嘉" userId="4f4e22b3-2ff2-4e81-a7cc-1ce68c8c1bc8" providerId="ADAL" clId="{B087AF2D-770D-4C9E-B5CC-B4C2E09FC4A9}" dt="2022-05-09T03:42:33.021" v="556" actId="20577"/>
        <pc:sldMkLst>
          <pc:docMk/>
          <pc:sldMk cId="1997068492" sldId="338"/>
        </pc:sldMkLst>
        <pc:spChg chg="mod">
          <ac:chgData name="徐志嘉" userId="4f4e22b3-2ff2-4e81-a7cc-1ce68c8c1bc8" providerId="ADAL" clId="{B087AF2D-770D-4C9E-B5CC-B4C2E09FC4A9}" dt="2022-05-09T03:42:33.021" v="556" actId="20577"/>
          <ac:spMkLst>
            <pc:docMk/>
            <pc:sldMk cId="1997068492" sldId="338"/>
            <ac:spMk id="2" creationId="{9C2E6B90-26DE-4250-B6BB-36E4D2B0218F}"/>
          </ac:spMkLst>
        </pc:spChg>
      </pc:sldChg>
      <pc:sldChg chg="addSp delSp modSp new mod">
        <pc:chgData name="徐志嘉" userId="4f4e22b3-2ff2-4e81-a7cc-1ce68c8c1bc8" providerId="ADAL" clId="{B087AF2D-770D-4C9E-B5CC-B4C2E09FC4A9}" dt="2022-05-09T03:52:13.157" v="676"/>
        <pc:sldMkLst>
          <pc:docMk/>
          <pc:sldMk cId="4097390945" sldId="339"/>
        </pc:sldMkLst>
        <pc:spChg chg="mod">
          <ac:chgData name="徐志嘉" userId="4f4e22b3-2ff2-4e81-a7cc-1ce68c8c1bc8" providerId="ADAL" clId="{B087AF2D-770D-4C9E-B5CC-B4C2E09FC4A9}" dt="2022-05-09T03:52:13.157" v="676"/>
          <ac:spMkLst>
            <pc:docMk/>
            <pc:sldMk cId="4097390945" sldId="339"/>
            <ac:spMk id="2" creationId="{FD702AD9-33CD-E677-978F-B1BACA5AB70A}"/>
          </ac:spMkLst>
        </pc:spChg>
        <pc:spChg chg="del">
          <ac:chgData name="徐志嘉" userId="4f4e22b3-2ff2-4e81-a7cc-1ce68c8c1bc8" providerId="ADAL" clId="{B087AF2D-770D-4C9E-B5CC-B4C2E09FC4A9}" dt="2022-05-09T03:52:07.217" v="673" actId="22"/>
          <ac:spMkLst>
            <pc:docMk/>
            <pc:sldMk cId="4097390945" sldId="339"/>
            <ac:spMk id="3" creationId="{2B2B7959-CA4B-B863-89EE-E943A2A2D9E2}"/>
          </ac:spMkLst>
        </pc:spChg>
        <pc:picChg chg="add mod ord">
          <ac:chgData name="徐志嘉" userId="4f4e22b3-2ff2-4e81-a7cc-1ce68c8c1bc8" providerId="ADAL" clId="{B087AF2D-770D-4C9E-B5CC-B4C2E09FC4A9}" dt="2022-05-09T03:52:07.217" v="673" actId="22"/>
          <ac:picMkLst>
            <pc:docMk/>
            <pc:sldMk cId="4097390945" sldId="339"/>
            <ac:picMk id="5" creationId="{D066FB29-FCC3-ED39-4AF1-C10F044C7EAB}"/>
          </ac:picMkLst>
        </pc:picChg>
      </pc:sldChg>
      <pc:sldChg chg="addSp delSp modSp new mod">
        <pc:chgData name="徐志嘉" userId="4f4e22b3-2ff2-4e81-a7cc-1ce68c8c1bc8" providerId="ADAL" clId="{B087AF2D-770D-4C9E-B5CC-B4C2E09FC4A9}" dt="2022-05-09T03:58:29.399" v="729" actId="20577"/>
        <pc:sldMkLst>
          <pc:docMk/>
          <pc:sldMk cId="2158452604" sldId="340"/>
        </pc:sldMkLst>
        <pc:spChg chg="mod">
          <ac:chgData name="徐志嘉" userId="4f4e22b3-2ff2-4e81-a7cc-1ce68c8c1bc8" providerId="ADAL" clId="{B087AF2D-770D-4C9E-B5CC-B4C2E09FC4A9}" dt="2022-05-09T03:58:29.399" v="729" actId="20577"/>
          <ac:spMkLst>
            <pc:docMk/>
            <pc:sldMk cId="2158452604" sldId="340"/>
            <ac:spMk id="2" creationId="{EFD4319A-3569-A555-CFD1-2836F27D6F95}"/>
          </ac:spMkLst>
        </pc:spChg>
        <pc:spChg chg="del">
          <ac:chgData name="徐志嘉" userId="4f4e22b3-2ff2-4e81-a7cc-1ce68c8c1bc8" providerId="ADAL" clId="{B087AF2D-770D-4C9E-B5CC-B4C2E09FC4A9}" dt="2022-05-09T03:53:37.832" v="684" actId="22"/>
          <ac:spMkLst>
            <pc:docMk/>
            <pc:sldMk cId="2158452604" sldId="340"/>
            <ac:spMk id="3" creationId="{53DF8CD6-8995-03B9-8CDF-2D01C3D8F411}"/>
          </ac:spMkLst>
        </pc:spChg>
        <pc:spChg chg="add mod">
          <ac:chgData name="徐志嘉" userId="4f4e22b3-2ff2-4e81-a7cc-1ce68c8c1bc8" providerId="ADAL" clId="{B087AF2D-770D-4C9E-B5CC-B4C2E09FC4A9}" dt="2022-05-09T03:54:05.398" v="691" actId="1076"/>
          <ac:spMkLst>
            <pc:docMk/>
            <pc:sldMk cId="2158452604" sldId="340"/>
            <ac:spMk id="6" creationId="{663A8B98-0975-C06C-7A4E-6D8C281FF9D4}"/>
          </ac:spMkLst>
        </pc:spChg>
        <pc:spChg chg="add del mod">
          <ac:chgData name="徐志嘉" userId="4f4e22b3-2ff2-4e81-a7cc-1ce68c8c1bc8" providerId="ADAL" clId="{B087AF2D-770D-4C9E-B5CC-B4C2E09FC4A9}" dt="2022-05-09T03:56:55.987" v="702" actId="478"/>
          <ac:spMkLst>
            <pc:docMk/>
            <pc:sldMk cId="2158452604" sldId="340"/>
            <ac:spMk id="7" creationId="{2FF5F248-3F32-D646-1455-272DB258A921}"/>
          </ac:spMkLst>
        </pc:spChg>
        <pc:picChg chg="add mod ord">
          <ac:chgData name="徐志嘉" userId="4f4e22b3-2ff2-4e81-a7cc-1ce68c8c1bc8" providerId="ADAL" clId="{B087AF2D-770D-4C9E-B5CC-B4C2E09FC4A9}" dt="2022-05-09T03:53:37.832" v="684" actId="22"/>
          <ac:picMkLst>
            <pc:docMk/>
            <pc:sldMk cId="2158452604" sldId="340"/>
            <ac:picMk id="5" creationId="{0E0426EF-2C29-757E-189A-BE3A0773E345}"/>
          </ac:picMkLst>
        </pc:picChg>
      </pc:sldChg>
      <pc:sldChg chg="addSp delSp modSp add mod">
        <pc:chgData name="徐志嘉" userId="4f4e22b3-2ff2-4e81-a7cc-1ce68c8c1bc8" providerId="ADAL" clId="{B087AF2D-770D-4C9E-B5CC-B4C2E09FC4A9}" dt="2022-05-09T04:00:04.497" v="732" actId="22"/>
        <pc:sldMkLst>
          <pc:docMk/>
          <pc:sldMk cId="505754326" sldId="341"/>
        </pc:sldMkLst>
        <pc:spChg chg="mod">
          <ac:chgData name="徐志嘉" userId="4f4e22b3-2ff2-4e81-a7cc-1ce68c8c1bc8" providerId="ADAL" clId="{B087AF2D-770D-4C9E-B5CC-B4C2E09FC4A9}" dt="2022-05-09T03:58:10.543" v="716" actId="20577"/>
          <ac:spMkLst>
            <pc:docMk/>
            <pc:sldMk cId="505754326" sldId="341"/>
            <ac:spMk id="2" creationId="{EFD4319A-3569-A555-CFD1-2836F27D6F95}"/>
          </ac:spMkLst>
        </pc:spChg>
        <pc:spChg chg="add del mod">
          <ac:chgData name="徐志嘉" userId="4f4e22b3-2ff2-4e81-a7cc-1ce68c8c1bc8" providerId="ADAL" clId="{B087AF2D-770D-4C9E-B5CC-B4C2E09FC4A9}" dt="2022-05-09T04:00:04.497" v="732" actId="22"/>
          <ac:spMkLst>
            <pc:docMk/>
            <pc:sldMk cId="505754326" sldId="341"/>
            <ac:spMk id="4" creationId="{3183AE24-2037-1B36-37A9-E334F9E3AEDA}"/>
          </ac:spMkLst>
        </pc:spChg>
        <pc:spChg chg="del">
          <ac:chgData name="徐志嘉" userId="4f4e22b3-2ff2-4e81-a7cc-1ce68c8c1bc8" providerId="ADAL" clId="{B087AF2D-770D-4C9E-B5CC-B4C2E09FC4A9}" dt="2022-05-09T03:57:13.184" v="707" actId="478"/>
          <ac:spMkLst>
            <pc:docMk/>
            <pc:sldMk cId="505754326" sldId="341"/>
            <ac:spMk id="6" creationId="{663A8B98-0975-C06C-7A4E-6D8C281FF9D4}"/>
          </ac:spMkLst>
        </pc:spChg>
        <pc:picChg chg="del">
          <ac:chgData name="徐志嘉" userId="4f4e22b3-2ff2-4e81-a7cc-1ce68c8c1bc8" providerId="ADAL" clId="{B087AF2D-770D-4C9E-B5CC-B4C2E09FC4A9}" dt="2022-05-09T03:57:09.859" v="706" actId="478"/>
          <ac:picMkLst>
            <pc:docMk/>
            <pc:sldMk cId="505754326" sldId="341"/>
            <ac:picMk id="5" creationId="{0E0426EF-2C29-757E-189A-BE3A0773E345}"/>
          </ac:picMkLst>
        </pc:picChg>
        <pc:picChg chg="add del mod ord">
          <ac:chgData name="徐志嘉" userId="4f4e22b3-2ff2-4e81-a7cc-1ce68c8c1bc8" providerId="ADAL" clId="{B087AF2D-770D-4C9E-B5CC-B4C2E09FC4A9}" dt="2022-05-09T03:59:52.353" v="731" actId="22"/>
          <ac:picMkLst>
            <pc:docMk/>
            <pc:sldMk cId="505754326" sldId="341"/>
            <ac:picMk id="8" creationId="{A2C9F968-9460-ECB2-BA53-D5FC512FAA70}"/>
          </ac:picMkLst>
        </pc:picChg>
        <pc:picChg chg="add mod ord">
          <ac:chgData name="徐志嘉" userId="4f4e22b3-2ff2-4e81-a7cc-1ce68c8c1bc8" providerId="ADAL" clId="{B087AF2D-770D-4C9E-B5CC-B4C2E09FC4A9}" dt="2022-05-09T04:00:04.497" v="732" actId="22"/>
          <ac:picMkLst>
            <pc:docMk/>
            <pc:sldMk cId="505754326" sldId="341"/>
            <ac:picMk id="10" creationId="{5788D0FF-1C54-4787-D5F0-567099C96EA8}"/>
          </ac:picMkLst>
        </pc:picChg>
      </pc:sldChg>
      <pc:sldChg chg="add del">
        <pc:chgData name="徐志嘉" userId="4f4e22b3-2ff2-4e81-a7cc-1ce68c8c1bc8" providerId="ADAL" clId="{B087AF2D-770D-4C9E-B5CC-B4C2E09FC4A9}" dt="2022-05-09T03:57:05.812" v="704"/>
        <pc:sldMkLst>
          <pc:docMk/>
          <pc:sldMk cId="1232037980" sldId="341"/>
        </pc:sldMkLst>
      </pc:sldChg>
      <pc:sldChg chg="addSp delSp modSp add mod">
        <pc:chgData name="徐志嘉" userId="4f4e22b3-2ff2-4e81-a7cc-1ce68c8c1bc8" providerId="ADAL" clId="{B087AF2D-770D-4C9E-B5CC-B4C2E09FC4A9}" dt="2022-05-09T04:00:27.697" v="735" actId="22"/>
        <pc:sldMkLst>
          <pc:docMk/>
          <pc:sldMk cId="2023830304" sldId="342"/>
        </pc:sldMkLst>
        <pc:spChg chg="add del mod">
          <ac:chgData name="徐志嘉" userId="4f4e22b3-2ff2-4e81-a7cc-1ce68c8c1bc8" providerId="ADAL" clId="{B087AF2D-770D-4C9E-B5CC-B4C2E09FC4A9}" dt="2022-05-09T04:00:27.697" v="735" actId="22"/>
          <ac:spMkLst>
            <pc:docMk/>
            <pc:sldMk cId="2023830304" sldId="342"/>
            <ac:spMk id="4" creationId="{E8E2BBA0-710E-2882-DBA8-F1ED89750478}"/>
          </ac:spMkLst>
        </pc:spChg>
        <pc:picChg chg="add mod ord">
          <ac:chgData name="徐志嘉" userId="4f4e22b3-2ff2-4e81-a7cc-1ce68c8c1bc8" providerId="ADAL" clId="{B087AF2D-770D-4C9E-B5CC-B4C2E09FC4A9}" dt="2022-05-09T04:00:27.697" v="735" actId="22"/>
          <ac:picMkLst>
            <pc:docMk/>
            <pc:sldMk cId="2023830304" sldId="342"/>
            <ac:picMk id="6" creationId="{9F061E24-3530-5C25-28F2-159D6E74A458}"/>
          </ac:picMkLst>
        </pc:picChg>
        <pc:picChg chg="del">
          <ac:chgData name="徐志嘉" userId="4f4e22b3-2ff2-4e81-a7cc-1ce68c8c1bc8" providerId="ADAL" clId="{B087AF2D-770D-4C9E-B5CC-B4C2E09FC4A9}" dt="2022-05-09T04:00:26.449" v="734" actId="478"/>
          <ac:picMkLst>
            <pc:docMk/>
            <pc:sldMk cId="2023830304" sldId="342"/>
            <ac:picMk id="10" creationId="{5788D0FF-1C54-4787-D5F0-567099C96EA8}"/>
          </ac:picMkLst>
        </pc:picChg>
      </pc:sldChg>
    </pc:docChg>
  </pc:docChgLst>
  <pc:docChgLst>
    <pc:chgData name="徐志嘉" userId="4f4e22b3-2ff2-4e81-a7cc-1ce68c8c1bc8" providerId="ADAL" clId="{C100D4DB-FF90-4407-8AE6-38F7EF189F30}"/>
    <pc:docChg chg="undo redo custSel addSld delSld modSld sldOrd">
      <pc:chgData name="徐志嘉" userId="4f4e22b3-2ff2-4e81-a7cc-1ce68c8c1bc8" providerId="ADAL" clId="{C100D4DB-FF90-4407-8AE6-38F7EF189F30}" dt="2022-11-06T12:34:38.338" v="1642" actId="1076"/>
      <pc:docMkLst>
        <pc:docMk/>
      </pc:docMkLst>
      <pc:sldChg chg="modSp mod">
        <pc:chgData name="徐志嘉" userId="4f4e22b3-2ff2-4e81-a7cc-1ce68c8c1bc8" providerId="ADAL" clId="{C100D4DB-FF90-4407-8AE6-38F7EF189F30}" dt="2022-11-06T08:38:36.947" v="7" actId="20577"/>
        <pc:sldMkLst>
          <pc:docMk/>
          <pc:sldMk cId="2698383243" sldId="331"/>
        </pc:sldMkLst>
        <pc:spChg chg="mod">
          <ac:chgData name="徐志嘉" userId="4f4e22b3-2ff2-4e81-a7cc-1ce68c8c1bc8" providerId="ADAL" clId="{C100D4DB-FF90-4407-8AE6-38F7EF189F30}" dt="2022-11-06T08:38:36.947" v="7" actId="20577"/>
          <ac:spMkLst>
            <pc:docMk/>
            <pc:sldMk cId="2698383243" sldId="331"/>
            <ac:spMk id="4" creationId="{00000000-0000-0000-0000-000000000000}"/>
          </ac:spMkLst>
        </pc:spChg>
        <pc:spChg chg="mod">
          <ac:chgData name="徐志嘉" userId="4f4e22b3-2ff2-4e81-a7cc-1ce68c8c1bc8" providerId="ADAL" clId="{C100D4DB-FF90-4407-8AE6-38F7EF189F30}" dt="2022-11-06T08:16:29.816" v="1"/>
          <ac:spMkLst>
            <pc:docMk/>
            <pc:sldMk cId="2698383243" sldId="331"/>
            <ac:spMk id="5" creationId="{00000000-0000-0000-0000-000000000000}"/>
          </ac:spMkLst>
        </pc:spChg>
      </pc:sldChg>
      <pc:sldChg chg="del">
        <pc:chgData name="徐志嘉" userId="4f4e22b3-2ff2-4e81-a7cc-1ce68c8c1bc8" providerId="ADAL" clId="{C100D4DB-FF90-4407-8AE6-38F7EF189F30}" dt="2022-11-06T10:29:00.382" v="32" actId="47"/>
        <pc:sldMkLst>
          <pc:docMk/>
          <pc:sldMk cId="4178111755" sldId="340"/>
        </pc:sldMkLst>
      </pc:sldChg>
      <pc:sldChg chg="addSp delSp modSp del mod">
        <pc:chgData name="徐志嘉" userId="4f4e22b3-2ff2-4e81-a7cc-1ce68c8c1bc8" providerId="ADAL" clId="{C100D4DB-FF90-4407-8AE6-38F7EF189F30}" dt="2022-11-06T11:54:03.135" v="1168" actId="2696"/>
        <pc:sldMkLst>
          <pc:docMk/>
          <pc:sldMk cId="2251434128" sldId="341"/>
        </pc:sldMkLst>
        <pc:spChg chg="mod">
          <ac:chgData name="徐志嘉" userId="4f4e22b3-2ff2-4e81-a7cc-1ce68c8c1bc8" providerId="ADAL" clId="{C100D4DB-FF90-4407-8AE6-38F7EF189F30}" dt="2022-11-06T10:26:55.004" v="28" actId="20577"/>
          <ac:spMkLst>
            <pc:docMk/>
            <pc:sldMk cId="2251434128" sldId="341"/>
            <ac:spMk id="2" creationId="{6AF4ACBD-DDA6-8904-652F-CF870AF8BD5C}"/>
          </ac:spMkLst>
        </pc:spChg>
        <pc:spChg chg="add del mod">
          <ac:chgData name="徐志嘉" userId="4f4e22b3-2ff2-4e81-a7cc-1ce68c8c1bc8" providerId="ADAL" clId="{C100D4DB-FF90-4407-8AE6-38F7EF189F30}" dt="2022-11-06T10:28:12.372" v="30" actId="22"/>
          <ac:spMkLst>
            <pc:docMk/>
            <pc:sldMk cId="2251434128" sldId="341"/>
            <ac:spMk id="4" creationId="{91CDE9FD-C9BC-747F-4780-5B12B0B30090}"/>
          </ac:spMkLst>
        </pc:spChg>
        <pc:picChg chg="del">
          <ac:chgData name="徐志嘉" userId="4f4e22b3-2ff2-4e81-a7cc-1ce68c8c1bc8" providerId="ADAL" clId="{C100D4DB-FF90-4407-8AE6-38F7EF189F30}" dt="2022-11-06T10:26:58.232" v="29" actId="478"/>
          <ac:picMkLst>
            <pc:docMk/>
            <pc:sldMk cId="2251434128" sldId="341"/>
            <ac:picMk id="6" creationId="{F46C4AEF-6C5A-DD73-AA3B-CE208DB99F88}"/>
          </ac:picMkLst>
        </pc:picChg>
        <pc:picChg chg="add mod ord">
          <ac:chgData name="徐志嘉" userId="4f4e22b3-2ff2-4e81-a7cc-1ce68c8c1bc8" providerId="ADAL" clId="{C100D4DB-FF90-4407-8AE6-38F7EF189F30}" dt="2022-11-06T10:28:12.372" v="30" actId="22"/>
          <ac:picMkLst>
            <pc:docMk/>
            <pc:sldMk cId="2251434128" sldId="341"/>
            <ac:picMk id="7" creationId="{899E65B8-60B3-E91E-3141-437722DD9CDB}"/>
          </ac:picMkLst>
        </pc:picChg>
      </pc:sldChg>
      <pc:sldChg chg="add">
        <pc:chgData name="徐志嘉" userId="4f4e22b3-2ff2-4e81-a7cc-1ce68c8c1bc8" providerId="ADAL" clId="{C100D4DB-FF90-4407-8AE6-38F7EF189F30}" dt="2022-11-06T11:54:04.884" v="1169"/>
        <pc:sldMkLst>
          <pc:docMk/>
          <pc:sldMk cId="2522367808" sldId="341"/>
        </pc:sldMkLst>
      </pc:sldChg>
      <pc:sldChg chg="addSp delSp modSp new mod modNotesTx">
        <pc:chgData name="徐志嘉" userId="4f4e22b3-2ff2-4e81-a7cc-1ce68c8c1bc8" providerId="ADAL" clId="{C100D4DB-FF90-4407-8AE6-38F7EF189F30}" dt="2022-11-06T11:04:14.107" v="422" actId="20577"/>
        <pc:sldMkLst>
          <pc:docMk/>
          <pc:sldMk cId="1991300374" sldId="342"/>
        </pc:sldMkLst>
        <pc:spChg chg="mod">
          <ac:chgData name="徐志嘉" userId="4f4e22b3-2ff2-4e81-a7cc-1ce68c8c1bc8" providerId="ADAL" clId="{C100D4DB-FF90-4407-8AE6-38F7EF189F30}" dt="2022-11-06T10:58:36.950" v="270" actId="20577"/>
          <ac:spMkLst>
            <pc:docMk/>
            <pc:sldMk cId="1991300374" sldId="342"/>
            <ac:spMk id="2" creationId="{1573C581-C2D8-8920-A20E-836D987E8E8F}"/>
          </ac:spMkLst>
        </pc:spChg>
        <pc:spChg chg="del">
          <ac:chgData name="徐志嘉" userId="4f4e22b3-2ff2-4e81-a7cc-1ce68c8c1bc8" providerId="ADAL" clId="{C100D4DB-FF90-4407-8AE6-38F7EF189F30}" dt="2022-11-06T10:42:13.019" v="54" actId="478"/>
          <ac:spMkLst>
            <pc:docMk/>
            <pc:sldMk cId="1991300374" sldId="342"/>
            <ac:spMk id="3" creationId="{90F57B48-D067-42F3-13C4-4EC1CAA56037}"/>
          </ac:spMkLst>
        </pc:spChg>
        <pc:spChg chg="add mod">
          <ac:chgData name="徐志嘉" userId="4f4e22b3-2ff2-4e81-a7cc-1ce68c8c1bc8" providerId="ADAL" clId="{C100D4DB-FF90-4407-8AE6-38F7EF189F30}" dt="2022-11-06T10:46:20.525" v="102" actId="1076"/>
          <ac:spMkLst>
            <pc:docMk/>
            <pc:sldMk cId="1991300374" sldId="342"/>
            <ac:spMk id="10" creationId="{6CAB4FBE-0A15-0728-784F-35E2D0196EFE}"/>
          </ac:spMkLst>
        </pc:spChg>
        <pc:spChg chg="add mod">
          <ac:chgData name="徐志嘉" userId="4f4e22b3-2ff2-4e81-a7cc-1ce68c8c1bc8" providerId="ADAL" clId="{C100D4DB-FF90-4407-8AE6-38F7EF189F30}" dt="2022-11-06T10:46:42.708" v="112" actId="20577"/>
          <ac:spMkLst>
            <pc:docMk/>
            <pc:sldMk cId="1991300374" sldId="342"/>
            <ac:spMk id="11" creationId="{F95C6A11-0606-1B22-2691-FCCA7296EF19}"/>
          </ac:spMkLst>
        </pc:spChg>
        <pc:spChg chg="add mod">
          <ac:chgData name="徐志嘉" userId="4f4e22b3-2ff2-4e81-a7cc-1ce68c8c1bc8" providerId="ADAL" clId="{C100D4DB-FF90-4407-8AE6-38F7EF189F30}" dt="2022-11-06T10:46:46.718" v="116" actId="20577"/>
          <ac:spMkLst>
            <pc:docMk/>
            <pc:sldMk cId="1991300374" sldId="342"/>
            <ac:spMk id="12" creationId="{4B754490-7EBC-D206-365F-EDBA80F38549}"/>
          </ac:spMkLst>
        </pc:spChg>
        <pc:spChg chg="add mod">
          <ac:chgData name="徐志嘉" userId="4f4e22b3-2ff2-4e81-a7cc-1ce68c8c1bc8" providerId="ADAL" clId="{C100D4DB-FF90-4407-8AE6-38F7EF189F30}" dt="2022-11-06T10:47:30.443" v="120" actId="13822"/>
          <ac:spMkLst>
            <pc:docMk/>
            <pc:sldMk cId="1991300374" sldId="342"/>
            <ac:spMk id="13" creationId="{28D1AE0A-923C-80A0-7E79-52FBD4D94DC5}"/>
          </ac:spMkLst>
        </pc:spChg>
        <pc:spChg chg="add mod">
          <ac:chgData name="徐志嘉" userId="4f4e22b3-2ff2-4e81-a7cc-1ce68c8c1bc8" providerId="ADAL" clId="{C100D4DB-FF90-4407-8AE6-38F7EF189F30}" dt="2022-11-06T10:47:35.223" v="121" actId="571"/>
          <ac:spMkLst>
            <pc:docMk/>
            <pc:sldMk cId="1991300374" sldId="342"/>
            <ac:spMk id="14" creationId="{57488F02-95F5-F8B2-35D2-269D77424885}"/>
          </ac:spMkLst>
        </pc:spChg>
        <pc:picChg chg="add mod">
          <ac:chgData name="徐志嘉" userId="4f4e22b3-2ff2-4e81-a7cc-1ce68c8c1bc8" providerId="ADAL" clId="{C100D4DB-FF90-4407-8AE6-38F7EF189F30}" dt="2022-11-06T10:44:58.865" v="79" actId="1076"/>
          <ac:picMkLst>
            <pc:docMk/>
            <pc:sldMk cId="1991300374" sldId="342"/>
            <ac:picMk id="4" creationId="{2C7B6F5A-5F6A-2557-2F9F-873FDF209990}"/>
          </ac:picMkLst>
        </pc:picChg>
        <pc:picChg chg="add mod modCrop">
          <ac:chgData name="徐志嘉" userId="4f4e22b3-2ff2-4e81-a7cc-1ce68c8c1bc8" providerId="ADAL" clId="{C100D4DB-FF90-4407-8AE6-38F7EF189F30}" dt="2022-11-06T10:45:59.258" v="96" actId="1076"/>
          <ac:picMkLst>
            <pc:docMk/>
            <pc:sldMk cId="1991300374" sldId="342"/>
            <ac:picMk id="6" creationId="{3D90CC90-888B-34BC-82B6-3E96F68AD0B0}"/>
          </ac:picMkLst>
        </pc:picChg>
        <pc:picChg chg="add mod">
          <ac:chgData name="徐志嘉" userId="4f4e22b3-2ff2-4e81-a7cc-1ce68c8c1bc8" providerId="ADAL" clId="{C100D4DB-FF90-4407-8AE6-38F7EF189F30}" dt="2022-11-06T10:45:37.182" v="91" actId="1076"/>
          <ac:picMkLst>
            <pc:docMk/>
            <pc:sldMk cId="1991300374" sldId="342"/>
            <ac:picMk id="8" creationId="{F66A65F1-6A7D-6FB8-927F-27BC81497755}"/>
          </ac:picMkLst>
        </pc:picChg>
      </pc:sldChg>
      <pc:sldChg chg="addSp delSp modSp add mod">
        <pc:chgData name="徐志嘉" userId="4f4e22b3-2ff2-4e81-a7cc-1ce68c8c1bc8" providerId="ADAL" clId="{C100D4DB-FF90-4407-8AE6-38F7EF189F30}" dt="2022-11-06T11:53:22.956" v="1167" actId="20577"/>
        <pc:sldMkLst>
          <pc:docMk/>
          <pc:sldMk cId="658256675" sldId="343"/>
        </pc:sldMkLst>
        <pc:spChg chg="mod">
          <ac:chgData name="徐志嘉" userId="4f4e22b3-2ff2-4e81-a7cc-1ce68c8c1bc8" providerId="ADAL" clId="{C100D4DB-FF90-4407-8AE6-38F7EF189F30}" dt="2022-11-06T10:58:41.899" v="279" actId="20577"/>
          <ac:spMkLst>
            <pc:docMk/>
            <pc:sldMk cId="658256675" sldId="343"/>
            <ac:spMk id="2" creationId="{1573C581-C2D8-8920-A20E-836D987E8E8F}"/>
          </ac:spMkLst>
        </pc:spChg>
        <pc:spChg chg="mod">
          <ac:chgData name="徐志嘉" userId="4f4e22b3-2ff2-4e81-a7cc-1ce68c8c1bc8" providerId="ADAL" clId="{C100D4DB-FF90-4407-8AE6-38F7EF189F30}" dt="2022-11-06T10:52:24.565" v="162" actId="6549"/>
          <ac:spMkLst>
            <pc:docMk/>
            <pc:sldMk cId="658256675" sldId="343"/>
            <ac:spMk id="10" creationId="{6CAB4FBE-0A15-0728-784F-35E2D0196EFE}"/>
          </ac:spMkLst>
        </pc:spChg>
        <pc:spChg chg="mod ord">
          <ac:chgData name="徐志嘉" userId="4f4e22b3-2ff2-4e81-a7cc-1ce68c8c1bc8" providerId="ADAL" clId="{C100D4DB-FF90-4407-8AE6-38F7EF189F30}" dt="2022-11-06T11:00:25.706" v="304"/>
          <ac:spMkLst>
            <pc:docMk/>
            <pc:sldMk cId="658256675" sldId="343"/>
            <ac:spMk id="11" creationId="{F95C6A11-0606-1B22-2691-FCCA7296EF19}"/>
          </ac:spMkLst>
        </pc:spChg>
        <pc:spChg chg="mod">
          <ac:chgData name="徐志嘉" userId="4f4e22b3-2ff2-4e81-a7cc-1ce68c8c1bc8" providerId="ADAL" clId="{C100D4DB-FF90-4407-8AE6-38F7EF189F30}" dt="2022-11-06T10:52:42.003" v="170" actId="20577"/>
          <ac:spMkLst>
            <pc:docMk/>
            <pc:sldMk cId="658256675" sldId="343"/>
            <ac:spMk id="12" creationId="{4B754490-7EBC-D206-365F-EDBA80F38549}"/>
          </ac:spMkLst>
        </pc:spChg>
        <pc:spChg chg="mod">
          <ac:chgData name="徐志嘉" userId="4f4e22b3-2ff2-4e81-a7cc-1ce68c8c1bc8" providerId="ADAL" clId="{C100D4DB-FF90-4407-8AE6-38F7EF189F30}" dt="2022-11-06T10:52:04.755" v="160" actId="1076"/>
          <ac:spMkLst>
            <pc:docMk/>
            <pc:sldMk cId="658256675" sldId="343"/>
            <ac:spMk id="13" creationId="{28D1AE0A-923C-80A0-7E79-52FBD4D94DC5}"/>
          </ac:spMkLst>
        </pc:spChg>
        <pc:spChg chg="del mod">
          <ac:chgData name="徐志嘉" userId="4f4e22b3-2ff2-4e81-a7cc-1ce68c8c1bc8" providerId="ADAL" clId="{C100D4DB-FF90-4407-8AE6-38F7EF189F30}" dt="2022-11-06T10:55:36.796" v="199" actId="478"/>
          <ac:spMkLst>
            <pc:docMk/>
            <pc:sldMk cId="658256675" sldId="343"/>
            <ac:spMk id="14" creationId="{57488F02-95F5-F8B2-35D2-269D77424885}"/>
          </ac:spMkLst>
        </pc:spChg>
        <pc:spChg chg="add mod">
          <ac:chgData name="徐志嘉" userId="4f4e22b3-2ff2-4e81-a7cc-1ce68c8c1bc8" providerId="ADAL" clId="{C100D4DB-FF90-4407-8AE6-38F7EF189F30}" dt="2022-11-06T10:52:01.641" v="159" actId="571"/>
          <ac:spMkLst>
            <pc:docMk/>
            <pc:sldMk cId="658256675" sldId="343"/>
            <ac:spMk id="17" creationId="{70C46372-5697-5032-2072-A85860BB0563}"/>
          </ac:spMkLst>
        </pc:spChg>
        <pc:spChg chg="add del mod">
          <ac:chgData name="徐志嘉" userId="4f4e22b3-2ff2-4e81-a7cc-1ce68c8c1bc8" providerId="ADAL" clId="{C100D4DB-FF90-4407-8AE6-38F7EF189F30}" dt="2022-11-06T10:57:14.896" v="226"/>
          <ac:spMkLst>
            <pc:docMk/>
            <pc:sldMk cId="658256675" sldId="343"/>
            <ac:spMk id="24" creationId="{B661A438-8430-5EEE-C780-994ABECDE388}"/>
          </ac:spMkLst>
        </pc:spChg>
        <pc:spChg chg="add mod">
          <ac:chgData name="徐志嘉" userId="4f4e22b3-2ff2-4e81-a7cc-1ce68c8c1bc8" providerId="ADAL" clId="{C100D4DB-FF90-4407-8AE6-38F7EF189F30}" dt="2022-11-06T11:03:03.676" v="398" actId="20577"/>
          <ac:spMkLst>
            <pc:docMk/>
            <pc:sldMk cId="658256675" sldId="343"/>
            <ac:spMk id="25" creationId="{C150FD40-AF40-6CA6-064D-582E74E4F261}"/>
          </ac:spMkLst>
        </pc:spChg>
        <pc:spChg chg="add mod">
          <ac:chgData name="徐志嘉" userId="4f4e22b3-2ff2-4e81-a7cc-1ce68c8c1bc8" providerId="ADAL" clId="{C100D4DB-FF90-4407-8AE6-38F7EF189F30}" dt="2022-11-06T11:53:22.956" v="1167" actId="20577"/>
          <ac:spMkLst>
            <pc:docMk/>
            <pc:sldMk cId="658256675" sldId="343"/>
            <ac:spMk id="26" creationId="{11DBCA06-990D-BF19-DE95-D75CC46A6A1C}"/>
          </ac:spMkLst>
        </pc:spChg>
        <pc:picChg chg="del">
          <ac:chgData name="徐志嘉" userId="4f4e22b3-2ff2-4e81-a7cc-1ce68c8c1bc8" providerId="ADAL" clId="{C100D4DB-FF90-4407-8AE6-38F7EF189F30}" dt="2022-11-06T10:47:55.556" v="125" actId="478"/>
          <ac:picMkLst>
            <pc:docMk/>
            <pc:sldMk cId="658256675" sldId="343"/>
            <ac:picMk id="4" creationId="{2C7B6F5A-5F6A-2557-2F9F-873FDF209990}"/>
          </ac:picMkLst>
        </pc:picChg>
        <pc:picChg chg="add mod">
          <ac:chgData name="徐志嘉" userId="4f4e22b3-2ff2-4e81-a7cc-1ce68c8c1bc8" providerId="ADAL" clId="{C100D4DB-FF90-4407-8AE6-38F7EF189F30}" dt="2022-11-06T10:50:52.268" v="146" actId="1076"/>
          <ac:picMkLst>
            <pc:docMk/>
            <pc:sldMk cId="658256675" sldId="343"/>
            <ac:picMk id="5" creationId="{B0886484-B6D0-573A-38D7-1181A631D95F}"/>
          </ac:picMkLst>
        </pc:picChg>
        <pc:picChg chg="del">
          <ac:chgData name="徐志嘉" userId="4f4e22b3-2ff2-4e81-a7cc-1ce68c8c1bc8" providerId="ADAL" clId="{C100D4DB-FF90-4407-8AE6-38F7EF189F30}" dt="2022-11-06T10:47:54.389" v="123" actId="478"/>
          <ac:picMkLst>
            <pc:docMk/>
            <pc:sldMk cId="658256675" sldId="343"/>
            <ac:picMk id="6" creationId="{3D90CC90-888B-34BC-82B6-3E96F68AD0B0}"/>
          </ac:picMkLst>
        </pc:picChg>
        <pc:picChg chg="del">
          <ac:chgData name="徐志嘉" userId="4f4e22b3-2ff2-4e81-a7cc-1ce68c8c1bc8" providerId="ADAL" clId="{C100D4DB-FF90-4407-8AE6-38F7EF189F30}" dt="2022-11-06T10:47:55.091" v="124" actId="478"/>
          <ac:picMkLst>
            <pc:docMk/>
            <pc:sldMk cId="658256675" sldId="343"/>
            <ac:picMk id="8" creationId="{F66A65F1-6A7D-6FB8-927F-27BC81497755}"/>
          </ac:picMkLst>
        </pc:picChg>
        <pc:picChg chg="add mod">
          <ac:chgData name="徐志嘉" userId="4f4e22b3-2ff2-4e81-a7cc-1ce68c8c1bc8" providerId="ADAL" clId="{C100D4DB-FF90-4407-8AE6-38F7EF189F30}" dt="2022-11-06T10:50:37.937" v="143" actId="1076"/>
          <ac:picMkLst>
            <pc:docMk/>
            <pc:sldMk cId="658256675" sldId="343"/>
            <ac:picMk id="9" creationId="{81BD5D43-961A-AC56-001F-E55A118D4BD6}"/>
          </ac:picMkLst>
        </pc:picChg>
        <pc:picChg chg="add mod">
          <ac:chgData name="徐志嘉" userId="4f4e22b3-2ff2-4e81-a7cc-1ce68c8c1bc8" providerId="ADAL" clId="{C100D4DB-FF90-4407-8AE6-38F7EF189F30}" dt="2022-11-06T10:51:44.155" v="153" actId="1076"/>
          <ac:picMkLst>
            <pc:docMk/>
            <pc:sldMk cId="658256675" sldId="343"/>
            <ac:picMk id="16" creationId="{3A30EF31-03C3-D52E-CBEF-3AA5D54C6E6D}"/>
          </ac:picMkLst>
        </pc:picChg>
        <pc:picChg chg="add mod">
          <ac:chgData name="徐志嘉" userId="4f4e22b3-2ff2-4e81-a7cc-1ce68c8c1bc8" providerId="ADAL" clId="{C100D4DB-FF90-4407-8AE6-38F7EF189F30}" dt="2022-11-06T10:54:11.365" v="180" actId="14100"/>
          <ac:picMkLst>
            <pc:docMk/>
            <pc:sldMk cId="658256675" sldId="343"/>
            <ac:picMk id="19" creationId="{1489CFFA-B33A-9AFF-974A-2DB1194F0DE0}"/>
          </ac:picMkLst>
        </pc:picChg>
        <pc:picChg chg="add mod">
          <ac:chgData name="徐志嘉" userId="4f4e22b3-2ff2-4e81-a7cc-1ce68c8c1bc8" providerId="ADAL" clId="{C100D4DB-FF90-4407-8AE6-38F7EF189F30}" dt="2022-11-06T10:54:25.537" v="186" actId="1076"/>
          <ac:picMkLst>
            <pc:docMk/>
            <pc:sldMk cId="658256675" sldId="343"/>
            <ac:picMk id="21" creationId="{43798B3D-2BF1-921F-F6BC-F47C7BAB87C5}"/>
          </ac:picMkLst>
        </pc:picChg>
        <pc:picChg chg="add mod modCrop">
          <ac:chgData name="徐志嘉" userId="4f4e22b3-2ff2-4e81-a7cc-1ce68c8c1bc8" providerId="ADAL" clId="{C100D4DB-FF90-4407-8AE6-38F7EF189F30}" dt="2022-11-06T10:55:56.812" v="200" actId="1076"/>
          <ac:picMkLst>
            <pc:docMk/>
            <pc:sldMk cId="658256675" sldId="343"/>
            <ac:picMk id="23" creationId="{E66472D8-0637-5996-005A-5090EF0971B4}"/>
          </ac:picMkLst>
        </pc:picChg>
      </pc:sldChg>
      <pc:sldChg chg="del">
        <pc:chgData name="徐志嘉" userId="4f4e22b3-2ff2-4e81-a7cc-1ce68c8c1bc8" providerId="ADAL" clId="{C100D4DB-FF90-4407-8AE6-38F7EF189F30}" dt="2022-11-06T10:29:03.844" v="33" actId="47"/>
        <pc:sldMkLst>
          <pc:docMk/>
          <pc:sldMk cId="2010887635" sldId="343"/>
        </pc:sldMkLst>
      </pc:sldChg>
      <pc:sldChg chg="addSp delSp modSp new mod ord">
        <pc:chgData name="徐志嘉" userId="4f4e22b3-2ff2-4e81-a7cc-1ce68c8c1bc8" providerId="ADAL" clId="{C100D4DB-FF90-4407-8AE6-38F7EF189F30}" dt="2022-11-06T11:40:05.352" v="999" actId="20577"/>
        <pc:sldMkLst>
          <pc:docMk/>
          <pc:sldMk cId="1608457242" sldId="344"/>
        </pc:sldMkLst>
        <pc:spChg chg="mod">
          <ac:chgData name="徐志嘉" userId="4f4e22b3-2ff2-4e81-a7cc-1ce68c8c1bc8" providerId="ADAL" clId="{C100D4DB-FF90-4407-8AE6-38F7EF189F30}" dt="2022-11-06T11:23:20.123" v="831" actId="20577"/>
          <ac:spMkLst>
            <pc:docMk/>
            <pc:sldMk cId="1608457242" sldId="344"/>
            <ac:spMk id="2" creationId="{2C55EBCF-8663-BA71-F3E7-A8A3544A1722}"/>
          </ac:spMkLst>
        </pc:spChg>
        <pc:spChg chg="mod">
          <ac:chgData name="徐志嘉" userId="4f4e22b3-2ff2-4e81-a7cc-1ce68c8c1bc8" providerId="ADAL" clId="{C100D4DB-FF90-4407-8AE6-38F7EF189F30}" dt="2022-11-06T11:40:05.352" v="999" actId="20577"/>
          <ac:spMkLst>
            <pc:docMk/>
            <pc:sldMk cId="1608457242" sldId="344"/>
            <ac:spMk id="3" creationId="{6D14AEE0-E466-6088-5FED-A76E26564FEE}"/>
          </ac:spMkLst>
        </pc:spChg>
        <pc:picChg chg="add del mod">
          <ac:chgData name="徐志嘉" userId="4f4e22b3-2ff2-4e81-a7cc-1ce68c8c1bc8" providerId="ADAL" clId="{C100D4DB-FF90-4407-8AE6-38F7EF189F30}" dt="2022-11-06T11:30:49.451" v="960" actId="478"/>
          <ac:picMkLst>
            <pc:docMk/>
            <pc:sldMk cId="1608457242" sldId="344"/>
            <ac:picMk id="5" creationId="{F9E496AD-54D8-D2B9-9680-C09A30700655}"/>
          </ac:picMkLst>
        </pc:picChg>
        <pc:picChg chg="add mod">
          <ac:chgData name="徐志嘉" userId="4f4e22b3-2ff2-4e81-a7cc-1ce68c8c1bc8" providerId="ADAL" clId="{C100D4DB-FF90-4407-8AE6-38F7EF189F30}" dt="2022-11-06T11:30:55.579" v="962" actId="14100"/>
          <ac:picMkLst>
            <pc:docMk/>
            <pc:sldMk cId="1608457242" sldId="344"/>
            <ac:picMk id="7" creationId="{7F909623-101D-B4D4-FE5A-BCA9EAAF9DA5}"/>
          </ac:picMkLst>
        </pc:picChg>
        <pc:picChg chg="add del mod">
          <ac:chgData name="徐志嘉" userId="4f4e22b3-2ff2-4e81-a7cc-1ce68c8c1bc8" providerId="ADAL" clId="{C100D4DB-FF90-4407-8AE6-38F7EF189F30}" dt="2022-11-06T11:31:24.452" v="966" actId="478"/>
          <ac:picMkLst>
            <pc:docMk/>
            <pc:sldMk cId="1608457242" sldId="344"/>
            <ac:picMk id="8" creationId="{4AEC65C1-92E2-9C81-8C21-4E815B09D598}"/>
          </ac:picMkLst>
        </pc:picChg>
        <pc:picChg chg="add mod">
          <ac:chgData name="徐志嘉" userId="4f4e22b3-2ff2-4e81-a7cc-1ce68c8c1bc8" providerId="ADAL" clId="{C100D4DB-FF90-4407-8AE6-38F7EF189F30}" dt="2022-11-06T11:32:12.688" v="969" actId="1076"/>
          <ac:picMkLst>
            <pc:docMk/>
            <pc:sldMk cId="1608457242" sldId="344"/>
            <ac:picMk id="10" creationId="{C140E409-4EFB-79BA-C9BE-EA720884133D}"/>
          </ac:picMkLst>
        </pc:picChg>
      </pc:sldChg>
      <pc:sldChg chg="del">
        <pc:chgData name="徐志嘉" userId="4f4e22b3-2ff2-4e81-a7cc-1ce68c8c1bc8" providerId="ADAL" clId="{C100D4DB-FF90-4407-8AE6-38F7EF189F30}" dt="2022-11-06T10:29:03.844" v="33" actId="47"/>
        <pc:sldMkLst>
          <pc:docMk/>
          <pc:sldMk cId="1871561825" sldId="344"/>
        </pc:sldMkLst>
      </pc:sldChg>
      <pc:sldChg chg="addSp delSp modSp new mod">
        <pc:chgData name="徐志嘉" userId="4f4e22b3-2ff2-4e81-a7cc-1ce68c8c1bc8" providerId="ADAL" clId="{C100D4DB-FF90-4407-8AE6-38F7EF189F30}" dt="2022-11-06T11:23:12.936" v="825" actId="20577"/>
        <pc:sldMkLst>
          <pc:docMk/>
          <pc:sldMk cId="2518957370" sldId="345"/>
        </pc:sldMkLst>
        <pc:spChg chg="mod">
          <ac:chgData name="徐志嘉" userId="4f4e22b3-2ff2-4e81-a7cc-1ce68c8c1bc8" providerId="ADAL" clId="{C100D4DB-FF90-4407-8AE6-38F7EF189F30}" dt="2022-11-06T11:23:12.936" v="825" actId="20577"/>
          <ac:spMkLst>
            <pc:docMk/>
            <pc:sldMk cId="2518957370" sldId="345"/>
            <ac:spMk id="2" creationId="{F5256D9A-5E1A-FEFD-3BED-FB8ECD9ED9B6}"/>
          </ac:spMkLst>
        </pc:spChg>
        <pc:spChg chg="add del mod">
          <ac:chgData name="徐志嘉" userId="4f4e22b3-2ff2-4e81-a7cc-1ce68c8c1bc8" providerId="ADAL" clId="{C100D4DB-FF90-4407-8AE6-38F7EF189F30}" dt="2022-11-06T11:17:18.710" v="712" actId="20577"/>
          <ac:spMkLst>
            <pc:docMk/>
            <pc:sldMk cId="2518957370" sldId="345"/>
            <ac:spMk id="3" creationId="{BC30A0F8-7B6E-5C9A-6BF2-D32A18C6954D}"/>
          </ac:spMkLst>
        </pc:spChg>
        <pc:picChg chg="add del mod ord">
          <ac:chgData name="徐志嘉" userId="4f4e22b3-2ff2-4e81-a7cc-1ce68c8c1bc8" providerId="ADAL" clId="{C100D4DB-FF90-4407-8AE6-38F7EF189F30}" dt="2022-11-06T11:07:33.017" v="432" actId="22"/>
          <ac:picMkLst>
            <pc:docMk/>
            <pc:sldMk cId="2518957370" sldId="345"/>
            <ac:picMk id="5" creationId="{9AEE09CC-4988-368F-FD36-C7391ACF2C92}"/>
          </ac:picMkLst>
        </pc:picChg>
        <pc:picChg chg="add mod modCrop">
          <ac:chgData name="徐志嘉" userId="4f4e22b3-2ff2-4e81-a7cc-1ce68c8c1bc8" providerId="ADAL" clId="{C100D4DB-FF90-4407-8AE6-38F7EF189F30}" dt="2022-11-06T11:09:03.241" v="467" actId="1076"/>
          <ac:picMkLst>
            <pc:docMk/>
            <pc:sldMk cId="2518957370" sldId="345"/>
            <ac:picMk id="7" creationId="{41B125E1-99E0-9E19-F47B-701B14BDEBB2}"/>
          </ac:picMkLst>
        </pc:picChg>
        <pc:picChg chg="add mod">
          <ac:chgData name="徐志嘉" userId="4f4e22b3-2ff2-4e81-a7cc-1ce68c8c1bc8" providerId="ADAL" clId="{C100D4DB-FF90-4407-8AE6-38F7EF189F30}" dt="2022-11-06T11:11:42.015" v="593" actId="1076"/>
          <ac:picMkLst>
            <pc:docMk/>
            <pc:sldMk cId="2518957370" sldId="345"/>
            <ac:picMk id="9" creationId="{632AF247-C527-87F2-29B7-9A23FA6EF377}"/>
          </ac:picMkLst>
        </pc:picChg>
      </pc:sldChg>
      <pc:sldChg chg="addSp modSp new mod">
        <pc:chgData name="徐志嘉" userId="4f4e22b3-2ff2-4e81-a7cc-1ce68c8c1bc8" providerId="ADAL" clId="{C100D4DB-FF90-4407-8AE6-38F7EF189F30}" dt="2022-11-06T11:48:13.399" v="1117" actId="20577"/>
        <pc:sldMkLst>
          <pc:docMk/>
          <pc:sldMk cId="3139946631" sldId="346"/>
        </pc:sldMkLst>
        <pc:spChg chg="mod">
          <ac:chgData name="徐志嘉" userId="4f4e22b3-2ff2-4e81-a7cc-1ce68c8c1bc8" providerId="ADAL" clId="{C100D4DB-FF90-4407-8AE6-38F7EF189F30}" dt="2022-11-06T11:16:15.730" v="673" actId="6549"/>
          <ac:spMkLst>
            <pc:docMk/>
            <pc:sldMk cId="3139946631" sldId="346"/>
            <ac:spMk id="2" creationId="{6FD82FEB-5E98-554E-8BD1-0C715C0104EC}"/>
          </ac:spMkLst>
        </pc:spChg>
        <pc:spChg chg="mod">
          <ac:chgData name="徐志嘉" userId="4f4e22b3-2ff2-4e81-a7cc-1ce68c8c1bc8" providerId="ADAL" clId="{C100D4DB-FF90-4407-8AE6-38F7EF189F30}" dt="2022-11-06T11:48:13.399" v="1117" actId="20577"/>
          <ac:spMkLst>
            <pc:docMk/>
            <pc:sldMk cId="3139946631" sldId="346"/>
            <ac:spMk id="3" creationId="{3B8E1BFE-A5B7-7EBC-8E49-05CB3F116FD5}"/>
          </ac:spMkLst>
        </pc:spChg>
        <pc:picChg chg="add mod">
          <ac:chgData name="徐志嘉" userId="4f4e22b3-2ff2-4e81-a7cc-1ce68c8c1bc8" providerId="ADAL" clId="{C100D4DB-FF90-4407-8AE6-38F7EF189F30}" dt="2022-11-06T11:18:25.191" v="735" actId="14100"/>
          <ac:picMkLst>
            <pc:docMk/>
            <pc:sldMk cId="3139946631" sldId="346"/>
            <ac:picMk id="5" creationId="{498B76F6-645B-A193-2C87-513D68C3B975}"/>
          </ac:picMkLst>
        </pc:picChg>
        <pc:picChg chg="add mod modCrop">
          <ac:chgData name="徐志嘉" userId="4f4e22b3-2ff2-4e81-a7cc-1ce68c8c1bc8" providerId="ADAL" clId="{C100D4DB-FF90-4407-8AE6-38F7EF189F30}" dt="2022-11-06T11:45:49.731" v="1072" actId="732"/>
          <ac:picMkLst>
            <pc:docMk/>
            <pc:sldMk cId="3139946631" sldId="346"/>
            <ac:picMk id="7" creationId="{B1725F6C-6756-F4AD-1505-77D00A13610E}"/>
          </ac:picMkLst>
        </pc:picChg>
        <pc:picChg chg="add mod modCrop">
          <ac:chgData name="徐志嘉" userId="4f4e22b3-2ff2-4e81-a7cc-1ce68c8c1bc8" providerId="ADAL" clId="{C100D4DB-FF90-4407-8AE6-38F7EF189F30}" dt="2022-11-06T11:45:42.169" v="1071" actId="1076"/>
          <ac:picMkLst>
            <pc:docMk/>
            <pc:sldMk cId="3139946631" sldId="346"/>
            <ac:picMk id="8" creationId="{F6A10127-BB7C-B4E2-9795-ADF362ACAF24}"/>
          </ac:picMkLst>
        </pc:picChg>
      </pc:sldChg>
      <pc:sldChg chg="del">
        <pc:chgData name="徐志嘉" userId="4f4e22b3-2ff2-4e81-a7cc-1ce68c8c1bc8" providerId="ADAL" clId="{C100D4DB-FF90-4407-8AE6-38F7EF189F30}" dt="2022-11-06T10:28:59.289" v="31" actId="47"/>
        <pc:sldMkLst>
          <pc:docMk/>
          <pc:sldMk cId="112759927" sldId="347"/>
        </pc:sldMkLst>
      </pc:sldChg>
      <pc:sldChg chg="addSp delSp modSp add mod">
        <pc:chgData name="徐志嘉" userId="4f4e22b3-2ff2-4e81-a7cc-1ce68c8c1bc8" providerId="ADAL" clId="{C100D4DB-FF90-4407-8AE6-38F7EF189F30}" dt="2022-11-06T12:06:42.556" v="1357" actId="20577"/>
        <pc:sldMkLst>
          <pc:docMk/>
          <pc:sldMk cId="3044992655" sldId="347"/>
        </pc:sldMkLst>
        <pc:spChg chg="mod">
          <ac:chgData name="徐志嘉" userId="4f4e22b3-2ff2-4e81-a7cc-1ce68c8c1bc8" providerId="ADAL" clId="{C100D4DB-FF90-4407-8AE6-38F7EF189F30}" dt="2022-11-06T12:06:42.556" v="1357" actId="20577"/>
          <ac:spMkLst>
            <pc:docMk/>
            <pc:sldMk cId="3044992655" sldId="347"/>
            <ac:spMk id="2" creationId="{6FD82FEB-5E98-554E-8BD1-0C715C0104EC}"/>
          </ac:spMkLst>
        </pc:spChg>
        <pc:spChg chg="mod">
          <ac:chgData name="徐志嘉" userId="4f4e22b3-2ff2-4e81-a7cc-1ce68c8c1bc8" providerId="ADAL" clId="{C100D4DB-FF90-4407-8AE6-38F7EF189F30}" dt="2022-11-06T11:50:00.380" v="1156" actId="20577"/>
          <ac:spMkLst>
            <pc:docMk/>
            <pc:sldMk cId="3044992655" sldId="347"/>
            <ac:spMk id="3" creationId="{3B8E1BFE-A5B7-7EBC-8E49-05CB3F116FD5}"/>
          </ac:spMkLst>
        </pc:spChg>
        <pc:grpChg chg="add del mod">
          <ac:chgData name="徐志嘉" userId="4f4e22b3-2ff2-4e81-a7cc-1ce68c8c1bc8" providerId="ADAL" clId="{C100D4DB-FF90-4407-8AE6-38F7EF189F30}" dt="2022-11-06T11:42:33.160" v="1052" actId="21"/>
          <ac:grpSpMkLst>
            <pc:docMk/>
            <pc:sldMk cId="3044992655" sldId="347"/>
            <ac:grpSpMk id="10" creationId="{DBD5970B-8CC0-72D2-C980-6F3A28CA3354}"/>
          </ac:grpSpMkLst>
        </pc:grpChg>
        <pc:grpChg chg="add del mod">
          <ac:chgData name="徐志嘉" userId="4f4e22b3-2ff2-4e81-a7cc-1ce68c8c1bc8" providerId="ADAL" clId="{C100D4DB-FF90-4407-8AE6-38F7EF189F30}" dt="2022-11-06T11:50:13.871" v="1158" actId="165"/>
          <ac:grpSpMkLst>
            <pc:docMk/>
            <pc:sldMk cId="3044992655" sldId="347"/>
            <ac:grpSpMk id="11" creationId="{2813C600-457B-469D-85DC-C269C717EF70}"/>
          </ac:grpSpMkLst>
        </pc:grpChg>
        <pc:picChg chg="del">
          <ac:chgData name="徐志嘉" userId="4f4e22b3-2ff2-4e81-a7cc-1ce68c8c1bc8" providerId="ADAL" clId="{C100D4DB-FF90-4407-8AE6-38F7EF189F30}" dt="2022-11-06T11:40:18.644" v="1004" actId="478"/>
          <ac:picMkLst>
            <pc:docMk/>
            <pc:sldMk cId="3044992655" sldId="347"/>
            <ac:picMk id="5" creationId="{498B76F6-645B-A193-2C87-513D68C3B975}"/>
          </ac:picMkLst>
        </pc:picChg>
        <pc:picChg chg="add mod">
          <ac:chgData name="徐志嘉" userId="4f4e22b3-2ff2-4e81-a7cc-1ce68c8c1bc8" providerId="ADAL" clId="{C100D4DB-FF90-4407-8AE6-38F7EF189F30}" dt="2022-11-06T11:41:48.328" v="1025" actId="164"/>
          <ac:picMkLst>
            <pc:docMk/>
            <pc:sldMk cId="3044992655" sldId="347"/>
            <ac:picMk id="6" creationId="{CC8A0E2B-61B3-44FB-1E31-D229FC858733}"/>
          </ac:picMkLst>
        </pc:picChg>
        <pc:picChg chg="del">
          <ac:chgData name="徐志嘉" userId="4f4e22b3-2ff2-4e81-a7cc-1ce68c8c1bc8" providerId="ADAL" clId="{C100D4DB-FF90-4407-8AE6-38F7EF189F30}" dt="2022-11-06T11:40:19.379" v="1005" actId="478"/>
          <ac:picMkLst>
            <pc:docMk/>
            <pc:sldMk cId="3044992655" sldId="347"/>
            <ac:picMk id="7" creationId="{B1725F6C-6756-F4AD-1505-77D00A13610E}"/>
          </ac:picMkLst>
        </pc:picChg>
        <pc:picChg chg="add mod">
          <ac:chgData name="徐志嘉" userId="4f4e22b3-2ff2-4e81-a7cc-1ce68c8c1bc8" providerId="ADAL" clId="{C100D4DB-FF90-4407-8AE6-38F7EF189F30}" dt="2022-11-06T11:41:48.328" v="1025" actId="164"/>
          <ac:picMkLst>
            <pc:docMk/>
            <pc:sldMk cId="3044992655" sldId="347"/>
            <ac:picMk id="9" creationId="{F0A1DBB8-2C55-3115-4CB6-60350071B7FC}"/>
          </ac:picMkLst>
        </pc:picChg>
        <pc:picChg chg="mod topLvl">
          <ac:chgData name="徐志嘉" userId="4f4e22b3-2ff2-4e81-a7cc-1ce68c8c1bc8" providerId="ADAL" clId="{C100D4DB-FF90-4407-8AE6-38F7EF189F30}" dt="2022-11-06T11:50:15.847" v="1159" actId="1035"/>
          <ac:picMkLst>
            <pc:docMk/>
            <pc:sldMk cId="3044992655" sldId="347"/>
            <ac:picMk id="12" creationId="{2D1054A4-2593-69B5-28D3-3F59B5B60AD8}"/>
          </ac:picMkLst>
        </pc:picChg>
        <pc:picChg chg="mod topLvl">
          <ac:chgData name="徐志嘉" userId="4f4e22b3-2ff2-4e81-a7cc-1ce68c8c1bc8" providerId="ADAL" clId="{C100D4DB-FF90-4407-8AE6-38F7EF189F30}" dt="2022-11-06T11:50:13.871" v="1158" actId="165"/>
          <ac:picMkLst>
            <pc:docMk/>
            <pc:sldMk cId="3044992655" sldId="347"/>
            <ac:picMk id="13" creationId="{8E8A09CA-3AEC-9E2C-3328-129690630E59}"/>
          </ac:picMkLst>
        </pc:picChg>
        <pc:picChg chg="add mod modCrop">
          <ac:chgData name="徐志嘉" userId="4f4e22b3-2ff2-4e81-a7cc-1ce68c8c1bc8" providerId="ADAL" clId="{C100D4DB-FF90-4407-8AE6-38F7EF189F30}" dt="2022-11-06T11:47:53.404" v="1100" actId="1076"/>
          <ac:picMkLst>
            <pc:docMk/>
            <pc:sldMk cId="3044992655" sldId="347"/>
            <ac:picMk id="14" creationId="{C0ABCE4B-2ACE-1E64-B029-C60368F04F34}"/>
          </ac:picMkLst>
        </pc:picChg>
        <pc:picChg chg="add mod modCrop">
          <ac:chgData name="徐志嘉" userId="4f4e22b3-2ff2-4e81-a7cc-1ce68c8c1bc8" providerId="ADAL" clId="{C100D4DB-FF90-4407-8AE6-38F7EF189F30}" dt="2022-11-06T11:47:56.920" v="1101" actId="1076"/>
          <ac:picMkLst>
            <pc:docMk/>
            <pc:sldMk cId="3044992655" sldId="347"/>
            <ac:picMk id="15" creationId="{17F92F2C-89E7-54D5-44DC-E78A1D31B625}"/>
          </ac:picMkLst>
        </pc:picChg>
      </pc:sldChg>
      <pc:sldChg chg="del">
        <pc:chgData name="徐志嘉" userId="4f4e22b3-2ff2-4e81-a7cc-1ce68c8c1bc8" providerId="ADAL" clId="{C100D4DB-FF90-4407-8AE6-38F7EF189F30}" dt="2022-11-06T10:29:03.844" v="33" actId="47"/>
        <pc:sldMkLst>
          <pc:docMk/>
          <pc:sldMk cId="1963894107" sldId="348"/>
        </pc:sldMkLst>
      </pc:sldChg>
      <pc:sldChg chg="modSp new del mod">
        <pc:chgData name="徐志嘉" userId="4f4e22b3-2ff2-4e81-a7cc-1ce68c8c1bc8" providerId="ADAL" clId="{C100D4DB-FF90-4407-8AE6-38F7EF189F30}" dt="2022-11-06T12:00:13.077" v="1337" actId="47"/>
        <pc:sldMkLst>
          <pc:docMk/>
          <pc:sldMk cId="4217637885" sldId="348"/>
        </pc:sldMkLst>
        <pc:spChg chg="mod">
          <ac:chgData name="徐志嘉" userId="4f4e22b3-2ff2-4e81-a7cc-1ce68c8c1bc8" providerId="ADAL" clId="{C100D4DB-FF90-4407-8AE6-38F7EF189F30}" dt="2022-11-06T11:56:34.919" v="1213" actId="20577"/>
          <ac:spMkLst>
            <pc:docMk/>
            <pc:sldMk cId="4217637885" sldId="348"/>
            <ac:spMk id="2" creationId="{64A37106-F5C3-B2CF-5FEE-60BD86BB0BC9}"/>
          </ac:spMkLst>
        </pc:spChg>
      </pc:sldChg>
      <pc:sldChg chg="modSp new mod modNotesTx">
        <pc:chgData name="徐志嘉" userId="4f4e22b3-2ff2-4e81-a7cc-1ce68c8c1bc8" providerId="ADAL" clId="{C100D4DB-FF90-4407-8AE6-38F7EF189F30}" dt="2022-11-06T12:19:26.932" v="1499" actId="20577"/>
        <pc:sldMkLst>
          <pc:docMk/>
          <pc:sldMk cId="611161724" sldId="349"/>
        </pc:sldMkLst>
        <pc:spChg chg="mod">
          <ac:chgData name="徐志嘉" userId="4f4e22b3-2ff2-4e81-a7cc-1ce68c8c1bc8" providerId="ADAL" clId="{C100D4DB-FF90-4407-8AE6-38F7EF189F30}" dt="2022-11-06T11:56:43.519" v="1228" actId="20577"/>
          <ac:spMkLst>
            <pc:docMk/>
            <pc:sldMk cId="611161724" sldId="349"/>
            <ac:spMk id="2" creationId="{D79A17A5-D266-22BB-9D83-1B4BA46A3C8C}"/>
          </ac:spMkLst>
        </pc:spChg>
        <pc:spChg chg="mod">
          <ac:chgData name="徐志嘉" userId="4f4e22b3-2ff2-4e81-a7cc-1ce68c8c1bc8" providerId="ADAL" clId="{C100D4DB-FF90-4407-8AE6-38F7EF189F30}" dt="2022-11-06T12:19:26.932" v="1499" actId="20577"/>
          <ac:spMkLst>
            <pc:docMk/>
            <pc:sldMk cId="611161724" sldId="349"/>
            <ac:spMk id="3" creationId="{AD58E1E8-476A-DEAB-DA09-B5B5002D230F}"/>
          </ac:spMkLst>
        </pc:spChg>
      </pc:sldChg>
      <pc:sldChg chg="del">
        <pc:chgData name="徐志嘉" userId="4f4e22b3-2ff2-4e81-a7cc-1ce68c8c1bc8" providerId="ADAL" clId="{C100D4DB-FF90-4407-8AE6-38F7EF189F30}" dt="2022-11-06T10:29:03.844" v="33" actId="47"/>
        <pc:sldMkLst>
          <pc:docMk/>
          <pc:sldMk cId="906483944" sldId="350"/>
        </pc:sldMkLst>
      </pc:sldChg>
      <pc:sldChg chg="del">
        <pc:chgData name="徐志嘉" userId="4f4e22b3-2ff2-4e81-a7cc-1ce68c8c1bc8" providerId="ADAL" clId="{C100D4DB-FF90-4407-8AE6-38F7EF189F30}" dt="2022-11-06T10:29:03.844" v="33" actId="47"/>
        <pc:sldMkLst>
          <pc:docMk/>
          <pc:sldMk cId="3760913976" sldId="351"/>
        </pc:sldMkLst>
      </pc:sldChg>
      <pc:sldChg chg="del">
        <pc:chgData name="徐志嘉" userId="4f4e22b3-2ff2-4e81-a7cc-1ce68c8c1bc8" providerId="ADAL" clId="{C100D4DB-FF90-4407-8AE6-38F7EF189F30}" dt="2022-11-06T10:29:03.844" v="33" actId="47"/>
        <pc:sldMkLst>
          <pc:docMk/>
          <pc:sldMk cId="697477125" sldId="352"/>
        </pc:sldMkLst>
      </pc:sldChg>
      <pc:sldChg chg="del">
        <pc:chgData name="徐志嘉" userId="4f4e22b3-2ff2-4e81-a7cc-1ce68c8c1bc8" providerId="ADAL" clId="{C100D4DB-FF90-4407-8AE6-38F7EF189F30}" dt="2022-11-06T10:29:03.844" v="33" actId="47"/>
        <pc:sldMkLst>
          <pc:docMk/>
          <pc:sldMk cId="384938595" sldId="353"/>
        </pc:sldMkLst>
      </pc:sldChg>
      <pc:sldChg chg="del">
        <pc:chgData name="徐志嘉" userId="4f4e22b3-2ff2-4e81-a7cc-1ce68c8c1bc8" providerId="ADAL" clId="{C100D4DB-FF90-4407-8AE6-38F7EF189F30}" dt="2022-11-06T10:29:03.844" v="33" actId="47"/>
        <pc:sldMkLst>
          <pc:docMk/>
          <pc:sldMk cId="3922084562" sldId="354"/>
        </pc:sldMkLst>
      </pc:sldChg>
      <pc:sldChg chg="del">
        <pc:chgData name="徐志嘉" userId="4f4e22b3-2ff2-4e81-a7cc-1ce68c8c1bc8" providerId="ADAL" clId="{C100D4DB-FF90-4407-8AE6-38F7EF189F30}" dt="2022-11-06T10:29:03.844" v="33" actId="47"/>
        <pc:sldMkLst>
          <pc:docMk/>
          <pc:sldMk cId="1946392565" sldId="355"/>
        </pc:sldMkLst>
      </pc:sldChg>
      <pc:sldChg chg="modSp add mod">
        <pc:chgData name="徐志嘉" userId="4f4e22b3-2ff2-4e81-a7cc-1ce68c8c1bc8" providerId="ADAL" clId="{C100D4DB-FF90-4407-8AE6-38F7EF189F30}" dt="2022-11-06T11:59:57.921" v="1332"/>
        <pc:sldMkLst>
          <pc:docMk/>
          <pc:sldMk cId="2876330970" sldId="366"/>
        </pc:sldMkLst>
        <pc:spChg chg="mod">
          <ac:chgData name="徐志嘉" userId="4f4e22b3-2ff2-4e81-a7cc-1ce68c8c1bc8" providerId="ADAL" clId="{C100D4DB-FF90-4407-8AE6-38F7EF189F30}" dt="2022-11-06T11:59:57.921" v="1332"/>
          <ac:spMkLst>
            <pc:docMk/>
            <pc:sldMk cId="2876330970" sldId="366"/>
            <ac:spMk id="5" creationId="{7DCC6DEE-3B3F-333C-EB26-3C0362ABD1B5}"/>
          </ac:spMkLst>
        </pc:spChg>
      </pc:sldChg>
      <pc:sldChg chg="modSp add mod">
        <pc:chgData name="徐志嘉" userId="4f4e22b3-2ff2-4e81-a7cc-1ce68c8c1bc8" providerId="ADAL" clId="{C100D4DB-FF90-4407-8AE6-38F7EF189F30}" dt="2022-11-06T12:00:07.143" v="1336" actId="6549"/>
        <pc:sldMkLst>
          <pc:docMk/>
          <pc:sldMk cId="196412328" sldId="368"/>
        </pc:sldMkLst>
        <pc:spChg chg="mod">
          <ac:chgData name="徐志嘉" userId="4f4e22b3-2ff2-4e81-a7cc-1ce68c8c1bc8" providerId="ADAL" clId="{C100D4DB-FF90-4407-8AE6-38F7EF189F30}" dt="2022-11-06T12:00:07.143" v="1336" actId="6549"/>
          <ac:spMkLst>
            <pc:docMk/>
            <pc:sldMk cId="196412328" sldId="368"/>
            <ac:spMk id="2" creationId="{1FBEC7F1-4D6A-118C-961A-53A0B0215609}"/>
          </ac:spMkLst>
        </pc:spChg>
      </pc:sldChg>
      <pc:sldChg chg="addSp delSp modSp new mod modClrScheme chgLayout modNotesTx">
        <pc:chgData name="徐志嘉" userId="4f4e22b3-2ff2-4e81-a7cc-1ce68c8c1bc8" providerId="ADAL" clId="{C100D4DB-FF90-4407-8AE6-38F7EF189F30}" dt="2022-11-06T12:32:21.150" v="1635"/>
        <pc:sldMkLst>
          <pc:docMk/>
          <pc:sldMk cId="3912806631" sldId="369"/>
        </pc:sldMkLst>
        <pc:spChg chg="mod ord">
          <ac:chgData name="徐志嘉" userId="4f4e22b3-2ff2-4e81-a7cc-1ce68c8c1bc8" providerId="ADAL" clId="{C100D4DB-FF90-4407-8AE6-38F7EF189F30}" dt="2022-11-06T12:08:23.044" v="1373" actId="20577"/>
          <ac:spMkLst>
            <pc:docMk/>
            <pc:sldMk cId="3912806631" sldId="369"/>
            <ac:spMk id="2" creationId="{ED9C7812-6C25-C703-CEFE-754E34C855C8}"/>
          </ac:spMkLst>
        </pc:spChg>
        <pc:spChg chg="add del mod ord">
          <ac:chgData name="徐志嘉" userId="4f4e22b3-2ff2-4e81-a7cc-1ce68c8c1bc8" providerId="ADAL" clId="{C100D4DB-FF90-4407-8AE6-38F7EF189F30}" dt="2022-11-06T12:06:55.589" v="1364" actId="22"/>
          <ac:spMkLst>
            <pc:docMk/>
            <pc:sldMk cId="3912806631" sldId="369"/>
            <ac:spMk id="3" creationId="{0594097D-6468-B206-B972-8318281F1AC5}"/>
          </ac:spMkLst>
        </pc:spChg>
        <pc:picChg chg="add del mod">
          <ac:chgData name="徐志嘉" userId="4f4e22b3-2ff2-4e81-a7cc-1ce68c8c1bc8" providerId="ADAL" clId="{C100D4DB-FF90-4407-8AE6-38F7EF189F30}" dt="2022-11-06T12:06:54.941" v="1363" actId="22"/>
          <ac:picMkLst>
            <pc:docMk/>
            <pc:sldMk cId="3912806631" sldId="369"/>
            <ac:picMk id="5" creationId="{D311CB8F-3E5E-42D6-17D8-55955705B7CA}"/>
          </ac:picMkLst>
        </pc:picChg>
        <pc:picChg chg="add mod ord">
          <ac:chgData name="徐志嘉" userId="4f4e22b3-2ff2-4e81-a7cc-1ce68c8c1bc8" providerId="ADAL" clId="{C100D4DB-FF90-4407-8AE6-38F7EF189F30}" dt="2022-11-06T12:31:53.212" v="1634" actId="1036"/>
          <ac:picMkLst>
            <pc:docMk/>
            <pc:sldMk cId="3912806631" sldId="369"/>
            <ac:picMk id="7" creationId="{2C570ACD-8448-DD6A-D87A-1580254C1F3B}"/>
          </ac:picMkLst>
        </pc:picChg>
        <pc:picChg chg="add mod">
          <ac:chgData name="徐志嘉" userId="4f4e22b3-2ff2-4e81-a7cc-1ce68c8c1bc8" providerId="ADAL" clId="{C100D4DB-FF90-4407-8AE6-38F7EF189F30}" dt="2022-11-06T12:08:09.179" v="1367" actId="1076"/>
          <ac:picMkLst>
            <pc:docMk/>
            <pc:sldMk cId="3912806631" sldId="369"/>
            <ac:picMk id="9" creationId="{B3851086-FF24-2599-4B50-670AEBAAA5D9}"/>
          </ac:picMkLst>
        </pc:picChg>
      </pc:sldChg>
      <pc:sldChg chg="addSp delSp modSp new mod">
        <pc:chgData name="徐志嘉" userId="4f4e22b3-2ff2-4e81-a7cc-1ce68c8c1bc8" providerId="ADAL" clId="{C100D4DB-FF90-4407-8AE6-38F7EF189F30}" dt="2022-11-06T12:34:38.338" v="1642" actId="1076"/>
        <pc:sldMkLst>
          <pc:docMk/>
          <pc:sldMk cId="2014513362" sldId="370"/>
        </pc:sldMkLst>
        <pc:spChg chg="mod">
          <ac:chgData name="徐志嘉" userId="4f4e22b3-2ff2-4e81-a7cc-1ce68c8c1bc8" providerId="ADAL" clId="{C100D4DB-FF90-4407-8AE6-38F7EF189F30}" dt="2022-11-06T12:20:29.596" v="1507" actId="20577"/>
          <ac:spMkLst>
            <pc:docMk/>
            <pc:sldMk cId="2014513362" sldId="370"/>
            <ac:spMk id="2" creationId="{F93ADC8D-5AF8-FA6C-85ED-B7DDD402B0DE}"/>
          </ac:spMkLst>
        </pc:spChg>
        <pc:spChg chg="del">
          <ac:chgData name="徐志嘉" userId="4f4e22b3-2ff2-4e81-a7cc-1ce68c8c1bc8" providerId="ADAL" clId="{C100D4DB-FF90-4407-8AE6-38F7EF189F30}" dt="2022-11-06T12:20:31.051" v="1508" actId="22"/>
          <ac:spMkLst>
            <pc:docMk/>
            <pc:sldMk cId="2014513362" sldId="370"/>
            <ac:spMk id="3" creationId="{43D3E20F-3825-C6AB-8336-63A68A750ED3}"/>
          </ac:spMkLst>
        </pc:spChg>
        <pc:picChg chg="add mod ord">
          <ac:chgData name="徐志嘉" userId="4f4e22b3-2ff2-4e81-a7cc-1ce68c8c1bc8" providerId="ADAL" clId="{C100D4DB-FF90-4407-8AE6-38F7EF189F30}" dt="2022-11-06T12:34:32.243" v="1641" actId="1076"/>
          <ac:picMkLst>
            <pc:docMk/>
            <pc:sldMk cId="2014513362" sldId="370"/>
            <ac:picMk id="5" creationId="{73CC768E-3CDC-4940-017E-2C9A61CF029F}"/>
          </ac:picMkLst>
        </pc:picChg>
        <pc:picChg chg="add mod">
          <ac:chgData name="徐志嘉" userId="4f4e22b3-2ff2-4e81-a7cc-1ce68c8c1bc8" providerId="ADAL" clId="{C100D4DB-FF90-4407-8AE6-38F7EF189F30}" dt="2022-11-06T12:34:38.338" v="1642" actId="1076"/>
          <ac:picMkLst>
            <pc:docMk/>
            <pc:sldMk cId="2014513362" sldId="370"/>
            <ac:picMk id="7" creationId="{23616CA2-32CD-3AF2-0416-5972F2AA7C94}"/>
          </ac:picMkLst>
        </pc:picChg>
      </pc:sldChg>
      <pc:sldChg chg="new del">
        <pc:chgData name="徐志嘉" userId="4f4e22b3-2ff2-4e81-a7cc-1ce68c8c1bc8" providerId="ADAL" clId="{C100D4DB-FF90-4407-8AE6-38F7EF189F30}" dt="2022-11-06T12:20:36.601" v="1510" actId="680"/>
        <pc:sldMkLst>
          <pc:docMk/>
          <pc:sldMk cId="999456993" sldId="371"/>
        </pc:sldMkLst>
      </pc:sldChg>
      <pc:sldChg chg="addSp delSp modSp add mod">
        <pc:chgData name="徐志嘉" userId="4f4e22b3-2ff2-4e81-a7cc-1ce68c8c1bc8" providerId="ADAL" clId="{C100D4DB-FF90-4407-8AE6-38F7EF189F30}" dt="2022-11-06T12:26:29.055" v="1609" actId="1076"/>
        <pc:sldMkLst>
          <pc:docMk/>
          <pc:sldMk cId="3670368248" sldId="371"/>
        </pc:sldMkLst>
        <pc:spChg chg="add del mod">
          <ac:chgData name="徐志嘉" userId="4f4e22b3-2ff2-4e81-a7cc-1ce68c8c1bc8" providerId="ADAL" clId="{C100D4DB-FF90-4407-8AE6-38F7EF189F30}" dt="2022-11-06T12:24:35.691" v="1587" actId="478"/>
          <ac:spMkLst>
            <pc:docMk/>
            <pc:sldMk cId="3670368248" sldId="371"/>
            <ac:spMk id="4" creationId="{8D7A0094-41C6-12C7-31B6-61961EC34AE9}"/>
          </ac:spMkLst>
        </pc:spChg>
        <pc:picChg chg="del">
          <ac:chgData name="徐志嘉" userId="4f4e22b3-2ff2-4e81-a7cc-1ce68c8c1bc8" providerId="ADAL" clId="{C100D4DB-FF90-4407-8AE6-38F7EF189F30}" dt="2022-11-06T12:23:32.317" v="1585" actId="478"/>
          <ac:picMkLst>
            <pc:docMk/>
            <pc:sldMk cId="3670368248" sldId="371"/>
            <ac:picMk id="5" creationId="{73CC768E-3CDC-4940-017E-2C9A61CF029F}"/>
          </ac:picMkLst>
        </pc:picChg>
        <pc:picChg chg="add del mod">
          <ac:chgData name="徐志嘉" userId="4f4e22b3-2ff2-4e81-a7cc-1ce68c8c1bc8" providerId="ADAL" clId="{C100D4DB-FF90-4407-8AE6-38F7EF189F30}" dt="2022-11-06T12:25:26.755" v="1593" actId="478"/>
          <ac:picMkLst>
            <pc:docMk/>
            <pc:sldMk cId="3670368248" sldId="371"/>
            <ac:picMk id="7" creationId="{F3F88A10-0493-D1E2-9075-CF652434C6B3}"/>
          </ac:picMkLst>
        </pc:picChg>
        <pc:picChg chg="add del mod">
          <ac:chgData name="徐志嘉" userId="4f4e22b3-2ff2-4e81-a7cc-1ce68c8c1bc8" providerId="ADAL" clId="{C100D4DB-FF90-4407-8AE6-38F7EF189F30}" dt="2022-11-06T12:25:24.630" v="1592" actId="478"/>
          <ac:picMkLst>
            <pc:docMk/>
            <pc:sldMk cId="3670368248" sldId="371"/>
            <ac:picMk id="9" creationId="{9AA71AFF-A1EB-0A52-8DFF-7BC746226889}"/>
          </ac:picMkLst>
        </pc:picChg>
        <pc:picChg chg="add mod">
          <ac:chgData name="徐志嘉" userId="4f4e22b3-2ff2-4e81-a7cc-1ce68c8c1bc8" providerId="ADAL" clId="{C100D4DB-FF90-4407-8AE6-38F7EF189F30}" dt="2022-11-06T12:26:29.055" v="1609" actId="1076"/>
          <ac:picMkLst>
            <pc:docMk/>
            <pc:sldMk cId="3670368248" sldId="371"/>
            <ac:picMk id="11" creationId="{EE544F95-FA2F-C26A-9F4C-8ECA348DE3F4}"/>
          </ac:picMkLst>
        </pc:picChg>
        <pc:picChg chg="add mod">
          <ac:chgData name="徐志嘉" userId="4f4e22b3-2ff2-4e81-a7cc-1ce68c8c1bc8" providerId="ADAL" clId="{C100D4DB-FF90-4407-8AE6-38F7EF189F30}" dt="2022-11-06T12:26:27.245" v="1608" actId="1076"/>
          <ac:picMkLst>
            <pc:docMk/>
            <pc:sldMk cId="3670368248" sldId="371"/>
            <ac:picMk id="13" creationId="{C11AA460-924E-C2F5-6138-E6647F611549}"/>
          </ac:picMkLst>
        </pc:picChg>
      </pc:sldChg>
      <pc:sldChg chg="addSp delSp modSp add mod">
        <pc:chgData name="徐志嘉" userId="4f4e22b3-2ff2-4e81-a7cc-1ce68c8c1bc8" providerId="ADAL" clId="{C100D4DB-FF90-4407-8AE6-38F7EF189F30}" dt="2022-11-06T12:23:09.247" v="1584" actId="1076"/>
        <pc:sldMkLst>
          <pc:docMk/>
          <pc:sldMk cId="3999856759" sldId="372"/>
        </pc:sldMkLst>
        <pc:spChg chg="mod">
          <ac:chgData name="徐志嘉" userId="4f4e22b3-2ff2-4e81-a7cc-1ce68c8c1bc8" providerId="ADAL" clId="{C100D4DB-FF90-4407-8AE6-38F7EF189F30}" dt="2022-11-06T12:21:59.516" v="1529" actId="20577"/>
          <ac:spMkLst>
            <pc:docMk/>
            <pc:sldMk cId="3999856759" sldId="372"/>
            <ac:spMk id="2" creationId="{ED9C7812-6C25-C703-CEFE-754E34C855C8}"/>
          </ac:spMkLst>
        </pc:spChg>
        <pc:spChg chg="add mod">
          <ac:chgData name="徐志嘉" userId="4f4e22b3-2ff2-4e81-a7cc-1ce68c8c1bc8" providerId="ADAL" clId="{C100D4DB-FF90-4407-8AE6-38F7EF189F30}" dt="2022-11-06T12:23:03.573" v="1582" actId="20577"/>
          <ac:spMkLst>
            <pc:docMk/>
            <pc:sldMk cId="3999856759" sldId="372"/>
            <ac:spMk id="4" creationId="{2DC0A534-F45C-3BD1-9B32-4C792A01DF6C}"/>
          </ac:spMkLst>
        </pc:spChg>
        <pc:picChg chg="add mod">
          <ac:chgData name="徐志嘉" userId="4f4e22b3-2ff2-4e81-a7cc-1ce68c8c1bc8" providerId="ADAL" clId="{C100D4DB-FF90-4407-8AE6-38F7EF189F30}" dt="2022-11-06T12:23:09.247" v="1584" actId="1076"/>
          <ac:picMkLst>
            <pc:docMk/>
            <pc:sldMk cId="3999856759" sldId="372"/>
            <ac:picMk id="6" creationId="{052199C6-C8DE-D115-4113-CEE0CC79F0F8}"/>
          </ac:picMkLst>
        </pc:picChg>
        <pc:picChg chg="del">
          <ac:chgData name="徐志嘉" userId="4f4e22b3-2ff2-4e81-a7cc-1ce68c8c1bc8" providerId="ADAL" clId="{C100D4DB-FF90-4407-8AE6-38F7EF189F30}" dt="2022-11-06T12:21:40.261" v="1513" actId="478"/>
          <ac:picMkLst>
            <pc:docMk/>
            <pc:sldMk cId="3999856759" sldId="372"/>
            <ac:picMk id="7" creationId="{2C570ACD-8448-DD6A-D87A-1580254C1F3B}"/>
          </ac:picMkLst>
        </pc:picChg>
        <pc:picChg chg="del mod">
          <ac:chgData name="徐志嘉" userId="4f4e22b3-2ff2-4e81-a7cc-1ce68c8c1bc8" providerId="ADAL" clId="{C100D4DB-FF90-4407-8AE6-38F7EF189F30}" dt="2022-11-06T12:21:43.059" v="1515" actId="478"/>
          <ac:picMkLst>
            <pc:docMk/>
            <pc:sldMk cId="3999856759" sldId="372"/>
            <ac:picMk id="9" creationId="{B3851086-FF24-2599-4B50-670AEBAAA5D9}"/>
          </ac:picMkLst>
        </pc:picChg>
      </pc:sldChg>
      <pc:sldChg chg="addSp delSp add mod">
        <pc:chgData name="徐志嘉" userId="4f4e22b3-2ff2-4e81-a7cc-1ce68c8c1bc8" providerId="ADAL" clId="{C100D4DB-FF90-4407-8AE6-38F7EF189F30}" dt="2022-11-06T12:31:47.575" v="1619" actId="22"/>
        <pc:sldMkLst>
          <pc:docMk/>
          <pc:sldMk cId="1665829218" sldId="373"/>
        </pc:sldMkLst>
        <pc:picChg chg="add del">
          <ac:chgData name="徐志嘉" userId="4f4e22b3-2ff2-4e81-a7cc-1ce68c8c1bc8" providerId="ADAL" clId="{C100D4DB-FF90-4407-8AE6-38F7EF189F30}" dt="2022-11-06T12:31:47.575" v="1619" actId="22"/>
          <ac:picMkLst>
            <pc:docMk/>
            <pc:sldMk cId="1665829218" sldId="373"/>
            <ac:picMk id="4" creationId="{CFA5D032-9EED-50D8-D5D1-BB80D2593F85}"/>
          </ac:picMkLst>
        </pc:picChg>
        <pc:picChg chg="del">
          <ac:chgData name="徐志嘉" userId="4f4e22b3-2ff2-4e81-a7cc-1ce68c8c1bc8" providerId="ADAL" clId="{C100D4DB-FF90-4407-8AE6-38F7EF189F30}" dt="2022-11-06T12:27:43.187" v="1612" actId="478"/>
          <ac:picMkLst>
            <pc:docMk/>
            <pc:sldMk cId="1665829218" sldId="373"/>
            <ac:picMk id="11" creationId="{EE544F95-FA2F-C26A-9F4C-8ECA348DE3F4}"/>
          </ac:picMkLst>
        </pc:picChg>
        <pc:picChg chg="del">
          <ac:chgData name="徐志嘉" userId="4f4e22b3-2ff2-4e81-a7cc-1ce68c8c1bc8" providerId="ADAL" clId="{C100D4DB-FF90-4407-8AE6-38F7EF189F30}" dt="2022-11-06T12:27:41.411" v="1611" actId="478"/>
          <ac:picMkLst>
            <pc:docMk/>
            <pc:sldMk cId="1665829218" sldId="373"/>
            <ac:picMk id="13" creationId="{C11AA460-924E-C2F5-6138-E6647F611549}"/>
          </ac:picMkLst>
        </pc:picChg>
      </pc:sldChg>
    </pc:docChg>
  </pc:docChgLst>
  <pc:docChgLst>
    <pc:chgData name="徐志嘉" userId="4f4e22b3-2ff2-4e81-a7cc-1ce68c8c1bc8" providerId="ADAL" clId="{810970CF-7EEF-4C3C-BEAB-F557F97D44E3}"/>
    <pc:docChg chg="undo custSel addSld delSld modSld sldOrd addSection modSection">
      <pc:chgData name="徐志嘉" userId="4f4e22b3-2ff2-4e81-a7cc-1ce68c8c1bc8" providerId="ADAL" clId="{810970CF-7EEF-4C3C-BEAB-F557F97D44E3}" dt="2022-07-10T12:52:38.182" v="1243"/>
      <pc:docMkLst>
        <pc:docMk/>
      </pc:docMkLst>
      <pc:sldChg chg="addSp delSp modSp add del mod modNotesTx">
        <pc:chgData name="徐志嘉" userId="4f4e22b3-2ff2-4e81-a7cc-1ce68c8c1bc8" providerId="ADAL" clId="{810970CF-7EEF-4C3C-BEAB-F557F97D44E3}" dt="2022-07-10T11:44:55.214" v="757" actId="1076"/>
        <pc:sldMkLst>
          <pc:docMk/>
          <pc:sldMk cId="2025159953" sldId="330"/>
        </pc:sldMkLst>
        <pc:spChg chg="mod">
          <ac:chgData name="徐志嘉" userId="4f4e22b3-2ff2-4e81-a7cc-1ce68c8c1bc8" providerId="ADAL" clId="{810970CF-7EEF-4C3C-BEAB-F557F97D44E3}" dt="2022-07-10T11:27:24.105" v="629" actId="207"/>
          <ac:spMkLst>
            <pc:docMk/>
            <pc:sldMk cId="2025159953" sldId="330"/>
            <ac:spMk id="2" creationId="{9C2E6B90-26DE-4250-B6BB-36E4D2B0218F}"/>
          </ac:spMkLst>
        </pc:spChg>
        <pc:spChg chg="add del mod">
          <ac:chgData name="徐志嘉" userId="4f4e22b3-2ff2-4e81-a7cc-1ce68c8c1bc8" providerId="ADAL" clId="{810970CF-7EEF-4C3C-BEAB-F557F97D44E3}" dt="2022-07-10T11:24:50.654" v="609"/>
          <ac:spMkLst>
            <pc:docMk/>
            <pc:sldMk cId="2025159953" sldId="330"/>
            <ac:spMk id="4" creationId="{26DF0FAD-6C33-3D2C-4D1B-B4BE077622E4}"/>
          </ac:spMkLst>
        </pc:spChg>
        <pc:spChg chg="add mod">
          <ac:chgData name="徐志嘉" userId="4f4e22b3-2ff2-4e81-a7cc-1ce68c8c1bc8" providerId="ADAL" clId="{810970CF-7EEF-4C3C-BEAB-F557F97D44E3}" dt="2022-07-10T11:40:37.540" v="717" actId="14100"/>
          <ac:spMkLst>
            <pc:docMk/>
            <pc:sldMk cId="2025159953" sldId="330"/>
            <ac:spMk id="10" creationId="{4DC9FE08-B8AF-0713-0747-2F6E09505698}"/>
          </ac:spMkLst>
        </pc:spChg>
        <pc:picChg chg="add mod">
          <ac:chgData name="徐志嘉" userId="4f4e22b3-2ff2-4e81-a7cc-1ce68c8c1bc8" providerId="ADAL" clId="{810970CF-7EEF-4C3C-BEAB-F557F97D44E3}" dt="2022-07-10T11:34:36.115" v="663" actId="1036"/>
          <ac:picMkLst>
            <pc:docMk/>
            <pc:sldMk cId="2025159953" sldId="330"/>
            <ac:picMk id="6" creationId="{279D3CF9-9578-7188-60BE-2EB77DA94AB1}"/>
          </ac:picMkLst>
        </pc:picChg>
        <pc:picChg chg="del">
          <ac:chgData name="徐志嘉" userId="4f4e22b3-2ff2-4e81-a7cc-1ce68c8c1bc8" providerId="ADAL" clId="{810970CF-7EEF-4C3C-BEAB-F557F97D44E3}" dt="2022-07-10T11:24:46.356" v="608" actId="478"/>
          <ac:picMkLst>
            <pc:docMk/>
            <pc:sldMk cId="2025159953" sldId="330"/>
            <ac:picMk id="7" creationId="{2D53B084-3E47-D76E-0DB4-9D4DC9C4998F}"/>
          </ac:picMkLst>
        </pc:picChg>
        <pc:picChg chg="add mod">
          <ac:chgData name="徐志嘉" userId="4f4e22b3-2ff2-4e81-a7cc-1ce68c8c1bc8" providerId="ADAL" clId="{810970CF-7EEF-4C3C-BEAB-F557F97D44E3}" dt="2022-07-10T11:24:53.555" v="610" actId="1076"/>
          <ac:picMkLst>
            <pc:docMk/>
            <pc:sldMk cId="2025159953" sldId="330"/>
            <ac:picMk id="8" creationId="{69D5D76E-17B0-A175-3BE9-54CF1C9B2836}"/>
          </ac:picMkLst>
        </pc:picChg>
        <pc:picChg chg="del mod ord">
          <ac:chgData name="徐志嘉" userId="4f4e22b3-2ff2-4e81-a7cc-1ce68c8c1bc8" providerId="ADAL" clId="{810970CF-7EEF-4C3C-BEAB-F557F97D44E3}" dt="2022-07-10T11:34:27.995" v="654" actId="478"/>
          <ac:picMkLst>
            <pc:docMk/>
            <pc:sldMk cId="2025159953" sldId="330"/>
            <ac:picMk id="9" creationId="{27221EDC-B1FF-CD59-F869-16DBD0FF17B2}"/>
          </ac:picMkLst>
        </pc:picChg>
        <pc:picChg chg="add mod">
          <ac:chgData name="徐志嘉" userId="4f4e22b3-2ff2-4e81-a7cc-1ce68c8c1bc8" providerId="ADAL" clId="{810970CF-7EEF-4C3C-BEAB-F557F97D44E3}" dt="2022-07-10T11:44:55.214" v="757" actId="1076"/>
          <ac:picMkLst>
            <pc:docMk/>
            <pc:sldMk cId="2025159953" sldId="330"/>
            <ac:picMk id="12" creationId="{ECAD0D42-8EFF-AEB7-A74A-FFBC70C34602}"/>
          </ac:picMkLst>
        </pc:picChg>
      </pc:sldChg>
      <pc:sldChg chg="modSp mod">
        <pc:chgData name="徐志嘉" userId="4f4e22b3-2ff2-4e81-a7cc-1ce68c8c1bc8" providerId="ADAL" clId="{810970CF-7EEF-4C3C-BEAB-F557F97D44E3}" dt="2022-07-09T13:14:23.892" v="115"/>
        <pc:sldMkLst>
          <pc:docMk/>
          <pc:sldMk cId="2698383243" sldId="331"/>
        </pc:sldMkLst>
        <pc:spChg chg="mod">
          <ac:chgData name="徐志嘉" userId="4f4e22b3-2ff2-4e81-a7cc-1ce68c8c1bc8" providerId="ADAL" clId="{810970CF-7EEF-4C3C-BEAB-F557F97D44E3}" dt="2022-07-09T13:12:34.496" v="102" actId="27636"/>
          <ac:spMkLst>
            <pc:docMk/>
            <pc:sldMk cId="2698383243" sldId="331"/>
            <ac:spMk id="4" creationId="{00000000-0000-0000-0000-000000000000}"/>
          </ac:spMkLst>
        </pc:spChg>
        <pc:spChg chg="mod">
          <ac:chgData name="徐志嘉" userId="4f4e22b3-2ff2-4e81-a7cc-1ce68c8c1bc8" providerId="ADAL" clId="{810970CF-7EEF-4C3C-BEAB-F557F97D44E3}" dt="2022-07-09T13:14:23.892" v="115"/>
          <ac:spMkLst>
            <pc:docMk/>
            <pc:sldMk cId="2698383243" sldId="331"/>
            <ac:spMk id="5" creationId="{00000000-0000-0000-0000-000000000000}"/>
          </ac:spMkLst>
        </pc:spChg>
      </pc:sldChg>
      <pc:sldChg chg="del">
        <pc:chgData name="徐志嘉" userId="4f4e22b3-2ff2-4e81-a7cc-1ce68c8c1bc8" providerId="ADAL" clId="{810970CF-7EEF-4C3C-BEAB-F557F97D44E3}" dt="2022-07-09T13:14:11.724" v="113" actId="47"/>
        <pc:sldMkLst>
          <pc:docMk/>
          <pc:sldMk cId="1130688906" sldId="332"/>
        </pc:sldMkLst>
      </pc:sldChg>
      <pc:sldChg chg="delSp modSp add del mod modNotesTx">
        <pc:chgData name="徐志嘉" userId="4f4e22b3-2ff2-4e81-a7cc-1ce68c8c1bc8" providerId="ADAL" clId="{810970CF-7EEF-4C3C-BEAB-F557F97D44E3}" dt="2022-07-10T11:43:09.080" v="731" actId="47"/>
        <pc:sldMkLst>
          <pc:docMk/>
          <pc:sldMk cId="3601982158" sldId="332"/>
        </pc:sldMkLst>
        <pc:spChg chg="mod">
          <ac:chgData name="徐志嘉" userId="4f4e22b3-2ff2-4e81-a7cc-1ce68c8c1bc8" providerId="ADAL" clId="{810970CF-7EEF-4C3C-BEAB-F557F97D44E3}" dt="2022-07-10T11:27:28.962" v="630" actId="207"/>
          <ac:spMkLst>
            <pc:docMk/>
            <pc:sldMk cId="3601982158" sldId="332"/>
            <ac:spMk id="2" creationId="{9C2E6B90-26DE-4250-B6BB-36E4D2B0218F}"/>
          </ac:spMkLst>
        </pc:spChg>
        <pc:picChg chg="del">
          <ac:chgData name="徐志嘉" userId="4f4e22b3-2ff2-4e81-a7cc-1ce68c8c1bc8" providerId="ADAL" clId="{810970CF-7EEF-4C3C-BEAB-F557F97D44E3}" dt="2022-07-10T11:42:56.797" v="728" actId="478"/>
          <ac:picMkLst>
            <pc:docMk/>
            <pc:sldMk cId="3601982158" sldId="332"/>
            <ac:picMk id="4" creationId="{90885535-34E9-3F79-849B-B76C82538DA9}"/>
          </ac:picMkLst>
        </pc:picChg>
      </pc:sldChg>
      <pc:sldChg chg="del">
        <pc:chgData name="徐志嘉" userId="4f4e22b3-2ff2-4e81-a7cc-1ce68c8c1bc8" providerId="ADAL" clId="{810970CF-7EEF-4C3C-BEAB-F557F97D44E3}" dt="2022-07-09T13:14:11.724" v="113" actId="47"/>
        <pc:sldMkLst>
          <pc:docMk/>
          <pc:sldMk cId="434846416" sldId="333"/>
        </pc:sldMkLst>
      </pc:sldChg>
      <pc:sldChg chg="addSp delSp modSp add mod ord modNotesTx">
        <pc:chgData name="徐志嘉" userId="4f4e22b3-2ff2-4e81-a7cc-1ce68c8c1bc8" providerId="ADAL" clId="{810970CF-7EEF-4C3C-BEAB-F557F97D44E3}" dt="2022-07-10T11:42:38.936" v="727" actId="6549"/>
        <pc:sldMkLst>
          <pc:docMk/>
          <pc:sldMk cId="3625418515" sldId="333"/>
        </pc:sldMkLst>
        <pc:spChg chg="mod">
          <ac:chgData name="徐志嘉" userId="4f4e22b3-2ff2-4e81-a7cc-1ce68c8c1bc8" providerId="ADAL" clId="{810970CF-7EEF-4C3C-BEAB-F557F97D44E3}" dt="2022-07-10T11:28:19.960" v="646" actId="207"/>
          <ac:spMkLst>
            <pc:docMk/>
            <pc:sldMk cId="3625418515" sldId="333"/>
            <ac:spMk id="2" creationId="{9C2E6B90-26DE-4250-B6BB-36E4D2B0218F}"/>
          </ac:spMkLst>
        </pc:spChg>
        <pc:spChg chg="del">
          <ac:chgData name="徐志嘉" userId="4f4e22b3-2ff2-4e81-a7cc-1ce68c8c1bc8" providerId="ADAL" clId="{810970CF-7EEF-4C3C-BEAB-F557F97D44E3}" dt="2022-07-10T11:41:01.951" v="720" actId="478"/>
          <ac:spMkLst>
            <pc:docMk/>
            <pc:sldMk cId="3625418515" sldId="333"/>
            <ac:spMk id="5" creationId="{DD598F2D-318E-CB12-C83A-8F0A5AFBAADA}"/>
          </ac:spMkLst>
        </pc:spChg>
        <pc:spChg chg="add del mod">
          <ac:chgData name="徐志嘉" userId="4f4e22b3-2ff2-4e81-a7cc-1ce68c8c1bc8" providerId="ADAL" clId="{810970CF-7EEF-4C3C-BEAB-F557F97D44E3}" dt="2022-07-10T11:28:46.686" v="650" actId="478"/>
          <ac:spMkLst>
            <pc:docMk/>
            <pc:sldMk cId="3625418515" sldId="333"/>
            <ac:spMk id="8" creationId="{76CE42C2-638D-83D4-3A02-A4812501ACEE}"/>
          </ac:spMkLst>
        </pc:spChg>
        <pc:spChg chg="add mod">
          <ac:chgData name="徐志嘉" userId="4f4e22b3-2ff2-4e81-a7cc-1ce68c8c1bc8" providerId="ADAL" clId="{810970CF-7EEF-4C3C-BEAB-F557F97D44E3}" dt="2022-07-10T11:40:47.604" v="719" actId="14100"/>
          <ac:spMkLst>
            <pc:docMk/>
            <pc:sldMk cId="3625418515" sldId="333"/>
            <ac:spMk id="10" creationId="{CC469B85-6D81-6DC2-83CA-703AEEF93409}"/>
          </ac:spMkLst>
        </pc:spChg>
        <pc:picChg chg="del ord">
          <ac:chgData name="徐志嘉" userId="4f4e22b3-2ff2-4e81-a7cc-1ce68c8c1bc8" providerId="ADAL" clId="{810970CF-7EEF-4C3C-BEAB-F557F97D44E3}" dt="2022-07-10T11:38:14.534" v="716" actId="478"/>
          <ac:picMkLst>
            <pc:docMk/>
            <pc:sldMk cId="3625418515" sldId="333"/>
            <ac:picMk id="4" creationId="{90885535-34E9-3F79-849B-B76C82538DA9}"/>
          </ac:picMkLst>
        </pc:picChg>
        <pc:picChg chg="del">
          <ac:chgData name="徐志嘉" userId="4f4e22b3-2ff2-4e81-a7cc-1ce68c8c1bc8" providerId="ADAL" clId="{810970CF-7EEF-4C3C-BEAB-F557F97D44E3}" dt="2022-07-10T11:28:34.280" v="648" actId="478"/>
          <ac:picMkLst>
            <pc:docMk/>
            <pc:sldMk cId="3625418515" sldId="333"/>
            <ac:picMk id="6" creationId="{1C2D11B6-DB36-12BD-A384-0D7AFD6663AE}"/>
          </ac:picMkLst>
        </pc:picChg>
        <pc:picChg chg="del">
          <ac:chgData name="徐志嘉" userId="4f4e22b3-2ff2-4e81-a7cc-1ce68c8c1bc8" providerId="ADAL" clId="{810970CF-7EEF-4C3C-BEAB-F557F97D44E3}" dt="2022-07-10T11:28:29.278" v="647" actId="478"/>
          <ac:picMkLst>
            <pc:docMk/>
            <pc:sldMk cId="3625418515" sldId="333"/>
            <ac:picMk id="7" creationId="{2D53B084-3E47-D76E-0DB4-9D4DC9C4998F}"/>
          </ac:picMkLst>
        </pc:picChg>
        <pc:picChg chg="add mod">
          <ac:chgData name="徐志嘉" userId="4f4e22b3-2ff2-4e81-a7cc-1ce68c8c1bc8" providerId="ADAL" clId="{810970CF-7EEF-4C3C-BEAB-F557F97D44E3}" dt="2022-07-10T11:28:40.645" v="649"/>
          <ac:picMkLst>
            <pc:docMk/>
            <pc:sldMk cId="3625418515" sldId="333"/>
            <ac:picMk id="9" creationId="{D3C6F2F9-0DA0-D5AB-A61D-0315D979D12F}"/>
          </ac:picMkLst>
        </pc:picChg>
        <pc:picChg chg="add mod">
          <ac:chgData name="徐志嘉" userId="4f4e22b3-2ff2-4e81-a7cc-1ce68c8c1bc8" providerId="ADAL" clId="{810970CF-7EEF-4C3C-BEAB-F557F97D44E3}" dt="2022-07-10T11:41:23.745" v="724" actId="1076"/>
          <ac:picMkLst>
            <pc:docMk/>
            <pc:sldMk cId="3625418515" sldId="333"/>
            <ac:picMk id="12" creationId="{FBEEC0F5-7DEA-9200-6CBA-C10E06F5CAA8}"/>
          </ac:picMkLst>
        </pc:picChg>
      </pc:sldChg>
      <pc:sldChg chg="del">
        <pc:chgData name="徐志嘉" userId="4f4e22b3-2ff2-4e81-a7cc-1ce68c8c1bc8" providerId="ADAL" clId="{810970CF-7EEF-4C3C-BEAB-F557F97D44E3}" dt="2022-07-09T13:14:11.724" v="113" actId="47"/>
        <pc:sldMkLst>
          <pc:docMk/>
          <pc:sldMk cId="990737332" sldId="334"/>
        </pc:sldMkLst>
      </pc:sldChg>
      <pc:sldChg chg="add del">
        <pc:chgData name="徐志嘉" userId="4f4e22b3-2ff2-4e81-a7cc-1ce68c8c1bc8" providerId="ADAL" clId="{810970CF-7EEF-4C3C-BEAB-F557F97D44E3}" dt="2022-07-09T13:17:28.512" v="117" actId="47"/>
        <pc:sldMkLst>
          <pc:docMk/>
          <pc:sldMk cId="2613783721" sldId="334"/>
        </pc:sldMkLst>
      </pc:sldChg>
      <pc:sldChg chg="del">
        <pc:chgData name="徐志嘉" userId="4f4e22b3-2ff2-4e81-a7cc-1ce68c8c1bc8" providerId="ADAL" clId="{810970CF-7EEF-4C3C-BEAB-F557F97D44E3}" dt="2022-07-09T13:14:11.724" v="113" actId="47"/>
        <pc:sldMkLst>
          <pc:docMk/>
          <pc:sldMk cId="1843530964" sldId="335"/>
        </pc:sldMkLst>
      </pc:sldChg>
      <pc:sldChg chg="add modNotesTx">
        <pc:chgData name="徐志嘉" userId="4f4e22b3-2ff2-4e81-a7cc-1ce68c8c1bc8" providerId="ADAL" clId="{810970CF-7EEF-4C3C-BEAB-F557F97D44E3}" dt="2022-07-10T12:15:52.128" v="1049"/>
        <pc:sldMkLst>
          <pc:docMk/>
          <pc:sldMk cId="2852684701" sldId="335"/>
        </pc:sldMkLst>
      </pc:sldChg>
      <pc:sldChg chg="addSp delSp modSp add mod modNotesTx">
        <pc:chgData name="徐志嘉" userId="4f4e22b3-2ff2-4e81-a7cc-1ce68c8c1bc8" providerId="ADAL" clId="{810970CF-7EEF-4C3C-BEAB-F557F97D44E3}" dt="2022-07-10T12:15:54.455" v="1050"/>
        <pc:sldMkLst>
          <pc:docMk/>
          <pc:sldMk cId="3970088689" sldId="336"/>
        </pc:sldMkLst>
        <pc:spChg chg="mod">
          <ac:chgData name="徐志嘉" userId="4f4e22b3-2ff2-4e81-a7cc-1ce68c8c1bc8" providerId="ADAL" clId="{810970CF-7EEF-4C3C-BEAB-F557F97D44E3}" dt="2022-07-10T11:53:22.092" v="760" actId="20577"/>
          <ac:spMkLst>
            <pc:docMk/>
            <pc:sldMk cId="3970088689" sldId="336"/>
            <ac:spMk id="2" creationId="{2FFB341B-C0F4-9782-D80D-691765D6FA9B}"/>
          </ac:spMkLst>
        </pc:spChg>
        <pc:spChg chg="add del mod">
          <ac:chgData name="徐志嘉" userId="4f4e22b3-2ff2-4e81-a7cc-1ce68c8c1bc8" providerId="ADAL" clId="{810970CF-7EEF-4C3C-BEAB-F557F97D44E3}" dt="2022-07-10T11:53:20.419" v="759" actId="22"/>
          <ac:spMkLst>
            <pc:docMk/>
            <pc:sldMk cId="3970088689" sldId="336"/>
            <ac:spMk id="4" creationId="{F3B71348-76AB-04A6-F6CC-5017BD9F4981}"/>
          </ac:spMkLst>
        </pc:spChg>
        <pc:picChg chg="add mod ord">
          <ac:chgData name="徐志嘉" userId="4f4e22b3-2ff2-4e81-a7cc-1ce68c8c1bc8" providerId="ADAL" clId="{810970CF-7EEF-4C3C-BEAB-F557F97D44E3}" dt="2022-07-10T11:53:20.419" v="759" actId="22"/>
          <ac:picMkLst>
            <pc:docMk/>
            <pc:sldMk cId="3970088689" sldId="336"/>
            <ac:picMk id="6" creationId="{ED90B54F-F05C-6D9A-285D-96344A447F3F}"/>
          </ac:picMkLst>
        </pc:picChg>
        <pc:picChg chg="del">
          <ac:chgData name="徐志嘉" userId="4f4e22b3-2ff2-4e81-a7cc-1ce68c8c1bc8" providerId="ADAL" clId="{810970CF-7EEF-4C3C-BEAB-F557F97D44E3}" dt="2022-07-10T11:53:19.067" v="758" actId="478"/>
          <ac:picMkLst>
            <pc:docMk/>
            <pc:sldMk cId="3970088689" sldId="336"/>
            <ac:picMk id="7" creationId="{353FF2C5-B939-9148-DD0C-9A13891483C5}"/>
          </ac:picMkLst>
        </pc:picChg>
      </pc:sldChg>
      <pc:sldChg chg="del">
        <pc:chgData name="徐志嘉" userId="4f4e22b3-2ff2-4e81-a7cc-1ce68c8c1bc8" providerId="ADAL" clId="{810970CF-7EEF-4C3C-BEAB-F557F97D44E3}" dt="2022-07-09T13:14:11.724" v="113" actId="47"/>
        <pc:sldMkLst>
          <pc:docMk/>
          <pc:sldMk cId="4083415186" sldId="336"/>
        </pc:sldMkLst>
      </pc:sldChg>
      <pc:sldChg chg="del">
        <pc:chgData name="徐志嘉" userId="4f4e22b3-2ff2-4e81-a7cc-1ce68c8c1bc8" providerId="ADAL" clId="{810970CF-7EEF-4C3C-BEAB-F557F97D44E3}" dt="2022-07-09T13:14:11.724" v="113" actId="47"/>
        <pc:sldMkLst>
          <pc:docMk/>
          <pc:sldMk cId="1166018756" sldId="337"/>
        </pc:sldMkLst>
      </pc:sldChg>
      <pc:sldChg chg="add del">
        <pc:chgData name="徐志嘉" userId="4f4e22b3-2ff2-4e81-a7cc-1ce68c8c1bc8" providerId="ADAL" clId="{810970CF-7EEF-4C3C-BEAB-F557F97D44E3}" dt="2022-07-10T11:55:52.679" v="764" actId="47"/>
        <pc:sldMkLst>
          <pc:docMk/>
          <pc:sldMk cId="2272980833" sldId="337"/>
        </pc:sldMkLst>
      </pc:sldChg>
      <pc:sldChg chg="addSp delSp modSp add mod modShow modNotesTx">
        <pc:chgData name="徐志嘉" userId="4f4e22b3-2ff2-4e81-a7cc-1ce68c8c1bc8" providerId="ADAL" clId="{810970CF-7EEF-4C3C-BEAB-F557F97D44E3}" dt="2022-07-10T12:37:53.895" v="1061" actId="729"/>
        <pc:sldMkLst>
          <pc:docMk/>
          <pc:sldMk cId="1088468846" sldId="338"/>
        </pc:sldMkLst>
        <pc:spChg chg="add del mod">
          <ac:chgData name="徐志嘉" userId="4f4e22b3-2ff2-4e81-a7cc-1ce68c8c1bc8" providerId="ADAL" clId="{810970CF-7EEF-4C3C-BEAB-F557F97D44E3}" dt="2022-07-10T12:11:00.916" v="1029" actId="20577"/>
          <ac:spMkLst>
            <pc:docMk/>
            <pc:sldMk cId="1088468846" sldId="338"/>
            <ac:spMk id="4" creationId="{76ACDE3E-4F4F-579C-E08A-4613EE02F499}"/>
          </ac:spMkLst>
        </pc:spChg>
        <pc:picChg chg="del">
          <ac:chgData name="徐志嘉" userId="4f4e22b3-2ff2-4e81-a7cc-1ce68c8c1bc8" providerId="ADAL" clId="{810970CF-7EEF-4C3C-BEAB-F557F97D44E3}" dt="2022-07-10T12:08:39.910" v="954" actId="478"/>
          <ac:picMkLst>
            <pc:docMk/>
            <pc:sldMk cId="1088468846" sldId="338"/>
            <ac:picMk id="5" creationId="{318B172D-96FA-7413-9C5C-300D91606ABC}"/>
          </ac:picMkLst>
        </pc:picChg>
        <pc:picChg chg="del">
          <ac:chgData name="徐志嘉" userId="4f4e22b3-2ff2-4e81-a7cc-1ce68c8c1bc8" providerId="ADAL" clId="{810970CF-7EEF-4C3C-BEAB-F557F97D44E3}" dt="2022-07-10T12:08:38.862" v="953" actId="478"/>
          <ac:picMkLst>
            <pc:docMk/>
            <pc:sldMk cId="1088468846" sldId="338"/>
            <ac:picMk id="7" creationId="{A2588201-5D5E-9483-D50D-0D59FBC8797C}"/>
          </ac:picMkLst>
        </pc:picChg>
        <pc:picChg chg="add del mod">
          <ac:chgData name="徐志嘉" userId="4f4e22b3-2ff2-4e81-a7cc-1ce68c8c1bc8" providerId="ADAL" clId="{810970CF-7EEF-4C3C-BEAB-F557F97D44E3}" dt="2022-07-10T12:09:50.410" v="970"/>
          <ac:picMkLst>
            <pc:docMk/>
            <pc:sldMk cId="1088468846" sldId="338"/>
            <ac:picMk id="8" creationId="{0BB45F85-D993-7593-FA4D-79C815042ED6}"/>
          </ac:picMkLst>
        </pc:picChg>
        <pc:picChg chg="add del mod">
          <ac:chgData name="徐志嘉" userId="4f4e22b3-2ff2-4e81-a7cc-1ce68c8c1bc8" providerId="ADAL" clId="{810970CF-7EEF-4C3C-BEAB-F557F97D44E3}" dt="2022-07-10T12:09:50.410" v="970"/>
          <ac:picMkLst>
            <pc:docMk/>
            <pc:sldMk cId="1088468846" sldId="338"/>
            <ac:picMk id="10" creationId="{51B101B5-A06A-6459-77ED-35A1DC1D2AEE}"/>
          </ac:picMkLst>
        </pc:picChg>
        <pc:picChg chg="add mod">
          <ac:chgData name="徐志嘉" userId="4f4e22b3-2ff2-4e81-a7cc-1ce68c8c1bc8" providerId="ADAL" clId="{810970CF-7EEF-4C3C-BEAB-F557F97D44E3}" dt="2022-07-10T12:11:14.594" v="1037" actId="1076"/>
          <ac:picMkLst>
            <pc:docMk/>
            <pc:sldMk cId="1088468846" sldId="338"/>
            <ac:picMk id="12" creationId="{06ECCF17-DAB0-87BF-494A-71F81DD26EC4}"/>
          </ac:picMkLst>
        </pc:picChg>
        <pc:picChg chg="add mod">
          <ac:chgData name="徐志嘉" userId="4f4e22b3-2ff2-4e81-a7cc-1ce68c8c1bc8" providerId="ADAL" clId="{810970CF-7EEF-4C3C-BEAB-F557F97D44E3}" dt="2022-07-10T12:11:05.960" v="1035" actId="1076"/>
          <ac:picMkLst>
            <pc:docMk/>
            <pc:sldMk cId="1088468846" sldId="338"/>
            <ac:picMk id="14" creationId="{FBAF6796-23B6-13D7-FD91-FE214E7C48F8}"/>
          </ac:picMkLst>
        </pc:picChg>
      </pc:sldChg>
      <pc:sldChg chg="del">
        <pc:chgData name="徐志嘉" userId="4f4e22b3-2ff2-4e81-a7cc-1ce68c8c1bc8" providerId="ADAL" clId="{810970CF-7EEF-4C3C-BEAB-F557F97D44E3}" dt="2022-07-09T13:14:11.724" v="113" actId="47"/>
        <pc:sldMkLst>
          <pc:docMk/>
          <pc:sldMk cId="1997068492" sldId="338"/>
        </pc:sldMkLst>
      </pc:sldChg>
      <pc:sldChg chg="addSp modSp add mod modShow">
        <pc:chgData name="徐志嘉" userId="4f4e22b3-2ff2-4e81-a7cc-1ce68c8c1bc8" providerId="ADAL" clId="{810970CF-7EEF-4C3C-BEAB-F557F97D44E3}" dt="2022-07-10T12:37:53.895" v="1061" actId="729"/>
        <pc:sldMkLst>
          <pc:docMk/>
          <pc:sldMk cId="1717986887" sldId="339"/>
        </pc:sldMkLst>
        <pc:picChg chg="add mod">
          <ac:chgData name="徐志嘉" userId="4f4e22b3-2ff2-4e81-a7cc-1ce68c8c1bc8" providerId="ADAL" clId="{810970CF-7EEF-4C3C-BEAB-F557F97D44E3}" dt="2022-07-10T12:13:30.389" v="1039" actId="1076"/>
          <ac:picMkLst>
            <pc:docMk/>
            <pc:sldMk cId="1717986887" sldId="339"/>
            <ac:picMk id="4" creationId="{C6DE3146-27FF-C80B-1626-963A7E25CAD8}"/>
          </ac:picMkLst>
        </pc:picChg>
        <pc:picChg chg="mod">
          <ac:chgData name="徐志嘉" userId="4f4e22b3-2ff2-4e81-a7cc-1ce68c8c1bc8" providerId="ADAL" clId="{810970CF-7EEF-4C3C-BEAB-F557F97D44E3}" dt="2022-07-10T12:13:35.131" v="1040" actId="1076"/>
          <ac:picMkLst>
            <pc:docMk/>
            <pc:sldMk cId="1717986887" sldId="339"/>
            <ac:picMk id="5" creationId="{A3B7E20D-627D-F0F4-49DF-5DBEE935FB1D}"/>
          </ac:picMkLst>
        </pc:picChg>
        <pc:picChg chg="add mod">
          <ac:chgData name="徐志嘉" userId="4f4e22b3-2ff2-4e81-a7cc-1ce68c8c1bc8" providerId="ADAL" clId="{810970CF-7EEF-4C3C-BEAB-F557F97D44E3}" dt="2022-07-10T12:13:48.684" v="1043" actId="1076"/>
          <ac:picMkLst>
            <pc:docMk/>
            <pc:sldMk cId="1717986887" sldId="339"/>
            <ac:picMk id="7" creationId="{7E484558-5789-A4AC-9702-F1D2A172C7C5}"/>
          </ac:picMkLst>
        </pc:picChg>
      </pc:sldChg>
      <pc:sldChg chg="del">
        <pc:chgData name="徐志嘉" userId="4f4e22b3-2ff2-4e81-a7cc-1ce68c8c1bc8" providerId="ADAL" clId="{810970CF-7EEF-4C3C-BEAB-F557F97D44E3}" dt="2022-07-09T13:14:11.724" v="113" actId="47"/>
        <pc:sldMkLst>
          <pc:docMk/>
          <pc:sldMk cId="4097390945" sldId="339"/>
        </pc:sldMkLst>
      </pc:sldChg>
      <pc:sldChg chg="del">
        <pc:chgData name="徐志嘉" userId="4f4e22b3-2ff2-4e81-a7cc-1ce68c8c1bc8" providerId="ADAL" clId="{810970CF-7EEF-4C3C-BEAB-F557F97D44E3}" dt="2022-07-09T13:14:11.724" v="113" actId="47"/>
        <pc:sldMkLst>
          <pc:docMk/>
          <pc:sldMk cId="2158452604" sldId="340"/>
        </pc:sldMkLst>
      </pc:sldChg>
      <pc:sldChg chg="addSp delSp modSp new mod modNotesTx">
        <pc:chgData name="徐志嘉" userId="4f4e22b3-2ff2-4e81-a7cc-1ce68c8c1bc8" providerId="ADAL" clId="{810970CF-7EEF-4C3C-BEAB-F557F97D44E3}" dt="2022-07-10T12:16:09.787" v="1055" actId="20577"/>
        <pc:sldMkLst>
          <pc:docMk/>
          <pc:sldMk cId="4178111755" sldId="340"/>
        </pc:sldMkLst>
        <pc:spChg chg="mod">
          <ac:chgData name="徐志嘉" userId="4f4e22b3-2ff2-4e81-a7cc-1ce68c8c1bc8" providerId="ADAL" clId="{810970CF-7EEF-4C3C-BEAB-F557F97D44E3}" dt="2022-07-10T11:16:04.721" v="156"/>
          <ac:spMkLst>
            <pc:docMk/>
            <pc:sldMk cId="4178111755" sldId="340"/>
            <ac:spMk id="2" creationId="{6AF4ACBD-DDA6-8904-652F-CF870AF8BD5C}"/>
          </ac:spMkLst>
        </pc:spChg>
        <pc:spChg chg="del">
          <ac:chgData name="徐志嘉" userId="4f4e22b3-2ff2-4e81-a7cc-1ce68c8c1bc8" providerId="ADAL" clId="{810970CF-7EEF-4C3C-BEAB-F557F97D44E3}" dt="2022-07-10T11:15:34.425" v="146" actId="22"/>
          <ac:spMkLst>
            <pc:docMk/>
            <pc:sldMk cId="4178111755" sldId="340"/>
            <ac:spMk id="3" creationId="{943627AD-DF41-ACFF-B11E-0838970FD83E}"/>
          </ac:spMkLst>
        </pc:spChg>
        <pc:picChg chg="add mod ord">
          <ac:chgData name="徐志嘉" userId="4f4e22b3-2ff2-4e81-a7cc-1ce68c8c1bc8" providerId="ADAL" clId="{810970CF-7EEF-4C3C-BEAB-F557F97D44E3}" dt="2022-07-10T11:15:34.425" v="146" actId="22"/>
          <ac:picMkLst>
            <pc:docMk/>
            <pc:sldMk cId="4178111755" sldId="340"/>
            <ac:picMk id="5" creationId="{5D7CC74E-B3BC-8F59-A426-CD2CAEF79A70}"/>
          </ac:picMkLst>
        </pc:picChg>
      </pc:sldChg>
      <pc:sldChg chg="del">
        <pc:chgData name="徐志嘉" userId="4f4e22b3-2ff2-4e81-a7cc-1ce68c8c1bc8" providerId="ADAL" clId="{810970CF-7EEF-4C3C-BEAB-F557F97D44E3}" dt="2022-07-09T13:14:11.724" v="113" actId="47"/>
        <pc:sldMkLst>
          <pc:docMk/>
          <pc:sldMk cId="505754326" sldId="341"/>
        </pc:sldMkLst>
      </pc:sldChg>
      <pc:sldChg chg="addSp delSp modSp new mod">
        <pc:chgData name="徐志嘉" userId="4f4e22b3-2ff2-4e81-a7cc-1ce68c8c1bc8" providerId="ADAL" clId="{810970CF-7EEF-4C3C-BEAB-F557F97D44E3}" dt="2022-07-10T11:36:35.513" v="693" actId="20577"/>
        <pc:sldMkLst>
          <pc:docMk/>
          <pc:sldMk cId="3314267738" sldId="341"/>
        </pc:sldMkLst>
        <pc:spChg chg="mod">
          <ac:chgData name="徐志嘉" userId="4f4e22b3-2ff2-4e81-a7cc-1ce68c8c1bc8" providerId="ADAL" clId="{810970CF-7EEF-4C3C-BEAB-F557F97D44E3}" dt="2022-07-10T11:36:35.513" v="693" actId="20577"/>
          <ac:spMkLst>
            <pc:docMk/>
            <pc:sldMk cId="3314267738" sldId="341"/>
            <ac:spMk id="2" creationId="{119CF421-959C-99AF-E4DA-11F11740E965}"/>
          </ac:spMkLst>
        </pc:spChg>
        <pc:spChg chg="del">
          <ac:chgData name="徐志嘉" userId="4f4e22b3-2ff2-4e81-a7cc-1ce68c8c1bc8" providerId="ADAL" clId="{810970CF-7EEF-4C3C-BEAB-F557F97D44E3}" dt="2022-07-10T11:35:07.011" v="668" actId="22"/>
          <ac:spMkLst>
            <pc:docMk/>
            <pc:sldMk cId="3314267738" sldId="341"/>
            <ac:spMk id="3" creationId="{6E09FE15-4C49-0DAE-9E83-4C688C21BA41}"/>
          </ac:spMkLst>
        </pc:spChg>
        <pc:picChg chg="add mod ord">
          <ac:chgData name="徐志嘉" userId="4f4e22b3-2ff2-4e81-a7cc-1ce68c8c1bc8" providerId="ADAL" clId="{810970CF-7EEF-4C3C-BEAB-F557F97D44E3}" dt="2022-07-10T11:35:07.011" v="668" actId="22"/>
          <ac:picMkLst>
            <pc:docMk/>
            <pc:sldMk cId="3314267738" sldId="341"/>
            <ac:picMk id="5" creationId="{BFEF3F12-40B1-1202-DFFF-AB6BB70AEF6A}"/>
          </ac:picMkLst>
        </pc:picChg>
      </pc:sldChg>
      <pc:sldChg chg="del">
        <pc:chgData name="徐志嘉" userId="4f4e22b3-2ff2-4e81-a7cc-1ce68c8c1bc8" providerId="ADAL" clId="{810970CF-7EEF-4C3C-BEAB-F557F97D44E3}" dt="2022-07-09T13:14:11.724" v="113" actId="47"/>
        <pc:sldMkLst>
          <pc:docMk/>
          <pc:sldMk cId="2023830304" sldId="342"/>
        </pc:sldMkLst>
      </pc:sldChg>
      <pc:sldChg chg="addSp delSp modSp add mod modNotesTx">
        <pc:chgData name="徐志嘉" userId="4f4e22b3-2ff2-4e81-a7cc-1ce68c8c1bc8" providerId="ADAL" clId="{810970CF-7EEF-4C3C-BEAB-F557F97D44E3}" dt="2022-07-10T11:43:28.375" v="753" actId="1038"/>
        <pc:sldMkLst>
          <pc:docMk/>
          <pc:sldMk cId="4027447183" sldId="342"/>
        </pc:sldMkLst>
        <pc:spChg chg="mod">
          <ac:chgData name="徐志嘉" userId="4f4e22b3-2ff2-4e81-a7cc-1ce68c8c1bc8" providerId="ADAL" clId="{810970CF-7EEF-4C3C-BEAB-F557F97D44E3}" dt="2022-07-10T11:43:28.375" v="753" actId="1038"/>
          <ac:spMkLst>
            <pc:docMk/>
            <pc:sldMk cId="4027447183" sldId="342"/>
            <ac:spMk id="10" creationId="{CC469B85-6D81-6DC2-83CA-703AEEF93409}"/>
          </ac:spMkLst>
        </pc:spChg>
        <pc:picChg chg="add mod">
          <ac:chgData name="徐志嘉" userId="4f4e22b3-2ff2-4e81-a7cc-1ce68c8c1bc8" providerId="ADAL" clId="{810970CF-7EEF-4C3C-BEAB-F557F97D44E3}" dt="2022-07-10T11:43:22.469" v="735" actId="14100"/>
          <ac:picMkLst>
            <pc:docMk/>
            <pc:sldMk cId="4027447183" sldId="342"/>
            <ac:picMk id="4" creationId="{F7DB5776-BD95-1A41-C8EE-FBBA33D8D7CF}"/>
          </ac:picMkLst>
        </pc:picChg>
        <pc:picChg chg="del">
          <ac:chgData name="徐志嘉" userId="4f4e22b3-2ff2-4e81-a7cc-1ce68c8c1bc8" providerId="ADAL" clId="{810970CF-7EEF-4C3C-BEAB-F557F97D44E3}" dt="2022-07-10T11:43:10.710" v="732" actId="478"/>
          <ac:picMkLst>
            <pc:docMk/>
            <pc:sldMk cId="4027447183" sldId="342"/>
            <ac:picMk id="12" creationId="{FBEEC0F5-7DEA-9200-6CBA-C10E06F5CAA8}"/>
          </ac:picMkLst>
        </pc:picChg>
      </pc:sldChg>
      <pc:sldChg chg="addSp delSp modSp add mod modNotesTx">
        <pc:chgData name="徐志嘉" userId="4f4e22b3-2ff2-4e81-a7cc-1ce68c8c1bc8" providerId="ADAL" clId="{810970CF-7EEF-4C3C-BEAB-F557F97D44E3}" dt="2022-07-10T12:15:55.967" v="1051"/>
        <pc:sldMkLst>
          <pc:docMk/>
          <pc:sldMk cId="2944287940" sldId="343"/>
        </pc:sldMkLst>
        <pc:spChg chg="add del mod">
          <ac:chgData name="徐志嘉" userId="4f4e22b3-2ff2-4e81-a7cc-1ce68c8c1bc8" providerId="ADAL" clId="{810970CF-7EEF-4C3C-BEAB-F557F97D44E3}" dt="2022-07-10T11:53:38.965" v="763" actId="22"/>
          <ac:spMkLst>
            <pc:docMk/>
            <pc:sldMk cId="2944287940" sldId="343"/>
            <ac:spMk id="4" creationId="{3BCAC8AC-B455-F30E-1FEA-01BE3DF666E5}"/>
          </ac:spMkLst>
        </pc:spChg>
        <pc:picChg chg="del">
          <ac:chgData name="徐志嘉" userId="4f4e22b3-2ff2-4e81-a7cc-1ce68c8c1bc8" providerId="ADAL" clId="{810970CF-7EEF-4C3C-BEAB-F557F97D44E3}" dt="2022-07-10T11:53:37.622" v="762" actId="478"/>
          <ac:picMkLst>
            <pc:docMk/>
            <pc:sldMk cId="2944287940" sldId="343"/>
            <ac:picMk id="6" creationId="{ED90B54F-F05C-6D9A-285D-96344A447F3F}"/>
          </ac:picMkLst>
        </pc:picChg>
        <pc:picChg chg="add mod ord">
          <ac:chgData name="徐志嘉" userId="4f4e22b3-2ff2-4e81-a7cc-1ce68c8c1bc8" providerId="ADAL" clId="{810970CF-7EEF-4C3C-BEAB-F557F97D44E3}" dt="2022-07-10T11:53:38.965" v="763" actId="22"/>
          <ac:picMkLst>
            <pc:docMk/>
            <pc:sldMk cId="2944287940" sldId="343"/>
            <ac:picMk id="7" creationId="{12DE3D70-986A-07FA-E364-E33815BCF0E4}"/>
          </ac:picMkLst>
        </pc:picChg>
      </pc:sldChg>
      <pc:sldChg chg="addSp delSp modSp add mod">
        <pc:chgData name="徐志嘉" userId="4f4e22b3-2ff2-4e81-a7cc-1ce68c8c1bc8" providerId="ADAL" clId="{810970CF-7EEF-4C3C-BEAB-F557F97D44E3}" dt="2022-07-10T12:18:28.173" v="1060" actId="207"/>
        <pc:sldMkLst>
          <pc:docMk/>
          <pc:sldMk cId="4101815063" sldId="344"/>
        </pc:sldMkLst>
        <pc:spChg chg="mod">
          <ac:chgData name="徐志嘉" userId="4f4e22b3-2ff2-4e81-a7cc-1ce68c8c1bc8" providerId="ADAL" clId="{810970CF-7EEF-4C3C-BEAB-F557F97D44E3}" dt="2022-07-10T11:56:56.954" v="766" actId="207"/>
          <ac:spMkLst>
            <pc:docMk/>
            <pc:sldMk cId="4101815063" sldId="344"/>
            <ac:spMk id="2" creationId="{9C2E6B90-26DE-4250-B6BB-36E4D2B0218F}"/>
          </ac:spMkLst>
        </pc:spChg>
        <pc:spChg chg="add mod">
          <ac:chgData name="徐志嘉" userId="4f4e22b3-2ff2-4e81-a7cc-1ce68c8c1bc8" providerId="ADAL" clId="{810970CF-7EEF-4C3C-BEAB-F557F97D44E3}" dt="2022-07-10T12:18:28.173" v="1060" actId="207"/>
          <ac:spMkLst>
            <pc:docMk/>
            <pc:sldMk cId="4101815063" sldId="344"/>
            <ac:spMk id="8" creationId="{DB924AD0-0718-D59E-0575-8E9159AFAC07}"/>
          </ac:spMkLst>
        </pc:spChg>
        <pc:spChg chg="mod">
          <ac:chgData name="徐志嘉" userId="4f4e22b3-2ff2-4e81-a7cc-1ce68c8c1bc8" providerId="ADAL" clId="{810970CF-7EEF-4C3C-BEAB-F557F97D44E3}" dt="2022-07-10T12:03:04.326" v="811" actId="1038"/>
          <ac:spMkLst>
            <pc:docMk/>
            <pc:sldMk cId="4101815063" sldId="344"/>
            <ac:spMk id="10" creationId="{CC469B85-6D81-6DC2-83CA-703AEEF93409}"/>
          </ac:spMkLst>
        </pc:spChg>
        <pc:picChg chg="del">
          <ac:chgData name="徐志嘉" userId="4f4e22b3-2ff2-4e81-a7cc-1ce68c8c1bc8" providerId="ADAL" clId="{810970CF-7EEF-4C3C-BEAB-F557F97D44E3}" dt="2022-07-10T11:57:24.125" v="767" actId="478"/>
          <ac:picMkLst>
            <pc:docMk/>
            <pc:sldMk cId="4101815063" sldId="344"/>
            <ac:picMk id="4" creationId="{F7DB5776-BD95-1A41-C8EE-FBBA33D8D7CF}"/>
          </ac:picMkLst>
        </pc:picChg>
        <pc:picChg chg="add del mod modCrop">
          <ac:chgData name="徐志嘉" userId="4f4e22b3-2ff2-4e81-a7cc-1ce68c8c1bc8" providerId="ADAL" clId="{810970CF-7EEF-4C3C-BEAB-F557F97D44E3}" dt="2022-07-10T12:03:17.674" v="813" actId="478"/>
          <ac:picMkLst>
            <pc:docMk/>
            <pc:sldMk cId="4101815063" sldId="344"/>
            <ac:picMk id="5" creationId="{5217BE42-C76D-C93B-B263-4E570305B9A9}"/>
          </ac:picMkLst>
        </pc:picChg>
        <pc:picChg chg="add mod">
          <ac:chgData name="徐志嘉" userId="4f4e22b3-2ff2-4e81-a7cc-1ce68c8c1bc8" providerId="ADAL" clId="{810970CF-7EEF-4C3C-BEAB-F557F97D44E3}" dt="2022-07-10T12:04:17.837" v="826" actId="1076"/>
          <ac:picMkLst>
            <pc:docMk/>
            <pc:sldMk cId="4101815063" sldId="344"/>
            <ac:picMk id="7" creationId="{8126BE4B-C260-962F-52DA-B2954F1E50B7}"/>
          </ac:picMkLst>
        </pc:picChg>
      </pc:sldChg>
      <pc:sldChg chg="modSp new del mod">
        <pc:chgData name="徐志嘉" userId="4f4e22b3-2ff2-4e81-a7cc-1ce68c8c1bc8" providerId="ADAL" clId="{810970CF-7EEF-4C3C-BEAB-F557F97D44E3}" dt="2022-07-10T12:08:37.533" v="952" actId="47"/>
        <pc:sldMkLst>
          <pc:docMk/>
          <pc:sldMk cId="215403801" sldId="345"/>
        </pc:sldMkLst>
        <pc:spChg chg="mod">
          <ac:chgData name="徐志嘉" userId="4f4e22b3-2ff2-4e81-a7cc-1ce68c8c1bc8" providerId="ADAL" clId="{810970CF-7EEF-4C3C-BEAB-F557F97D44E3}" dt="2022-07-10T12:07:57.617" v="950"/>
          <ac:spMkLst>
            <pc:docMk/>
            <pc:sldMk cId="215403801" sldId="345"/>
            <ac:spMk id="2" creationId="{559B5DD7-9E6A-98C3-A5D9-57A5A878B287}"/>
          </ac:spMkLst>
        </pc:spChg>
      </pc:sldChg>
      <pc:sldChg chg="add mod modShow">
        <pc:chgData name="徐志嘉" userId="4f4e22b3-2ff2-4e81-a7cc-1ce68c8c1bc8" providerId="ADAL" clId="{810970CF-7EEF-4C3C-BEAB-F557F97D44E3}" dt="2022-07-10T12:37:53.895" v="1061" actId="729"/>
        <pc:sldMkLst>
          <pc:docMk/>
          <pc:sldMk cId="1796097661" sldId="346"/>
        </pc:sldMkLst>
      </pc:sldChg>
      <pc:sldChg chg="modSp new mod">
        <pc:chgData name="徐志嘉" userId="4f4e22b3-2ff2-4e81-a7cc-1ce68c8c1bc8" providerId="ADAL" clId="{810970CF-7EEF-4C3C-BEAB-F557F97D44E3}" dt="2022-07-10T12:47:08.246" v="1106" actId="20577"/>
        <pc:sldMkLst>
          <pc:docMk/>
          <pc:sldMk cId="1689157204" sldId="347"/>
        </pc:sldMkLst>
        <pc:spChg chg="mod">
          <ac:chgData name="徐志嘉" userId="4f4e22b3-2ff2-4e81-a7cc-1ce68c8c1bc8" providerId="ADAL" clId="{810970CF-7EEF-4C3C-BEAB-F557F97D44E3}" dt="2022-07-10T12:47:08.246" v="1106" actId="20577"/>
          <ac:spMkLst>
            <pc:docMk/>
            <pc:sldMk cId="1689157204" sldId="347"/>
            <ac:spMk id="2" creationId="{C642EDF5-7C37-F958-EAB5-FE985D23566D}"/>
          </ac:spMkLst>
        </pc:spChg>
      </pc:sldChg>
      <pc:sldChg chg="addSp modSp new mod">
        <pc:chgData name="徐志嘉" userId="4f4e22b3-2ff2-4e81-a7cc-1ce68c8c1bc8" providerId="ADAL" clId="{810970CF-7EEF-4C3C-BEAB-F557F97D44E3}" dt="2022-07-10T12:51:37.281" v="1212" actId="1076"/>
        <pc:sldMkLst>
          <pc:docMk/>
          <pc:sldMk cId="1125377704" sldId="348"/>
        </pc:sldMkLst>
        <pc:spChg chg="mod">
          <ac:chgData name="徐志嘉" userId="4f4e22b3-2ff2-4e81-a7cc-1ce68c8c1bc8" providerId="ADAL" clId="{810970CF-7EEF-4C3C-BEAB-F557F97D44E3}" dt="2022-07-10T12:49:17.670" v="1154" actId="20577"/>
          <ac:spMkLst>
            <pc:docMk/>
            <pc:sldMk cId="1125377704" sldId="348"/>
            <ac:spMk id="2" creationId="{74929AFF-7A76-3E48-77DC-9ABA97C38BDA}"/>
          </ac:spMkLst>
        </pc:spChg>
        <pc:spChg chg="mod">
          <ac:chgData name="徐志嘉" userId="4f4e22b3-2ff2-4e81-a7cc-1ce68c8c1bc8" providerId="ADAL" clId="{810970CF-7EEF-4C3C-BEAB-F557F97D44E3}" dt="2022-07-10T12:49:55.795" v="1173" actId="20577"/>
          <ac:spMkLst>
            <pc:docMk/>
            <pc:sldMk cId="1125377704" sldId="348"/>
            <ac:spMk id="3" creationId="{D46FB17B-3D9E-87EC-188A-1BB83E645004}"/>
          </ac:spMkLst>
        </pc:spChg>
        <pc:picChg chg="add mod modCrop">
          <ac:chgData name="徐志嘉" userId="4f4e22b3-2ff2-4e81-a7cc-1ce68c8c1bc8" providerId="ADAL" clId="{810970CF-7EEF-4C3C-BEAB-F557F97D44E3}" dt="2022-07-10T12:51:37.281" v="1212" actId="1076"/>
          <ac:picMkLst>
            <pc:docMk/>
            <pc:sldMk cId="1125377704" sldId="348"/>
            <ac:picMk id="5" creationId="{A681D37A-8FE2-169A-CDDB-997AB6E213BC}"/>
          </ac:picMkLst>
        </pc:picChg>
      </pc:sldChg>
      <pc:sldChg chg="addSp delSp modSp add mod">
        <pc:chgData name="徐志嘉" userId="4f4e22b3-2ff2-4e81-a7cc-1ce68c8c1bc8" providerId="ADAL" clId="{810970CF-7EEF-4C3C-BEAB-F557F97D44E3}" dt="2022-07-10T12:51:28.554" v="1210" actId="1076"/>
        <pc:sldMkLst>
          <pc:docMk/>
          <pc:sldMk cId="4188060179" sldId="349"/>
        </pc:sldMkLst>
        <pc:spChg chg="mod">
          <ac:chgData name="徐志嘉" userId="4f4e22b3-2ff2-4e81-a7cc-1ce68c8c1bc8" providerId="ADAL" clId="{810970CF-7EEF-4C3C-BEAB-F557F97D44E3}" dt="2022-07-10T12:51:18.107" v="1208" actId="20577"/>
          <ac:spMkLst>
            <pc:docMk/>
            <pc:sldMk cId="4188060179" sldId="349"/>
            <ac:spMk id="3" creationId="{D46FB17B-3D9E-87EC-188A-1BB83E645004}"/>
          </ac:spMkLst>
        </pc:spChg>
        <pc:picChg chg="del">
          <ac:chgData name="徐志嘉" userId="4f4e22b3-2ff2-4e81-a7cc-1ce68c8c1bc8" providerId="ADAL" clId="{810970CF-7EEF-4C3C-BEAB-F557F97D44E3}" dt="2022-07-10T12:50:09.978" v="1179" actId="478"/>
          <ac:picMkLst>
            <pc:docMk/>
            <pc:sldMk cId="4188060179" sldId="349"/>
            <ac:picMk id="5" creationId="{A681D37A-8FE2-169A-CDDB-997AB6E213BC}"/>
          </ac:picMkLst>
        </pc:picChg>
        <pc:picChg chg="add mod">
          <ac:chgData name="徐志嘉" userId="4f4e22b3-2ff2-4e81-a7cc-1ce68c8c1bc8" providerId="ADAL" clId="{810970CF-7EEF-4C3C-BEAB-F557F97D44E3}" dt="2022-07-10T12:51:28.554" v="1210" actId="1076"/>
          <ac:picMkLst>
            <pc:docMk/>
            <pc:sldMk cId="4188060179" sldId="349"/>
            <ac:picMk id="6" creationId="{4763B179-A179-F199-AB79-F797DBA2F8F7}"/>
          </ac:picMkLst>
        </pc:picChg>
      </pc:sldChg>
      <pc:sldChg chg="addSp delSp modSp add mod modNotesTx">
        <pc:chgData name="徐志嘉" userId="4f4e22b3-2ff2-4e81-a7cc-1ce68c8c1bc8" providerId="ADAL" clId="{810970CF-7EEF-4C3C-BEAB-F557F97D44E3}" dt="2022-07-10T12:52:38.182" v="1243"/>
        <pc:sldMkLst>
          <pc:docMk/>
          <pc:sldMk cId="1055827834" sldId="350"/>
        </pc:sldMkLst>
        <pc:spChg chg="mod">
          <ac:chgData name="徐志嘉" userId="4f4e22b3-2ff2-4e81-a7cc-1ce68c8c1bc8" providerId="ADAL" clId="{810970CF-7EEF-4C3C-BEAB-F557F97D44E3}" dt="2022-07-10T12:52:02.004" v="1238" actId="20577"/>
          <ac:spMkLst>
            <pc:docMk/>
            <pc:sldMk cId="1055827834" sldId="350"/>
            <ac:spMk id="3" creationId="{D46FB17B-3D9E-87EC-188A-1BB83E645004}"/>
          </ac:spMkLst>
        </pc:spChg>
        <pc:picChg chg="add mod">
          <ac:chgData name="徐志嘉" userId="4f4e22b3-2ff2-4e81-a7cc-1ce68c8c1bc8" providerId="ADAL" clId="{810970CF-7EEF-4C3C-BEAB-F557F97D44E3}" dt="2022-07-10T12:52:26.472" v="1240" actId="1076"/>
          <ac:picMkLst>
            <pc:docMk/>
            <pc:sldMk cId="1055827834" sldId="350"/>
            <ac:picMk id="5" creationId="{AB11727F-246A-0072-290E-49D7A9DA90DE}"/>
          </ac:picMkLst>
        </pc:picChg>
        <pc:picChg chg="del">
          <ac:chgData name="徐志嘉" userId="4f4e22b3-2ff2-4e81-a7cc-1ce68c8c1bc8" providerId="ADAL" clId="{810970CF-7EEF-4C3C-BEAB-F557F97D44E3}" dt="2022-07-10T12:51:43.067" v="1214" actId="478"/>
          <ac:picMkLst>
            <pc:docMk/>
            <pc:sldMk cId="1055827834" sldId="350"/>
            <ac:picMk id="6" creationId="{4763B179-A179-F199-AB79-F797DBA2F8F7}"/>
          </ac:picMkLst>
        </pc:picChg>
      </pc:sldChg>
    </pc:docChg>
  </pc:docChgLst>
  <pc:docChgLst>
    <pc:chgData name="徐志嘉" userId="4f4e22b3-2ff2-4e81-a7cc-1ce68c8c1bc8" providerId="ADAL" clId="{07BE22B4-2620-429E-9E4E-F3C64F372B13}"/>
    <pc:docChg chg="delSection">
      <pc:chgData name="徐志嘉" userId="4f4e22b3-2ff2-4e81-a7cc-1ce68c8c1bc8" providerId="ADAL" clId="{07BE22B4-2620-429E-9E4E-F3C64F372B13}" dt="2022-08-24T01:08:59.452" v="0" actId="17851"/>
      <pc:docMkLst>
        <pc:docMk/>
      </pc:docMkLst>
    </pc:docChg>
  </pc:docChgLst>
  <pc:docChgLst>
    <pc:chgData name="徐志嘉" userId="4f4e22b3-2ff2-4e81-a7cc-1ce68c8c1bc8" providerId="ADAL" clId="{87CD14E1-0E15-4C44-9266-5942BFE6311D}"/>
    <pc:docChg chg="undo custSel addSld delSld modSld sldOrd">
      <pc:chgData name="徐志嘉" userId="4f4e22b3-2ff2-4e81-a7cc-1ce68c8c1bc8" providerId="ADAL" clId="{87CD14E1-0E15-4C44-9266-5942BFE6311D}" dt="2022-03-31T02:37:38.751" v="2830" actId="20577"/>
      <pc:docMkLst>
        <pc:docMk/>
      </pc:docMkLst>
      <pc:sldChg chg="modSp mod">
        <pc:chgData name="徐志嘉" userId="4f4e22b3-2ff2-4e81-a7cc-1ce68c8c1bc8" providerId="ADAL" clId="{87CD14E1-0E15-4C44-9266-5942BFE6311D}" dt="2022-03-07T01:25:44.043" v="91" actId="255"/>
        <pc:sldMkLst>
          <pc:docMk/>
          <pc:sldMk cId="2874967755" sldId="275"/>
        </pc:sldMkLst>
        <pc:spChg chg="mod">
          <ac:chgData name="徐志嘉" userId="4f4e22b3-2ff2-4e81-a7cc-1ce68c8c1bc8" providerId="ADAL" clId="{87CD14E1-0E15-4C44-9266-5942BFE6311D}" dt="2022-03-07T01:25:44.043" v="91" actId="255"/>
          <ac:spMkLst>
            <pc:docMk/>
            <pc:sldMk cId="2874967755" sldId="275"/>
            <ac:spMk id="4" creationId="{00000000-0000-0000-0000-000000000000}"/>
          </ac:spMkLst>
        </pc:spChg>
        <pc:spChg chg="mod">
          <ac:chgData name="徐志嘉" userId="4f4e22b3-2ff2-4e81-a7cc-1ce68c8c1bc8" providerId="ADAL" clId="{87CD14E1-0E15-4C44-9266-5942BFE6311D}" dt="2022-03-07T01:25:37.063" v="90" actId="2711"/>
          <ac:spMkLst>
            <pc:docMk/>
            <pc:sldMk cId="2874967755" sldId="275"/>
            <ac:spMk id="5" creationId="{00000000-0000-0000-0000-000000000000}"/>
          </ac:spMkLst>
        </pc:spChg>
      </pc:sldChg>
      <pc:sldChg chg="addSp delSp modSp mod">
        <pc:chgData name="徐志嘉" userId="4f4e22b3-2ff2-4e81-a7cc-1ce68c8c1bc8" providerId="ADAL" clId="{87CD14E1-0E15-4C44-9266-5942BFE6311D}" dt="2022-03-10T02:06:03.743" v="327" actId="1076"/>
        <pc:sldMkLst>
          <pc:docMk/>
          <pc:sldMk cId="3679643068" sldId="276"/>
        </pc:sldMkLst>
        <pc:spChg chg="mod">
          <ac:chgData name="徐志嘉" userId="4f4e22b3-2ff2-4e81-a7cc-1ce68c8c1bc8" providerId="ADAL" clId="{87CD14E1-0E15-4C44-9266-5942BFE6311D}" dt="2022-03-07T01:20:10.649" v="31" actId="20577"/>
          <ac:spMkLst>
            <pc:docMk/>
            <pc:sldMk cId="3679643068" sldId="276"/>
            <ac:spMk id="4" creationId="{00000000-0000-0000-0000-000000000000}"/>
          </ac:spMkLst>
        </pc:spChg>
        <pc:spChg chg="mod">
          <ac:chgData name="徐志嘉" userId="4f4e22b3-2ff2-4e81-a7cc-1ce68c8c1bc8" providerId="ADAL" clId="{87CD14E1-0E15-4C44-9266-5942BFE6311D}" dt="2022-03-07T01:21:45.212" v="67" actId="20577"/>
          <ac:spMkLst>
            <pc:docMk/>
            <pc:sldMk cId="3679643068" sldId="276"/>
            <ac:spMk id="5" creationId="{00000000-0000-0000-0000-000000000000}"/>
          </ac:spMkLst>
        </pc:spChg>
        <pc:picChg chg="add del mod">
          <ac:chgData name="徐志嘉" userId="4f4e22b3-2ff2-4e81-a7cc-1ce68c8c1bc8" providerId="ADAL" clId="{87CD14E1-0E15-4C44-9266-5942BFE6311D}" dt="2022-03-10T02:05:56.375" v="325" actId="478"/>
          <ac:picMkLst>
            <pc:docMk/>
            <pc:sldMk cId="3679643068" sldId="276"/>
            <ac:picMk id="3" creationId="{20D44E25-881F-48D2-8786-24A7F5C5C4A7}"/>
          </ac:picMkLst>
        </pc:picChg>
        <pc:picChg chg="add mod">
          <ac:chgData name="徐志嘉" userId="4f4e22b3-2ff2-4e81-a7cc-1ce68c8c1bc8" providerId="ADAL" clId="{87CD14E1-0E15-4C44-9266-5942BFE6311D}" dt="2022-03-10T02:06:03.743" v="327" actId="1076"/>
          <ac:picMkLst>
            <pc:docMk/>
            <pc:sldMk cId="3679643068" sldId="276"/>
            <ac:picMk id="6" creationId="{52EE54C3-AAF7-46D3-ACA6-FB4317B5BF5B}"/>
          </ac:picMkLst>
        </pc:picChg>
      </pc:sldChg>
      <pc:sldChg chg="addSp modSp new mod">
        <pc:chgData name="徐志嘉" userId="4f4e22b3-2ff2-4e81-a7cc-1ce68c8c1bc8" providerId="ADAL" clId="{87CD14E1-0E15-4C44-9266-5942BFE6311D}" dt="2022-03-07T01:28:04.116" v="108" actId="1076"/>
        <pc:sldMkLst>
          <pc:docMk/>
          <pc:sldMk cId="1717329679" sldId="277"/>
        </pc:sldMkLst>
        <pc:spChg chg="mod">
          <ac:chgData name="徐志嘉" userId="4f4e22b3-2ff2-4e81-a7cc-1ce68c8c1bc8" providerId="ADAL" clId="{87CD14E1-0E15-4C44-9266-5942BFE6311D}" dt="2022-03-07T01:22:57.273" v="85" actId="20577"/>
          <ac:spMkLst>
            <pc:docMk/>
            <pc:sldMk cId="1717329679" sldId="277"/>
            <ac:spMk id="2" creationId="{D3052F57-FAD4-4C0A-A307-D7450D3BF3D4}"/>
          </ac:spMkLst>
        </pc:spChg>
        <pc:spChg chg="mod">
          <ac:chgData name="徐志嘉" userId="4f4e22b3-2ff2-4e81-a7cc-1ce68c8c1bc8" providerId="ADAL" clId="{87CD14E1-0E15-4C44-9266-5942BFE6311D}" dt="2022-03-07T01:27:35.322" v="106" actId="20577"/>
          <ac:spMkLst>
            <pc:docMk/>
            <pc:sldMk cId="1717329679" sldId="277"/>
            <ac:spMk id="3" creationId="{60D88315-CC42-4D31-BD88-19AEFDF78FB1}"/>
          </ac:spMkLst>
        </pc:spChg>
        <pc:picChg chg="add mod">
          <ac:chgData name="徐志嘉" userId="4f4e22b3-2ff2-4e81-a7cc-1ce68c8c1bc8" providerId="ADAL" clId="{87CD14E1-0E15-4C44-9266-5942BFE6311D}" dt="2022-03-07T01:28:04.116" v="108" actId="1076"/>
          <ac:picMkLst>
            <pc:docMk/>
            <pc:sldMk cId="1717329679" sldId="277"/>
            <ac:picMk id="5" creationId="{48C0DCFF-2DC8-4AA3-B787-A4761CFFEB07}"/>
          </ac:picMkLst>
        </pc:picChg>
      </pc:sldChg>
      <pc:sldChg chg="delSp modSp add mod">
        <pc:chgData name="徐志嘉" userId="4f4e22b3-2ff2-4e81-a7cc-1ce68c8c1bc8" providerId="ADAL" clId="{87CD14E1-0E15-4C44-9266-5942BFE6311D}" dt="2022-03-07T01:29:47.843" v="147" actId="20577"/>
        <pc:sldMkLst>
          <pc:docMk/>
          <pc:sldMk cId="3234466308" sldId="278"/>
        </pc:sldMkLst>
        <pc:spChg chg="mod">
          <ac:chgData name="徐志嘉" userId="4f4e22b3-2ff2-4e81-a7cc-1ce68c8c1bc8" providerId="ADAL" clId="{87CD14E1-0E15-4C44-9266-5942BFE6311D}" dt="2022-03-07T01:29:47.843" v="147" actId="20577"/>
          <ac:spMkLst>
            <pc:docMk/>
            <pc:sldMk cId="3234466308" sldId="278"/>
            <ac:spMk id="3" creationId="{60D88315-CC42-4D31-BD88-19AEFDF78FB1}"/>
          </ac:spMkLst>
        </pc:spChg>
        <pc:picChg chg="del">
          <ac:chgData name="徐志嘉" userId="4f4e22b3-2ff2-4e81-a7cc-1ce68c8c1bc8" providerId="ADAL" clId="{87CD14E1-0E15-4C44-9266-5942BFE6311D}" dt="2022-03-07T01:28:12.893" v="110" actId="478"/>
          <ac:picMkLst>
            <pc:docMk/>
            <pc:sldMk cId="3234466308" sldId="278"/>
            <ac:picMk id="5" creationId="{48C0DCFF-2DC8-4AA3-B787-A4761CFFEB07}"/>
          </ac:picMkLst>
        </pc:picChg>
      </pc:sldChg>
      <pc:sldChg chg="addSp delSp modSp new mod modNotesTx">
        <pc:chgData name="徐志嘉" userId="4f4e22b3-2ff2-4e81-a7cc-1ce68c8c1bc8" providerId="ADAL" clId="{87CD14E1-0E15-4C44-9266-5942BFE6311D}" dt="2022-03-09T16:20:59.586" v="324"/>
        <pc:sldMkLst>
          <pc:docMk/>
          <pc:sldMk cId="3240741048" sldId="279"/>
        </pc:sldMkLst>
        <pc:spChg chg="mod">
          <ac:chgData name="徐志嘉" userId="4f4e22b3-2ff2-4e81-a7cc-1ce68c8c1bc8" providerId="ADAL" clId="{87CD14E1-0E15-4C44-9266-5942BFE6311D}" dt="2022-03-07T02:03:49.330" v="272" actId="255"/>
          <ac:spMkLst>
            <pc:docMk/>
            <pc:sldMk cId="3240741048" sldId="279"/>
            <ac:spMk id="2" creationId="{E79E67D7-C6BC-46FD-BF5B-C7C98A0AD1FB}"/>
          </ac:spMkLst>
        </pc:spChg>
        <pc:spChg chg="del mod">
          <ac:chgData name="徐志嘉" userId="4f4e22b3-2ff2-4e81-a7cc-1ce68c8c1bc8" providerId="ADAL" clId="{87CD14E1-0E15-4C44-9266-5942BFE6311D}" dt="2022-03-07T02:03:51.665" v="274"/>
          <ac:spMkLst>
            <pc:docMk/>
            <pc:sldMk cId="3240741048" sldId="279"/>
            <ac:spMk id="3" creationId="{75F40A76-9007-426F-BF19-19B15DA354BE}"/>
          </ac:spMkLst>
        </pc:spChg>
        <pc:picChg chg="add del mod">
          <ac:chgData name="徐志嘉" userId="4f4e22b3-2ff2-4e81-a7cc-1ce68c8c1bc8" providerId="ADAL" clId="{87CD14E1-0E15-4C44-9266-5942BFE6311D}" dt="2022-03-07T02:03:51.064" v="273" actId="21"/>
          <ac:picMkLst>
            <pc:docMk/>
            <pc:sldMk cId="3240741048" sldId="279"/>
            <ac:picMk id="5" creationId="{D51C32E4-E36D-4774-ACA0-60A5FBF95ECA}"/>
          </ac:picMkLst>
        </pc:picChg>
        <pc:picChg chg="add mod">
          <ac:chgData name="徐志嘉" userId="4f4e22b3-2ff2-4e81-a7cc-1ce68c8c1bc8" providerId="ADAL" clId="{87CD14E1-0E15-4C44-9266-5942BFE6311D}" dt="2022-03-07T02:03:51.665" v="274"/>
          <ac:picMkLst>
            <pc:docMk/>
            <pc:sldMk cId="3240741048" sldId="279"/>
            <ac:picMk id="6" creationId="{EDF59AA8-CDA3-4830-A929-E29D713BE1B8}"/>
          </ac:picMkLst>
        </pc:picChg>
      </pc:sldChg>
      <pc:sldChg chg="addSp delSp modSp new mod modNotesTx">
        <pc:chgData name="徐志嘉" userId="4f4e22b3-2ff2-4e81-a7cc-1ce68c8c1bc8" providerId="ADAL" clId="{87CD14E1-0E15-4C44-9266-5942BFE6311D}" dt="2022-03-09T16:13:28.851" v="312"/>
        <pc:sldMkLst>
          <pc:docMk/>
          <pc:sldMk cId="3118884331" sldId="280"/>
        </pc:sldMkLst>
        <pc:spChg chg="mod">
          <ac:chgData name="徐志嘉" userId="4f4e22b3-2ff2-4e81-a7cc-1ce68c8c1bc8" providerId="ADAL" clId="{87CD14E1-0E15-4C44-9266-5942BFE6311D}" dt="2022-03-07T01:57:13.817" v="206" actId="20577"/>
          <ac:spMkLst>
            <pc:docMk/>
            <pc:sldMk cId="3118884331" sldId="280"/>
            <ac:spMk id="2" creationId="{D32DBC50-B31D-41AD-90B5-8E30984D8A06}"/>
          </ac:spMkLst>
        </pc:spChg>
        <pc:spChg chg="del">
          <ac:chgData name="徐志嘉" userId="4f4e22b3-2ff2-4e81-a7cc-1ce68c8c1bc8" providerId="ADAL" clId="{87CD14E1-0E15-4C44-9266-5942BFE6311D}" dt="2022-03-07T01:57:30.205" v="209" actId="22"/>
          <ac:spMkLst>
            <pc:docMk/>
            <pc:sldMk cId="3118884331" sldId="280"/>
            <ac:spMk id="3" creationId="{E926CBDA-7148-4FD4-B91E-05A787E31090}"/>
          </ac:spMkLst>
        </pc:spChg>
        <pc:picChg chg="add del">
          <ac:chgData name="徐志嘉" userId="4f4e22b3-2ff2-4e81-a7cc-1ce68c8c1bc8" providerId="ADAL" clId="{87CD14E1-0E15-4C44-9266-5942BFE6311D}" dt="2022-03-07T01:57:29.059" v="208" actId="22"/>
          <ac:picMkLst>
            <pc:docMk/>
            <pc:sldMk cId="3118884331" sldId="280"/>
            <ac:picMk id="5" creationId="{C31AEC62-5140-4F3C-B880-88B1E4AD87FC}"/>
          </ac:picMkLst>
        </pc:picChg>
        <pc:picChg chg="add mod ord">
          <ac:chgData name="徐志嘉" userId="4f4e22b3-2ff2-4e81-a7cc-1ce68c8c1bc8" providerId="ADAL" clId="{87CD14E1-0E15-4C44-9266-5942BFE6311D}" dt="2022-03-07T01:57:30.205" v="209" actId="22"/>
          <ac:picMkLst>
            <pc:docMk/>
            <pc:sldMk cId="3118884331" sldId="280"/>
            <ac:picMk id="7" creationId="{864306F4-7F78-4B3A-AC30-3DC9502E966B}"/>
          </ac:picMkLst>
        </pc:picChg>
      </pc:sldChg>
      <pc:sldChg chg="add ord">
        <pc:chgData name="徐志嘉" userId="4f4e22b3-2ff2-4e81-a7cc-1ce68c8c1bc8" providerId="ADAL" clId="{87CD14E1-0E15-4C44-9266-5942BFE6311D}" dt="2022-03-07T01:57:49.764" v="212"/>
        <pc:sldMkLst>
          <pc:docMk/>
          <pc:sldMk cId="590944454" sldId="281"/>
        </pc:sldMkLst>
      </pc:sldChg>
      <pc:sldChg chg="addSp delSp modSp new mod modNotesTx">
        <pc:chgData name="徐志嘉" userId="4f4e22b3-2ff2-4e81-a7cc-1ce68c8c1bc8" providerId="ADAL" clId="{87CD14E1-0E15-4C44-9266-5942BFE6311D}" dt="2022-03-09T16:17:55.983" v="315" actId="20577"/>
        <pc:sldMkLst>
          <pc:docMk/>
          <pc:sldMk cId="1922887902" sldId="282"/>
        </pc:sldMkLst>
        <pc:spChg chg="mod">
          <ac:chgData name="徐志嘉" userId="4f4e22b3-2ff2-4e81-a7cc-1ce68c8c1bc8" providerId="ADAL" clId="{87CD14E1-0E15-4C44-9266-5942BFE6311D}" dt="2022-03-07T01:58:34.131" v="230" actId="20577"/>
          <ac:spMkLst>
            <pc:docMk/>
            <pc:sldMk cId="1922887902" sldId="282"/>
            <ac:spMk id="2" creationId="{B26EF519-9F3F-4852-954D-D1775F53CD35}"/>
          </ac:spMkLst>
        </pc:spChg>
        <pc:spChg chg="del">
          <ac:chgData name="徐志嘉" userId="4f4e22b3-2ff2-4e81-a7cc-1ce68c8c1bc8" providerId="ADAL" clId="{87CD14E1-0E15-4C44-9266-5942BFE6311D}" dt="2022-03-07T01:58:15.676" v="214" actId="22"/>
          <ac:spMkLst>
            <pc:docMk/>
            <pc:sldMk cId="1922887902" sldId="282"/>
            <ac:spMk id="3" creationId="{49145143-FA54-4EFE-B2FC-0D1AD07B5E63}"/>
          </ac:spMkLst>
        </pc:spChg>
        <pc:picChg chg="add mod ord">
          <ac:chgData name="徐志嘉" userId="4f4e22b3-2ff2-4e81-a7cc-1ce68c8c1bc8" providerId="ADAL" clId="{87CD14E1-0E15-4C44-9266-5942BFE6311D}" dt="2022-03-07T01:58:15.676" v="214" actId="22"/>
          <ac:picMkLst>
            <pc:docMk/>
            <pc:sldMk cId="1922887902" sldId="282"/>
            <ac:picMk id="5" creationId="{C9F77A9E-28CC-4F79-9370-DD39FBA6DE34}"/>
          </ac:picMkLst>
        </pc:picChg>
      </pc:sldChg>
      <pc:sldChg chg="addSp delSp modSp new mod">
        <pc:chgData name="徐志嘉" userId="4f4e22b3-2ff2-4e81-a7cc-1ce68c8c1bc8" providerId="ADAL" clId="{87CD14E1-0E15-4C44-9266-5942BFE6311D}" dt="2022-03-07T02:00:02.323" v="235" actId="20577"/>
        <pc:sldMkLst>
          <pc:docMk/>
          <pc:sldMk cId="3327363651" sldId="283"/>
        </pc:sldMkLst>
        <pc:spChg chg="mod">
          <ac:chgData name="徐志嘉" userId="4f4e22b3-2ff2-4e81-a7cc-1ce68c8c1bc8" providerId="ADAL" clId="{87CD14E1-0E15-4C44-9266-5942BFE6311D}" dt="2022-03-07T02:00:02.323" v="235" actId="20577"/>
          <ac:spMkLst>
            <pc:docMk/>
            <pc:sldMk cId="3327363651" sldId="283"/>
            <ac:spMk id="2" creationId="{FFDFE6C8-F4CC-488E-B7C1-637A12B6A467}"/>
          </ac:spMkLst>
        </pc:spChg>
        <pc:spChg chg="del">
          <ac:chgData name="徐志嘉" userId="4f4e22b3-2ff2-4e81-a7cc-1ce68c8c1bc8" providerId="ADAL" clId="{87CD14E1-0E15-4C44-9266-5942BFE6311D}" dt="2022-03-07T01:59:43.885" v="232" actId="22"/>
          <ac:spMkLst>
            <pc:docMk/>
            <pc:sldMk cId="3327363651" sldId="283"/>
            <ac:spMk id="3" creationId="{F7CB7A70-87EA-4D20-923D-215BF0CA3ECA}"/>
          </ac:spMkLst>
        </pc:spChg>
        <pc:picChg chg="add mod ord">
          <ac:chgData name="徐志嘉" userId="4f4e22b3-2ff2-4e81-a7cc-1ce68c8c1bc8" providerId="ADAL" clId="{87CD14E1-0E15-4C44-9266-5942BFE6311D}" dt="2022-03-07T01:59:43.885" v="232" actId="22"/>
          <ac:picMkLst>
            <pc:docMk/>
            <pc:sldMk cId="3327363651" sldId="283"/>
            <ac:picMk id="5" creationId="{C22D427E-FC05-4550-AA24-A0611647B191}"/>
          </ac:picMkLst>
        </pc:picChg>
      </pc:sldChg>
      <pc:sldChg chg="addSp delSp modSp new mod">
        <pc:chgData name="徐志嘉" userId="4f4e22b3-2ff2-4e81-a7cc-1ce68c8c1bc8" providerId="ADAL" clId="{87CD14E1-0E15-4C44-9266-5942BFE6311D}" dt="2022-03-07T02:01:30.274" v="253" actId="478"/>
        <pc:sldMkLst>
          <pc:docMk/>
          <pc:sldMk cId="78384344" sldId="284"/>
        </pc:sldMkLst>
        <pc:spChg chg="mod">
          <ac:chgData name="徐志嘉" userId="4f4e22b3-2ff2-4e81-a7cc-1ce68c8c1bc8" providerId="ADAL" clId="{87CD14E1-0E15-4C44-9266-5942BFE6311D}" dt="2022-03-07T02:00:48.514" v="242" actId="20577"/>
          <ac:spMkLst>
            <pc:docMk/>
            <pc:sldMk cId="78384344" sldId="284"/>
            <ac:spMk id="2" creationId="{70576A88-D78B-4F06-A676-E356E253E68D}"/>
          </ac:spMkLst>
        </pc:spChg>
        <pc:spChg chg="del">
          <ac:chgData name="徐志嘉" userId="4f4e22b3-2ff2-4e81-a7cc-1ce68c8c1bc8" providerId="ADAL" clId="{87CD14E1-0E15-4C44-9266-5942BFE6311D}" dt="2022-03-07T02:01:30.274" v="253" actId="478"/>
          <ac:spMkLst>
            <pc:docMk/>
            <pc:sldMk cId="78384344" sldId="284"/>
            <ac:spMk id="3" creationId="{1353B447-C4A5-492C-A10E-12F8D7FE47B1}"/>
          </ac:spMkLst>
        </pc:spChg>
        <pc:picChg chg="add mod">
          <ac:chgData name="徐志嘉" userId="4f4e22b3-2ff2-4e81-a7cc-1ce68c8c1bc8" providerId="ADAL" clId="{87CD14E1-0E15-4C44-9266-5942BFE6311D}" dt="2022-03-07T02:01:13.141" v="250" actId="1076"/>
          <ac:picMkLst>
            <pc:docMk/>
            <pc:sldMk cId="78384344" sldId="284"/>
            <ac:picMk id="5" creationId="{73282C7B-385F-48B9-8809-E6ED769BD0C8}"/>
          </ac:picMkLst>
        </pc:picChg>
        <pc:picChg chg="add mod">
          <ac:chgData name="徐志嘉" userId="4f4e22b3-2ff2-4e81-a7cc-1ce68c8c1bc8" providerId="ADAL" clId="{87CD14E1-0E15-4C44-9266-5942BFE6311D}" dt="2022-03-07T02:01:25.450" v="252" actId="1076"/>
          <ac:picMkLst>
            <pc:docMk/>
            <pc:sldMk cId="78384344" sldId="284"/>
            <ac:picMk id="7" creationId="{3431A57E-B496-4D5F-BA95-F0470ADD92ED}"/>
          </ac:picMkLst>
        </pc:picChg>
      </pc:sldChg>
      <pc:sldChg chg="add ord">
        <pc:chgData name="徐志嘉" userId="4f4e22b3-2ff2-4e81-a7cc-1ce68c8c1bc8" providerId="ADAL" clId="{87CD14E1-0E15-4C44-9266-5942BFE6311D}" dt="2022-03-07T02:00:53.809" v="245"/>
        <pc:sldMkLst>
          <pc:docMk/>
          <pc:sldMk cId="3611152053" sldId="285"/>
        </pc:sldMkLst>
      </pc:sldChg>
      <pc:sldChg chg="addSp delSp add mod">
        <pc:chgData name="徐志嘉" userId="4f4e22b3-2ff2-4e81-a7cc-1ce68c8c1bc8" providerId="ADAL" clId="{87CD14E1-0E15-4C44-9266-5942BFE6311D}" dt="2022-03-07T02:02:04.042" v="257" actId="22"/>
        <pc:sldMkLst>
          <pc:docMk/>
          <pc:sldMk cId="2109134250" sldId="286"/>
        </pc:sldMkLst>
        <pc:picChg chg="add">
          <ac:chgData name="徐志嘉" userId="4f4e22b3-2ff2-4e81-a7cc-1ce68c8c1bc8" providerId="ADAL" clId="{87CD14E1-0E15-4C44-9266-5942BFE6311D}" dt="2022-03-07T02:02:04.042" v="257" actId="22"/>
          <ac:picMkLst>
            <pc:docMk/>
            <pc:sldMk cId="2109134250" sldId="286"/>
            <ac:picMk id="4" creationId="{0C120302-A0DD-4D89-BF88-33773D2ED616}"/>
          </ac:picMkLst>
        </pc:picChg>
        <pc:picChg chg="del">
          <ac:chgData name="徐志嘉" userId="4f4e22b3-2ff2-4e81-a7cc-1ce68c8c1bc8" providerId="ADAL" clId="{87CD14E1-0E15-4C44-9266-5942BFE6311D}" dt="2022-03-07T02:02:02.587" v="255" actId="478"/>
          <ac:picMkLst>
            <pc:docMk/>
            <pc:sldMk cId="2109134250" sldId="286"/>
            <ac:picMk id="5" creationId="{73282C7B-385F-48B9-8809-E6ED769BD0C8}"/>
          </ac:picMkLst>
        </pc:picChg>
        <pc:picChg chg="del">
          <ac:chgData name="徐志嘉" userId="4f4e22b3-2ff2-4e81-a7cc-1ce68c8c1bc8" providerId="ADAL" clId="{87CD14E1-0E15-4C44-9266-5942BFE6311D}" dt="2022-03-07T02:02:03.233" v="256" actId="478"/>
          <ac:picMkLst>
            <pc:docMk/>
            <pc:sldMk cId="2109134250" sldId="286"/>
            <ac:picMk id="7" creationId="{3431A57E-B496-4D5F-BA95-F0470ADD92ED}"/>
          </ac:picMkLst>
        </pc:picChg>
      </pc:sldChg>
      <pc:sldChg chg="add del">
        <pc:chgData name="徐志嘉" userId="4f4e22b3-2ff2-4e81-a7cc-1ce68c8c1bc8" providerId="ADAL" clId="{87CD14E1-0E15-4C44-9266-5942BFE6311D}" dt="2022-03-07T02:01:02.614" v="247"/>
        <pc:sldMkLst>
          <pc:docMk/>
          <pc:sldMk cId="2830155909" sldId="286"/>
        </pc:sldMkLst>
      </pc:sldChg>
      <pc:sldChg chg="addSp delSp modSp add mod">
        <pc:chgData name="徐志嘉" userId="4f4e22b3-2ff2-4e81-a7cc-1ce68c8c1bc8" providerId="ADAL" clId="{87CD14E1-0E15-4C44-9266-5942BFE6311D}" dt="2022-03-07T02:02:39.037" v="263" actId="1076"/>
        <pc:sldMkLst>
          <pc:docMk/>
          <pc:sldMk cId="2161899073" sldId="287"/>
        </pc:sldMkLst>
        <pc:picChg chg="del">
          <ac:chgData name="徐志嘉" userId="4f4e22b3-2ff2-4e81-a7cc-1ce68c8c1bc8" providerId="ADAL" clId="{87CD14E1-0E15-4C44-9266-5942BFE6311D}" dt="2022-03-07T02:02:26.529" v="259" actId="478"/>
          <ac:picMkLst>
            <pc:docMk/>
            <pc:sldMk cId="2161899073" sldId="287"/>
            <ac:picMk id="4" creationId="{0C120302-A0DD-4D89-BF88-33773D2ED616}"/>
          </ac:picMkLst>
        </pc:picChg>
        <pc:picChg chg="add mod">
          <ac:chgData name="徐志嘉" userId="4f4e22b3-2ff2-4e81-a7cc-1ce68c8c1bc8" providerId="ADAL" clId="{87CD14E1-0E15-4C44-9266-5942BFE6311D}" dt="2022-03-07T02:02:39.037" v="263" actId="1076"/>
          <ac:picMkLst>
            <pc:docMk/>
            <pc:sldMk cId="2161899073" sldId="287"/>
            <ac:picMk id="5" creationId="{B2F115D2-31DB-4D0C-B9DC-51C11D7E68D1}"/>
          </ac:picMkLst>
        </pc:picChg>
      </pc:sldChg>
      <pc:sldChg chg="add del">
        <pc:chgData name="徐志嘉" userId="4f4e22b3-2ff2-4e81-a7cc-1ce68c8c1bc8" providerId="ADAL" clId="{87CD14E1-0E15-4C44-9266-5942BFE6311D}" dt="2022-03-07T02:02:28.507" v="261"/>
        <pc:sldMkLst>
          <pc:docMk/>
          <pc:sldMk cId="402128309" sldId="288"/>
        </pc:sldMkLst>
      </pc:sldChg>
      <pc:sldChg chg="modSp add mod ord">
        <pc:chgData name="徐志嘉" userId="4f4e22b3-2ff2-4e81-a7cc-1ce68c8c1bc8" providerId="ADAL" clId="{87CD14E1-0E15-4C44-9266-5942BFE6311D}" dt="2022-03-10T02:08:18.869" v="351" actId="6549"/>
        <pc:sldMkLst>
          <pc:docMk/>
          <pc:sldMk cId="3918165501" sldId="288"/>
        </pc:sldMkLst>
        <pc:spChg chg="mod">
          <ac:chgData name="徐志嘉" userId="4f4e22b3-2ff2-4e81-a7cc-1ce68c8c1bc8" providerId="ADAL" clId="{87CD14E1-0E15-4C44-9266-5942BFE6311D}" dt="2022-03-07T02:03:34.943" v="269" actId="2711"/>
          <ac:spMkLst>
            <pc:docMk/>
            <pc:sldMk cId="3918165501" sldId="288"/>
            <ac:spMk id="4" creationId="{00000000-0000-0000-0000-000000000000}"/>
          </ac:spMkLst>
        </pc:spChg>
        <pc:spChg chg="mod">
          <ac:chgData name="徐志嘉" userId="4f4e22b3-2ff2-4e81-a7cc-1ce68c8c1bc8" providerId="ADAL" clId="{87CD14E1-0E15-4C44-9266-5942BFE6311D}" dt="2022-03-10T02:08:18.869" v="351" actId="6549"/>
          <ac:spMkLst>
            <pc:docMk/>
            <pc:sldMk cId="3918165501" sldId="288"/>
            <ac:spMk id="5" creationId="{00000000-0000-0000-0000-000000000000}"/>
          </ac:spMkLst>
        </pc:spChg>
      </pc:sldChg>
      <pc:sldChg chg="modSp new mod ord">
        <pc:chgData name="徐志嘉" userId="4f4e22b3-2ff2-4e81-a7cc-1ce68c8c1bc8" providerId="ADAL" clId="{87CD14E1-0E15-4C44-9266-5942BFE6311D}" dt="2022-03-21T01:31:18.890" v="1366"/>
        <pc:sldMkLst>
          <pc:docMk/>
          <pc:sldMk cId="1205656611" sldId="289"/>
        </pc:sldMkLst>
        <pc:spChg chg="mod">
          <ac:chgData name="徐志嘉" userId="4f4e22b3-2ff2-4e81-a7cc-1ce68c8c1bc8" providerId="ADAL" clId="{87CD14E1-0E15-4C44-9266-5942BFE6311D}" dt="2022-03-07T02:23:47.978" v="284" actId="20577"/>
          <ac:spMkLst>
            <pc:docMk/>
            <pc:sldMk cId="1205656611" sldId="289"/>
            <ac:spMk id="2" creationId="{F896D434-79F5-4549-9D24-3F8D040A1FC4}"/>
          </ac:spMkLst>
        </pc:spChg>
        <pc:spChg chg="mod">
          <ac:chgData name="徐志嘉" userId="4f4e22b3-2ff2-4e81-a7cc-1ce68c8c1bc8" providerId="ADAL" clId="{87CD14E1-0E15-4C44-9266-5942BFE6311D}" dt="2022-03-21T01:31:18.890" v="1366"/>
          <ac:spMkLst>
            <pc:docMk/>
            <pc:sldMk cId="1205656611" sldId="289"/>
            <ac:spMk id="3" creationId="{BF62C0C2-63F2-4E83-95B1-DFC08E5538AA}"/>
          </ac:spMkLst>
        </pc:spChg>
      </pc:sldChg>
      <pc:sldChg chg="addSp new mod ord modNotesTx">
        <pc:chgData name="徐志嘉" userId="4f4e22b3-2ff2-4e81-a7cc-1ce68c8c1bc8" providerId="ADAL" clId="{87CD14E1-0E15-4C44-9266-5942BFE6311D}" dt="2022-03-10T02:25:21.272" v="737" actId="20577"/>
        <pc:sldMkLst>
          <pc:docMk/>
          <pc:sldMk cId="1351446290" sldId="290"/>
        </pc:sldMkLst>
        <pc:picChg chg="add">
          <ac:chgData name="徐志嘉" userId="4f4e22b3-2ff2-4e81-a7cc-1ce68c8c1bc8" providerId="ADAL" clId="{87CD14E1-0E15-4C44-9266-5942BFE6311D}" dt="2022-03-10T02:17:13.071" v="479" actId="22"/>
          <ac:picMkLst>
            <pc:docMk/>
            <pc:sldMk cId="1351446290" sldId="290"/>
            <ac:picMk id="5" creationId="{2F909CD1-A78A-4263-A92B-3ABAF9EEDC65}"/>
          </ac:picMkLst>
        </pc:picChg>
      </pc:sldChg>
      <pc:sldChg chg="modSp add mod ord">
        <pc:chgData name="徐志嘉" userId="4f4e22b3-2ff2-4e81-a7cc-1ce68c8c1bc8" providerId="ADAL" clId="{87CD14E1-0E15-4C44-9266-5942BFE6311D}" dt="2022-03-10T02:12:23.922" v="478" actId="20577"/>
        <pc:sldMkLst>
          <pc:docMk/>
          <pc:sldMk cId="2165732050" sldId="291"/>
        </pc:sldMkLst>
        <pc:spChg chg="mod">
          <ac:chgData name="徐志嘉" userId="4f4e22b3-2ff2-4e81-a7cc-1ce68c8c1bc8" providerId="ADAL" clId="{87CD14E1-0E15-4C44-9266-5942BFE6311D}" dt="2022-03-10T02:12:23.922" v="478" actId="20577"/>
          <ac:spMkLst>
            <pc:docMk/>
            <pc:sldMk cId="2165732050" sldId="291"/>
            <ac:spMk id="4" creationId="{00000000-0000-0000-0000-000000000000}"/>
          </ac:spMkLst>
        </pc:spChg>
        <pc:spChg chg="mod">
          <ac:chgData name="徐志嘉" userId="4f4e22b3-2ff2-4e81-a7cc-1ce68c8c1bc8" providerId="ADAL" clId="{87CD14E1-0E15-4C44-9266-5942BFE6311D}" dt="2022-03-10T02:12:07.383" v="446" actId="20577"/>
          <ac:spMkLst>
            <pc:docMk/>
            <pc:sldMk cId="2165732050" sldId="291"/>
            <ac:spMk id="5" creationId="{00000000-0000-0000-0000-000000000000}"/>
          </ac:spMkLst>
        </pc:spChg>
      </pc:sldChg>
      <pc:sldChg chg="modSp add mod ord">
        <pc:chgData name="徐志嘉" userId="4f4e22b3-2ff2-4e81-a7cc-1ce68c8c1bc8" providerId="ADAL" clId="{87CD14E1-0E15-4C44-9266-5942BFE6311D}" dt="2022-03-14T01:40:27.204" v="774" actId="20577"/>
        <pc:sldMkLst>
          <pc:docMk/>
          <pc:sldMk cId="2215166738" sldId="292"/>
        </pc:sldMkLst>
        <pc:spChg chg="mod">
          <ac:chgData name="徐志嘉" userId="4f4e22b3-2ff2-4e81-a7cc-1ce68c8c1bc8" providerId="ADAL" clId="{87CD14E1-0E15-4C44-9266-5942BFE6311D}" dt="2022-03-14T01:40:22.410" v="772"/>
          <ac:spMkLst>
            <pc:docMk/>
            <pc:sldMk cId="2215166738" sldId="292"/>
            <ac:spMk id="4" creationId="{00000000-0000-0000-0000-000000000000}"/>
          </ac:spMkLst>
        </pc:spChg>
        <pc:spChg chg="mod">
          <ac:chgData name="徐志嘉" userId="4f4e22b3-2ff2-4e81-a7cc-1ce68c8c1bc8" providerId="ADAL" clId="{87CD14E1-0E15-4C44-9266-5942BFE6311D}" dt="2022-03-14T01:40:27.204" v="774" actId="20577"/>
          <ac:spMkLst>
            <pc:docMk/>
            <pc:sldMk cId="2215166738" sldId="292"/>
            <ac:spMk id="5" creationId="{00000000-0000-0000-0000-000000000000}"/>
          </ac:spMkLst>
        </pc:spChg>
      </pc:sldChg>
      <pc:sldChg chg="modSp new mod">
        <pc:chgData name="徐志嘉" userId="4f4e22b3-2ff2-4e81-a7cc-1ce68c8c1bc8" providerId="ADAL" clId="{87CD14E1-0E15-4C44-9266-5942BFE6311D}" dt="2022-03-16T14:57:06.877" v="905" actId="20577"/>
        <pc:sldMkLst>
          <pc:docMk/>
          <pc:sldMk cId="1404406863" sldId="293"/>
        </pc:sldMkLst>
        <pc:spChg chg="mod">
          <ac:chgData name="徐志嘉" userId="4f4e22b3-2ff2-4e81-a7cc-1ce68c8c1bc8" providerId="ADAL" clId="{87CD14E1-0E15-4C44-9266-5942BFE6311D}" dt="2022-03-14T01:42:11.252" v="851" actId="20577"/>
          <ac:spMkLst>
            <pc:docMk/>
            <pc:sldMk cId="1404406863" sldId="293"/>
            <ac:spMk id="2" creationId="{7AFC0D92-47C9-4B20-A740-958A3981FDFE}"/>
          </ac:spMkLst>
        </pc:spChg>
        <pc:spChg chg="mod">
          <ac:chgData name="徐志嘉" userId="4f4e22b3-2ff2-4e81-a7cc-1ce68c8c1bc8" providerId="ADAL" clId="{87CD14E1-0E15-4C44-9266-5942BFE6311D}" dt="2022-03-16T14:57:06.877" v="905" actId="20577"/>
          <ac:spMkLst>
            <pc:docMk/>
            <pc:sldMk cId="1404406863" sldId="293"/>
            <ac:spMk id="3" creationId="{B8553CE1-3A5C-4476-BAEE-85450D08C306}"/>
          </ac:spMkLst>
        </pc:spChg>
      </pc:sldChg>
      <pc:sldChg chg="modSp add mod ord">
        <pc:chgData name="徐志嘉" userId="4f4e22b3-2ff2-4e81-a7cc-1ce68c8c1bc8" providerId="ADAL" clId="{87CD14E1-0E15-4C44-9266-5942BFE6311D}" dt="2022-03-16T15:29:57.906" v="921" actId="20577"/>
        <pc:sldMkLst>
          <pc:docMk/>
          <pc:sldMk cId="3925050124" sldId="294"/>
        </pc:sldMkLst>
        <pc:spChg chg="mod">
          <ac:chgData name="徐志嘉" userId="4f4e22b3-2ff2-4e81-a7cc-1ce68c8c1bc8" providerId="ADAL" clId="{87CD14E1-0E15-4C44-9266-5942BFE6311D}" dt="2022-03-16T15:29:57.906" v="921" actId="20577"/>
          <ac:spMkLst>
            <pc:docMk/>
            <pc:sldMk cId="3925050124" sldId="294"/>
            <ac:spMk id="4" creationId="{00000000-0000-0000-0000-000000000000}"/>
          </ac:spMkLst>
        </pc:spChg>
        <pc:spChg chg="mod">
          <ac:chgData name="徐志嘉" userId="4f4e22b3-2ff2-4e81-a7cc-1ce68c8c1bc8" providerId="ADAL" clId="{87CD14E1-0E15-4C44-9266-5942BFE6311D}" dt="2022-03-16T15:29:30.851" v="911" actId="20577"/>
          <ac:spMkLst>
            <pc:docMk/>
            <pc:sldMk cId="3925050124" sldId="294"/>
            <ac:spMk id="5" creationId="{00000000-0000-0000-0000-000000000000}"/>
          </ac:spMkLst>
        </pc:spChg>
      </pc:sldChg>
      <pc:sldChg chg="addSp delSp modSp new mod modNotesTx">
        <pc:chgData name="徐志嘉" userId="4f4e22b3-2ff2-4e81-a7cc-1ce68c8c1bc8" providerId="ADAL" clId="{87CD14E1-0E15-4C44-9266-5942BFE6311D}" dt="2022-03-17T02:30:43.391" v="1115" actId="20577"/>
        <pc:sldMkLst>
          <pc:docMk/>
          <pc:sldMk cId="4149334261" sldId="295"/>
        </pc:sldMkLst>
        <pc:spChg chg="mod">
          <ac:chgData name="徐志嘉" userId="4f4e22b3-2ff2-4e81-a7cc-1ce68c8c1bc8" providerId="ADAL" clId="{87CD14E1-0E15-4C44-9266-5942BFE6311D}" dt="2022-03-17T02:15:43.278" v="1003"/>
          <ac:spMkLst>
            <pc:docMk/>
            <pc:sldMk cId="4149334261" sldId="295"/>
            <ac:spMk id="2" creationId="{AB338E44-7141-432A-9938-C602FC72868A}"/>
          </ac:spMkLst>
        </pc:spChg>
        <pc:spChg chg="del mod">
          <ac:chgData name="徐志嘉" userId="4f4e22b3-2ff2-4e81-a7cc-1ce68c8c1bc8" providerId="ADAL" clId="{87CD14E1-0E15-4C44-9266-5942BFE6311D}" dt="2022-03-17T02:15:50.186" v="1006"/>
          <ac:spMkLst>
            <pc:docMk/>
            <pc:sldMk cId="4149334261" sldId="295"/>
            <ac:spMk id="3" creationId="{830D4498-FBE3-4933-99F1-24BC79C169EF}"/>
          </ac:spMkLst>
        </pc:spChg>
        <pc:picChg chg="add del mod">
          <ac:chgData name="徐志嘉" userId="4f4e22b3-2ff2-4e81-a7cc-1ce68c8c1bc8" providerId="ADAL" clId="{87CD14E1-0E15-4C44-9266-5942BFE6311D}" dt="2022-03-17T02:15:47.337" v="1004" actId="21"/>
          <ac:picMkLst>
            <pc:docMk/>
            <pc:sldMk cId="4149334261" sldId="295"/>
            <ac:picMk id="5" creationId="{CA72CF95-DA9C-41F8-8694-D4082B31C20C}"/>
          </ac:picMkLst>
        </pc:picChg>
        <pc:picChg chg="add mod">
          <ac:chgData name="徐志嘉" userId="4f4e22b3-2ff2-4e81-a7cc-1ce68c8c1bc8" providerId="ADAL" clId="{87CD14E1-0E15-4C44-9266-5942BFE6311D}" dt="2022-03-17T02:15:58.389" v="1010" actId="1076"/>
          <ac:picMkLst>
            <pc:docMk/>
            <pc:sldMk cId="4149334261" sldId="295"/>
            <ac:picMk id="7" creationId="{8339BC46-B225-4302-BC4A-071188C1CCC3}"/>
          </ac:picMkLst>
        </pc:picChg>
        <pc:picChg chg="add mod">
          <ac:chgData name="徐志嘉" userId="4f4e22b3-2ff2-4e81-a7cc-1ce68c8c1bc8" providerId="ADAL" clId="{87CD14E1-0E15-4C44-9266-5942BFE6311D}" dt="2022-03-17T02:15:54.503" v="1009" actId="1076"/>
          <ac:picMkLst>
            <pc:docMk/>
            <pc:sldMk cId="4149334261" sldId="295"/>
            <ac:picMk id="8" creationId="{9956B4E2-D7DA-493D-A9B3-7FEE94B9F80B}"/>
          </ac:picMkLst>
        </pc:picChg>
      </pc:sldChg>
      <pc:sldChg chg="delSp add mod ord modNotesTx">
        <pc:chgData name="徐志嘉" userId="4f4e22b3-2ff2-4e81-a7cc-1ce68c8c1bc8" providerId="ADAL" clId="{87CD14E1-0E15-4C44-9266-5942BFE6311D}" dt="2022-03-17T02:30:19.255" v="1065" actId="20577"/>
        <pc:sldMkLst>
          <pc:docMk/>
          <pc:sldMk cId="778082176" sldId="296"/>
        </pc:sldMkLst>
        <pc:picChg chg="del">
          <ac:chgData name="徐志嘉" userId="4f4e22b3-2ff2-4e81-a7cc-1ce68c8c1bc8" providerId="ADAL" clId="{87CD14E1-0E15-4C44-9266-5942BFE6311D}" dt="2022-03-17T02:13:00.494" v="992" actId="478"/>
          <ac:picMkLst>
            <pc:docMk/>
            <pc:sldMk cId="778082176" sldId="296"/>
            <ac:picMk id="5" creationId="{CA72CF95-DA9C-41F8-8694-D4082B31C20C}"/>
          </ac:picMkLst>
        </pc:picChg>
      </pc:sldChg>
      <pc:sldChg chg="addSp delSp modSp add mod modNotesTx">
        <pc:chgData name="徐志嘉" userId="4f4e22b3-2ff2-4e81-a7cc-1ce68c8c1bc8" providerId="ADAL" clId="{87CD14E1-0E15-4C44-9266-5942BFE6311D}" dt="2022-03-17T02:32:41.334" v="1218" actId="20577"/>
        <pc:sldMkLst>
          <pc:docMk/>
          <pc:sldMk cId="782627768" sldId="297"/>
        </pc:sldMkLst>
        <pc:spChg chg="mod">
          <ac:chgData name="徐志嘉" userId="4f4e22b3-2ff2-4e81-a7cc-1ce68c8c1bc8" providerId="ADAL" clId="{87CD14E1-0E15-4C44-9266-5942BFE6311D}" dt="2022-03-17T02:16:10.584" v="1011"/>
          <ac:spMkLst>
            <pc:docMk/>
            <pc:sldMk cId="782627768" sldId="297"/>
            <ac:spMk id="2" creationId="{AB338E44-7141-432A-9938-C602FC72868A}"/>
          </ac:spMkLst>
        </pc:spChg>
        <pc:picChg chg="del">
          <ac:chgData name="徐志嘉" userId="4f4e22b3-2ff2-4e81-a7cc-1ce68c8c1bc8" providerId="ADAL" clId="{87CD14E1-0E15-4C44-9266-5942BFE6311D}" dt="2022-03-17T02:16:13.967" v="1012" actId="478"/>
          <ac:picMkLst>
            <pc:docMk/>
            <pc:sldMk cId="782627768" sldId="297"/>
            <ac:picMk id="5" creationId="{CA72CF95-DA9C-41F8-8694-D4082B31C20C}"/>
          </ac:picMkLst>
        </pc:picChg>
        <pc:picChg chg="add">
          <ac:chgData name="徐志嘉" userId="4f4e22b3-2ff2-4e81-a7cc-1ce68c8c1bc8" providerId="ADAL" clId="{87CD14E1-0E15-4C44-9266-5942BFE6311D}" dt="2022-03-17T02:16:44.232" v="1014" actId="22"/>
          <ac:picMkLst>
            <pc:docMk/>
            <pc:sldMk cId="782627768" sldId="297"/>
            <ac:picMk id="6" creationId="{1F9BBA43-E0EF-4684-A01B-3CAEE8B43BEC}"/>
          </ac:picMkLst>
        </pc:picChg>
        <pc:picChg chg="del">
          <ac:chgData name="徐志嘉" userId="4f4e22b3-2ff2-4e81-a7cc-1ce68c8c1bc8" providerId="ADAL" clId="{87CD14E1-0E15-4C44-9266-5942BFE6311D}" dt="2022-03-17T02:16:14.428" v="1013" actId="478"/>
          <ac:picMkLst>
            <pc:docMk/>
            <pc:sldMk cId="782627768" sldId="297"/>
            <ac:picMk id="7" creationId="{8339BC46-B225-4302-BC4A-071188C1CCC3}"/>
          </ac:picMkLst>
        </pc:picChg>
      </pc:sldChg>
      <pc:sldChg chg="addSp delSp modSp add mod modNotesTx">
        <pc:chgData name="徐志嘉" userId="4f4e22b3-2ff2-4e81-a7cc-1ce68c8c1bc8" providerId="ADAL" clId="{87CD14E1-0E15-4C44-9266-5942BFE6311D}" dt="2022-03-17T02:32:52.471" v="1229" actId="20577"/>
        <pc:sldMkLst>
          <pc:docMk/>
          <pc:sldMk cId="1802177968" sldId="298"/>
        </pc:sldMkLst>
        <pc:spChg chg="del mod">
          <ac:chgData name="徐志嘉" userId="4f4e22b3-2ff2-4e81-a7cc-1ce68c8c1bc8" providerId="ADAL" clId="{87CD14E1-0E15-4C44-9266-5942BFE6311D}" dt="2022-03-17T02:19:31.854" v="1036" actId="478"/>
          <ac:spMkLst>
            <pc:docMk/>
            <pc:sldMk cId="1802177968" sldId="298"/>
            <ac:spMk id="3" creationId="{830D4498-FBE3-4933-99F1-24BC79C169EF}"/>
          </ac:spMkLst>
        </pc:spChg>
        <pc:spChg chg="add mod">
          <ac:chgData name="徐志嘉" userId="4f4e22b3-2ff2-4e81-a7cc-1ce68c8c1bc8" providerId="ADAL" clId="{87CD14E1-0E15-4C44-9266-5942BFE6311D}" dt="2022-03-17T02:19:53.860" v="1037" actId="1582"/>
          <ac:spMkLst>
            <pc:docMk/>
            <pc:sldMk cId="1802177968" sldId="298"/>
            <ac:spMk id="7" creationId="{B81D5F88-3316-45FA-AB70-694D2B81A3DC}"/>
          </ac:spMkLst>
        </pc:spChg>
        <pc:spChg chg="add mod">
          <ac:chgData name="徐志嘉" userId="4f4e22b3-2ff2-4e81-a7cc-1ce68c8c1bc8" providerId="ADAL" clId="{87CD14E1-0E15-4C44-9266-5942BFE6311D}" dt="2022-03-17T02:20:00.868" v="1038" actId="1582"/>
          <ac:spMkLst>
            <pc:docMk/>
            <pc:sldMk cId="1802177968" sldId="298"/>
            <ac:spMk id="8" creationId="{7E8E803B-0BCD-42BD-9CB0-5589284C33CD}"/>
          </ac:spMkLst>
        </pc:spChg>
        <pc:picChg chg="add mod">
          <ac:chgData name="徐志嘉" userId="4f4e22b3-2ff2-4e81-a7cc-1ce68c8c1bc8" providerId="ADAL" clId="{87CD14E1-0E15-4C44-9266-5942BFE6311D}" dt="2022-03-17T02:18:46.220" v="1029" actId="1076"/>
          <ac:picMkLst>
            <pc:docMk/>
            <pc:sldMk cId="1802177968" sldId="298"/>
            <ac:picMk id="5" creationId="{63583005-13AE-4337-8088-D40046EEB940}"/>
          </ac:picMkLst>
        </pc:picChg>
        <pc:picChg chg="mod modCrop">
          <ac:chgData name="徐志嘉" userId="4f4e22b3-2ff2-4e81-a7cc-1ce68c8c1bc8" providerId="ADAL" clId="{87CD14E1-0E15-4C44-9266-5942BFE6311D}" dt="2022-03-17T02:19:17.430" v="1034" actId="732"/>
          <ac:picMkLst>
            <pc:docMk/>
            <pc:sldMk cId="1802177968" sldId="298"/>
            <ac:picMk id="6" creationId="{1F9BBA43-E0EF-4684-A01B-3CAEE8B43BEC}"/>
          </ac:picMkLst>
        </pc:picChg>
      </pc:sldChg>
      <pc:sldChg chg="add del ord">
        <pc:chgData name="徐志嘉" userId="4f4e22b3-2ff2-4e81-a7cc-1ce68c8c1bc8" providerId="ADAL" clId="{87CD14E1-0E15-4C44-9266-5942BFE6311D}" dt="2022-03-17T02:22:48.682" v="1043" actId="47"/>
        <pc:sldMkLst>
          <pc:docMk/>
          <pc:sldMk cId="1417277996" sldId="299"/>
        </pc:sldMkLst>
      </pc:sldChg>
      <pc:sldChg chg="addSp delSp modSp add mod modNotesTx">
        <pc:chgData name="徐志嘉" userId="4f4e22b3-2ff2-4e81-a7cc-1ce68c8c1bc8" providerId="ADAL" clId="{87CD14E1-0E15-4C44-9266-5942BFE6311D}" dt="2022-03-17T02:33:00.485" v="1247" actId="20577"/>
        <pc:sldMkLst>
          <pc:docMk/>
          <pc:sldMk cId="1334318311" sldId="300"/>
        </pc:sldMkLst>
        <pc:spChg chg="del mod">
          <ac:chgData name="徐志嘉" userId="4f4e22b3-2ff2-4e81-a7cc-1ce68c8c1bc8" providerId="ADAL" clId="{87CD14E1-0E15-4C44-9266-5942BFE6311D}" dt="2022-03-17T02:24:22.718" v="1056" actId="478"/>
          <ac:spMkLst>
            <pc:docMk/>
            <pc:sldMk cId="1334318311" sldId="300"/>
            <ac:spMk id="7" creationId="{B81D5F88-3316-45FA-AB70-694D2B81A3DC}"/>
          </ac:spMkLst>
        </pc:spChg>
        <pc:spChg chg="del">
          <ac:chgData name="徐志嘉" userId="4f4e22b3-2ff2-4e81-a7cc-1ce68c8c1bc8" providerId="ADAL" clId="{87CD14E1-0E15-4C44-9266-5942BFE6311D}" dt="2022-03-17T02:22:54.069" v="1045" actId="478"/>
          <ac:spMkLst>
            <pc:docMk/>
            <pc:sldMk cId="1334318311" sldId="300"/>
            <ac:spMk id="8" creationId="{7E8E803B-0BCD-42BD-9CB0-5589284C33CD}"/>
          </ac:spMkLst>
        </pc:spChg>
        <pc:picChg chg="add del mod">
          <ac:chgData name="徐志嘉" userId="4f4e22b3-2ff2-4e81-a7cc-1ce68c8c1bc8" providerId="ADAL" clId="{87CD14E1-0E15-4C44-9266-5942BFE6311D}" dt="2022-03-17T02:24:26.262" v="1058" actId="478"/>
          <ac:picMkLst>
            <pc:docMk/>
            <pc:sldMk cId="1334318311" sldId="300"/>
            <ac:picMk id="4" creationId="{E9467C89-486E-4877-9978-A6904B479832}"/>
          </ac:picMkLst>
        </pc:picChg>
        <pc:picChg chg="del">
          <ac:chgData name="徐志嘉" userId="4f4e22b3-2ff2-4e81-a7cc-1ce68c8c1bc8" providerId="ADAL" clId="{87CD14E1-0E15-4C44-9266-5942BFE6311D}" dt="2022-03-17T02:22:52.692" v="1044" actId="478"/>
          <ac:picMkLst>
            <pc:docMk/>
            <pc:sldMk cId="1334318311" sldId="300"/>
            <ac:picMk id="5" creationId="{63583005-13AE-4337-8088-D40046EEB940}"/>
          </ac:picMkLst>
        </pc:picChg>
        <pc:picChg chg="del mod modCrop">
          <ac:chgData name="徐志嘉" userId="4f4e22b3-2ff2-4e81-a7cc-1ce68c8c1bc8" providerId="ADAL" clId="{87CD14E1-0E15-4C44-9266-5942BFE6311D}" dt="2022-03-17T02:24:23.557" v="1057" actId="478"/>
          <ac:picMkLst>
            <pc:docMk/>
            <pc:sldMk cId="1334318311" sldId="300"/>
            <ac:picMk id="6" creationId="{1F9BBA43-E0EF-4684-A01B-3CAEE8B43BEC}"/>
          </ac:picMkLst>
        </pc:picChg>
        <pc:picChg chg="add">
          <ac:chgData name="徐志嘉" userId="4f4e22b3-2ff2-4e81-a7cc-1ce68c8c1bc8" providerId="ADAL" clId="{87CD14E1-0E15-4C44-9266-5942BFE6311D}" dt="2022-03-17T02:24:27.221" v="1059" actId="22"/>
          <ac:picMkLst>
            <pc:docMk/>
            <pc:sldMk cId="1334318311" sldId="300"/>
            <ac:picMk id="10" creationId="{8D3A3AC4-F067-40B9-BD9B-C7BCAC466931}"/>
          </ac:picMkLst>
        </pc:picChg>
      </pc:sldChg>
      <pc:sldChg chg="addSp delSp modSp add mod modNotesTx">
        <pc:chgData name="徐志嘉" userId="4f4e22b3-2ff2-4e81-a7cc-1ce68c8c1bc8" providerId="ADAL" clId="{87CD14E1-0E15-4C44-9266-5942BFE6311D}" dt="2022-03-17T02:33:07.159" v="1255" actId="20577"/>
        <pc:sldMkLst>
          <pc:docMk/>
          <pc:sldMk cId="1570533634" sldId="301"/>
        </pc:sldMkLst>
        <pc:spChg chg="mod">
          <ac:chgData name="徐志嘉" userId="4f4e22b3-2ff2-4e81-a7cc-1ce68c8c1bc8" providerId="ADAL" clId="{87CD14E1-0E15-4C44-9266-5942BFE6311D}" dt="2022-03-17T02:29:40.898" v="1061"/>
          <ac:spMkLst>
            <pc:docMk/>
            <pc:sldMk cId="1570533634" sldId="301"/>
            <ac:spMk id="2" creationId="{AB338E44-7141-432A-9938-C602FC72868A}"/>
          </ac:spMkLst>
        </pc:spChg>
        <pc:picChg chg="add mod">
          <ac:chgData name="徐志嘉" userId="4f4e22b3-2ff2-4e81-a7cc-1ce68c8c1bc8" providerId="ADAL" clId="{87CD14E1-0E15-4C44-9266-5942BFE6311D}" dt="2022-03-17T02:29:57.731" v="1064" actId="1076"/>
          <ac:picMkLst>
            <pc:docMk/>
            <pc:sldMk cId="1570533634" sldId="301"/>
            <ac:picMk id="4" creationId="{D3F488D8-A989-4CA0-B2DD-408CC4EB0CB0}"/>
          </ac:picMkLst>
        </pc:picChg>
        <pc:picChg chg="del">
          <ac:chgData name="徐志嘉" userId="4f4e22b3-2ff2-4e81-a7cc-1ce68c8c1bc8" providerId="ADAL" clId="{87CD14E1-0E15-4C44-9266-5942BFE6311D}" dt="2022-03-17T02:29:54.111" v="1062" actId="478"/>
          <ac:picMkLst>
            <pc:docMk/>
            <pc:sldMk cId="1570533634" sldId="301"/>
            <ac:picMk id="10" creationId="{8D3A3AC4-F067-40B9-BD9B-C7BCAC466931}"/>
          </ac:picMkLst>
        </pc:picChg>
      </pc:sldChg>
      <pc:sldChg chg="addSp modSp new mod">
        <pc:chgData name="徐志嘉" userId="4f4e22b3-2ff2-4e81-a7cc-1ce68c8c1bc8" providerId="ADAL" clId="{87CD14E1-0E15-4C44-9266-5942BFE6311D}" dt="2022-03-17T02:36:49.811" v="1341" actId="1035"/>
        <pc:sldMkLst>
          <pc:docMk/>
          <pc:sldMk cId="483976982" sldId="302"/>
        </pc:sldMkLst>
        <pc:spChg chg="mod">
          <ac:chgData name="徐志嘉" userId="4f4e22b3-2ff2-4e81-a7cc-1ce68c8c1bc8" providerId="ADAL" clId="{87CD14E1-0E15-4C44-9266-5942BFE6311D}" dt="2022-03-17T02:35:36.886" v="1321" actId="20577"/>
          <ac:spMkLst>
            <pc:docMk/>
            <pc:sldMk cId="483976982" sldId="302"/>
            <ac:spMk id="2" creationId="{A193FB13-200B-4013-8E30-5EB53D3D77FE}"/>
          </ac:spMkLst>
        </pc:spChg>
        <pc:spChg chg="mod">
          <ac:chgData name="徐志嘉" userId="4f4e22b3-2ff2-4e81-a7cc-1ce68c8c1bc8" providerId="ADAL" clId="{87CD14E1-0E15-4C44-9266-5942BFE6311D}" dt="2022-03-17T02:36:44.080" v="1334" actId="6549"/>
          <ac:spMkLst>
            <pc:docMk/>
            <pc:sldMk cId="483976982" sldId="302"/>
            <ac:spMk id="3" creationId="{E8C2330B-B92E-46AC-8A4E-7921BC32283B}"/>
          </ac:spMkLst>
        </pc:spChg>
        <pc:picChg chg="add mod">
          <ac:chgData name="徐志嘉" userId="4f4e22b3-2ff2-4e81-a7cc-1ce68c8c1bc8" providerId="ADAL" clId="{87CD14E1-0E15-4C44-9266-5942BFE6311D}" dt="2022-03-17T02:36:46.669" v="1335" actId="1035"/>
          <ac:picMkLst>
            <pc:docMk/>
            <pc:sldMk cId="483976982" sldId="302"/>
            <ac:picMk id="5" creationId="{7FC8D787-0BEA-4590-AE05-9D3A68006721}"/>
          </ac:picMkLst>
        </pc:picChg>
        <pc:picChg chg="add mod">
          <ac:chgData name="徐志嘉" userId="4f4e22b3-2ff2-4e81-a7cc-1ce68c8c1bc8" providerId="ADAL" clId="{87CD14E1-0E15-4C44-9266-5942BFE6311D}" dt="2022-03-17T02:36:49.811" v="1341" actId="1035"/>
          <ac:picMkLst>
            <pc:docMk/>
            <pc:sldMk cId="483976982" sldId="302"/>
            <ac:picMk id="7" creationId="{A14E481C-2CB0-4B28-A1AD-239BA0EC1C23}"/>
          </ac:picMkLst>
        </pc:picChg>
      </pc:sldChg>
      <pc:sldChg chg="modSp add mod ord modNotesTx">
        <pc:chgData name="徐志嘉" userId="4f4e22b3-2ff2-4e81-a7cc-1ce68c8c1bc8" providerId="ADAL" clId="{87CD14E1-0E15-4C44-9266-5942BFE6311D}" dt="2022-03-21T01:45:50.023" v="1516" actId="5793"/>
        <pc:sldMkLst>
          <pc:docMk/>
          <pc:sldMk cId="2146977204" sldId="303"/>
        </pc:sldMkLst>
        <pc:spChg chg="mod">
          <ac:chgData name="徐志嘉" userId="4f4e22b3-2ff2-4e81-a7cc-1ce68c8c1bc8" providerId="ADAL" clId="{87CD14E1-0E15-4C44-9266-5942BFE6311D}" dt="2022-03-21T01:28:51.079" v="1358" actId="20577"/>
          <ac:spMkLst>
            <pc:docMk/>
            <pc:sldMk cId="2146977204" sldId="303"/>
            <ac:spMk id="4" creationId="{00000000-0000-0000-0000-000000000000}"/>
          </ac:spMkLst>
        </pc:spChg>
        <pc:spChg chg="mod">
          <ac:chgData name="徐志嘉" userId="4f4e22b3-2ff2-4e81-a7cc-1ce68c8c1bc8" providerId="ADAL" clId="{87CD14E1-0E15-4C44-9266-5942BFE6311D}" dt="2022-03-21T01:29:06.128" v="1363" actId="20577"/>
          <ac:spMkLst>
            <pc:docMk/>
            <pc:sldMk cId="2146977204" sldId="303"/>
            <ac:spMk id="5" creationId="{00000000-0000-0000-0000-000000000000}"/>
          </ac:spMkLst>
        </pc:spChg>
      </pc:sldChg>
      <pc:sldChg chg="addSp delSp modSp new mod modNotesTx">
        <pc:chgData name="徐志嘉" userId="4f4e22b3-2ff2-4e81-a7cc-1ce68c8c1bc8" providerId="ADAL" clId="{87CD14E1-0E15-4C44-9266-5942BFE6311D}" dt="2022-03-21T02:57:13.273" v="1677" actId="1076"/>
        <pc:sldMkLst>
          <pc:docMk/>
          <pc:sldMk cId="451876530" sldId="304"/>
        </pc:sldMkLst>
        <pc:spChg chg="mod">
          <ac:chgData name="徐志嘉" userId="4f4e22b3-2ff2-4e81-a7cc-1ce68c8c1bc8" providerId="ADAL" clId="{87CD14E1-0E15-4C44-9266-5942BFE6311D}" dt="2022-03-21T01:32:37.485" v="1398" actId="20577"/>
          <ac:spMkLst>
            <pc:docMk/>
            <pc:sldMk cId="451876530" sldId="304"/>
            <ac:spMk id="2" creationId="{46EA3580-8EB9-46A4-ABA2-E2F823419C91}"/>
          </ac:spMkLst>
        </pc:spChg>
        <pc:spChg chg="del">
          <ac:chgData name="徐志嘉" userId="4f4e22b3-2ff2-4e81-a7cc-1ce68c8c1bc8" providerId="ADAL" clId="{87CD14E1-0E15-4C44-9266-5942BFE6311D}" dt="2022-03-21T01:32:18.890" v="1369" actId="22"/>
          <ac:spMkLst>
            <pc:docMk/>
            <pc:sldMk cId="451876530" sldId="304"/>
            <ac:spMk id="3" creationId="{56CCDF4D-C438-4EC9-915D-64E56185CCF3}"/>
          </ac:spMkLst>
        </pc:spChg>
        <pc:picChg chg="add del">
          <ac:chgData name="徐志嘉" userId="4f4e22b3-2ff2-4e81-a7cc-1ce68c8c1bc8" providerId="ADAL" clId="{87CD14E1-0E15-4C44-9266-5942BFE6311D}" dt="2022-03-21T01:32:17.884" v="1368" actId="22"/>
          <ac:picMkLst>
            <pc:docMk/>
            <pc:sldMk cId="451876530" sldId="304"/>
            <ac:picMk id="5" creationId="{D5ADD5AA-F1A9-4405-9BD0-A06D1DF98880}"/>
          </ac:picMkLst>
        </pc:picChg>
        <pc:picChg chg="add mod ord">
          <ac:chgData name="徐志嘉" userId="4f4e22b3-2ff2-4e81-a7cc-1ce68c8c1bc8" providerId="ADAL" clId="{87CD14E1-0E15-4C44-9266-5942BFE6311D}" dt="2022-03-21T02:57:13.273" v="1677" actId="1076"/>
          <ac:picMkLst>
            <pc:docMk/>
            <pc:sldMk cId="451876530" sldId="304"/>
            <ac:picMk id="7" creationId="{4CA2E951-F193-4321-BDA4-C96CF749DD98}"/>
          </ac:picMkLst>
        </pc:picChg>
      </pc:sldChg>
      <pc:sldChg chg="addSp delSp modSp new mod modNotesTx">
        <pc:chgData name="徐志嘉" userId="4f4e22b3-2ff2-4e81-a7cc-1ce68c8c1bc8" providerId="ADAL" clId="{87CD14E1-0E15-4C44-9266-5942BFE6311D}" dt="2022-03-21T01:42:22.461" v="1459" actId="20577"/>
        <pc:sldMkLst>
          <pc:docMk/>
          <pc:sldMk cId="3030854859" sldId="305"/>
        </pc:sldMkLst>
        <pc:spChg chg="mod">
          <ac:chgData name="徐志嘉" userId="4f4e22b3-2ff2-4e81-a7cc-1ce68c8c1bc8" providerId="ADAL" clId="{87CD14E1-0E15-4C44-9266-5942BFE6311D}" dt="2022-03-21T01:39:02.930" v="1403" actId="20577"/>
          <ac:spMkLst>
            <pc:docMk/>
            <pc:sldMk cId="3030854859" sldId="305"/>
            <ac:spMk id="2" creationId="{B179FF29-FEE9-42E3-85F5-A6941EB7B799}"/>
          </ac:spMkLst>
        </pc:spChg>
        <pc:spChg chg="add del">
          <ac:chgData name="徐志嘉" userId="4f4e22b3-2ff2-4e81-a7cc-1ce68c8c1bc8" providerId="ADAL" clId="{87CD14E1-0E15-4C44-9266-5942BFE6311D}" dt="2022-03-21T01:39:20.094" v="1406" actId="22"/>
          <ac:spMkLst>
            <pc:docMk/>
            <pc:sldMk cId="3030854859" sldId="305"/>
            <ac:spMk id="3" creationId="{E5143C6E-8732-4381-BD43-85DCAA179BA3}"/>
          </ac:spMkLst>
        </pc:spChg>
        <pc:picChg chg="add del mod ord">
          <ac:chgData name="徐志嘉" userId="4f4e22b3-2ff2-4e81-a7cc-1ce68c8c1bc8" providerId="ADAL" clId="{87CD14E1-0E15-4C44-9266-5942BFE6311D}" dt="2022-03-21T01:39:18.686" v="1405" actId="22"/>
          <ac:picMkLst>
            <pc:docMk/>
            <pc:sldMk cId="3030854859" sldId="305"/>
            <ac:picMk id="5" creationId="{711415FA-5820-497B-9372-6EFAE646646A}"/>
          </ac:picMkLst>
        </pc:picChg>
        <pc:picChg chg="add mod ord">
          <ac:chgData name="徐志嘉" userId="4f4e22b3-2ff2-4e81-a7cc-1ce68c8c1bc8" providerId="ADAL" clId="{87CD14E1-0E15-4C44-9266-5942BFE6311D}" dt="2022-03-21T01:41:42.247" v="1413" actId="465"/>
          <ac:picMkLst>
            <pc:docMk/>
            <pc:sldMk cId="3030854859" sldId="305"/>
            <ac:picMk id="7" creationId="{E5167115-96DD-40C5-A111-02A2C7AB1274}"/>
          </ac:picMkLst>
        </pc:picChg>
        <pc:picChg chg="add mod">
          <ac:chgData name="徐志嘉" userId="4f4e22b3-2ff2-4e81-a7cc-1ce68c8c1bc8" providerId="ADAL" clId="{87CD14E1-0E15-4C44-9266-5942BFE6311D}" dt="2022-03-21T01:40:08.297" v="1408" actId="1076"/>
          <ac:picMkLst>
            <pc:docMk/>
            <pc:sldMk cId="3030854859" sldId="305"/>
            <ac:picMk id="9" creationId="{B1B8BBE9-D50F-4650-8847-4081AB177CA4}"/>
          </ac:picMkLst>
        </pc:picChg>
        <pc:picChg chg="add mod">
          <ac:chgData name="徐志嘉" userId="4f4e22b3-2ff2-4e81-a7cc-1ce68c8c1bc8" providerId="ADAL" clId="{87CD14E1-0E15-4C44-9266-5942BFE6311D}" dt="2022-03-21T01:41:30.487" v="1412" actId="1076"/>
          <ac:picMkLst>
            <pc:docMk/>
            <pc:sldMk cId="3030854859" sldId="305"/>
            <ac:picMk id="11" creationId="{04CB20E0-E754-4A48-9041-9855C64E25CD}"/>
          </ac:picMkLst>
        </pc:picChg>
      </pc:sldChg>
      <pc:sldChg chg="addSp delSp modSp new mod modNotesTx">
        <pc:chgData name="徐志嘉" userId="4f4e22b3-2ff2-4e81-a7cc-1ce68c8c1bc8" providerId="ADAL" clId="{87CD14E1-0E15-4C44-9266-5942BFE6311D}" dt="2022-03-21T01:51:25.733" v="1670" actId="20577"/>
        <pc:sldMkLst>
          <pc:docMk/>
          <pc:sldMk cId="2669623890" sldId="306"/>
        </pc:sldMkLst>
        <pc:spChg chg="mod">
          <ac:chgData name="徐志嘉" userId="4f4e22b3-2ff2-4e81-a7cc-1ce68c8c1bc8" providerId="ADAL" clId="{87CD14E1-0E15-4C44-9266-5942BFE6311D}" dt="2022-03-21T01:49:30.378" v="1577" actId="20577"/>
          <ac:spMkLst>
            <pc:docMk/>
            <pc:sldMk cId="2669623890" sldId="306"/>
            <ac:spMk id="2" creationId="{7F9C87EF-9E12-460C-BBA1-5345C3E96DCA}"/>
          </ac:spMkLst>
        </pc:spChg>
        <pc:spChg chg="del">
          <ac:chgData name="徐志嘉" userId="4f4e22b3-2ff2-4e81-a7cc-1ce68c8c1bc8" providerId="ADAL" clId="{87CD14E1-0E15-4C44-9266-5942BFE6311D}" dt="2022-03-21T01:49:22.868" v="1569" actId="22"/>
          <ac:spMkLst>
            <pc:docMk/>
            <pc:sldMk cId="2669623890" sldId="306"/>
            <ac:spMk id="3" creationId="{4CDE59E4-AF7C-4CA9-96B6-2A0A32EB4068}"/>
          </ac:spMkLst>
        </pc:spChg>
        <pc:picChg chg="add del">
          <ac:chgData name="徐志嘉" userId="4f4e22b3-2ff2-4e81-a7cc-1ce68c8c1bc8" providerId="ADAL" clId="{87CD14E1-0E15-4C44-9266-5942BFE6311D}" dt="2022-03-21T01:49:22.251" v="1568" actId="22"/>
          <ac:picMkLst>
            <pc:docMk/>
            <pc:sldMk cId="2669623890" sldId="306"/>
            <ac:picMk id="5" creationId="{B7C38331-22CE-42B3-8336-02B747BA51D1}"/>
          </ac:picMkLst>
        </pc:picChg>
        <pc:picChg chg="add mod ord">
          <ac:chgData name="徐志嘉" userId="4f4e22b3-2ff2-4e81-a7cc-1ce68c8c1bc8" providerId="ADAL" clId="{87CD14E1-0E15-4C44-9266-5942BFE6311D}" dt="2022-03-21T01:49:22.868" v="1569" actId="22"/>
          <ac:picMkLst>
            <pc:docMk/>
            <pc:sldMk cId="2669623890" sldId="306"/>
            <ac:picMk id="7" creationId="{22CBE99D-EB44-4451-A04D-F56642110D9D}"/>
          </ac:picMkLst>
        </pc:picChg>
      </pc:sldChg>
      <pc:sldChg chg="new del">
        <pc:chgData name="徐志嘉" userId="4f4e22b3-2ff2-4e81-a7cc-1ce68c8c1bc8" providerId="ADAL" clId="{87CD14E1-0E15-4C44-9266-5942BFE6311D}" dt="2022-03-21T01:52:19.975" v="1675" actId="47"/>
        <pc:sldMkLst>
          <pc:docMk/>
          <pc:sldMk cId="2064059260" sldId="307"/>
        </pc:sldMkLst>
      </pc:sldChg>
      <pc:sldChg chg="addSp delSp modSp add mod">
        <pc:chgData name="徐志嘉" userId="4f4e22b3-2ff2-4e81-a7cc-1ce68c8c1bc8" providerId="ADAL" clId="{87CD14E1-0E15-4C44-9266-5942BFE6311D}" dt="2022-03-21T01:52:13.763" v="1674" actId="22"/>
        <pc:sldMkLst>
          <pc:docMk/>
          <pc:sldMk cId="1947285143" sldId="308"/>
        </pc:sldMkLst>
        <pc:spChg chg="add del mod">
          <ac:chgData name="徐志嘉" userId="4f4e22b3-2ff2-4e81-a7cc-1ce68c8c1bc8" providerId="ADAL" clId="{87CD14E1-0E15-4C44-9266-5942BFE6311D}" dt="2022-03-21T01:52:13.763" v="1674" actId="22"/>
          <ac:spMkLst>
            <pc:docMk/>
            <pc:sldMk cId="1947285143" sldId="308"/>
            <ac:spMk id="4" creationId="{6BC02172-F111-40CB-A7A9-70EA604FD715}"/>
          </ac:spMkLst>
        </pc:spChg>
        <pc:picChg chg="add mod ord">
          <ac:chgData name="徐志嘉" userId="4f4e22b3-2ff2-4e81-a7cc-1ce68c8c1bc8" providerId="ADAL" clId="{87CD14E1-0E15-4C44-9266-5942BFE6311D}" dt="2022-03-21T01:52:13.763" v="1674" actId="22"/>
          <ac:picMkLst>
            <pc:docMk/>
            <pc:sldMk cId="1947285143" sldId="308"/>
            <ac:picMk id="6" creationId="{2F829FE1-F6FE-4807-BBAC-ECAA01C6AF10}"/>
          </ac:picMkLst>
        </pc:picChg>
        <pc:picChg chg="del">
          <ac:chgData name="徐志嘉" userId="4f4e22b3-2ff2-4e81-a7cc-1ce68c8c1bc8" providerId="ADAL" clId="{87CD14E1-0E15-4C44-9266-5942BFE6311D}" dt="2022-03-21T01:52:12.103" v="1673" actId="478"/>
          <ac:picMkLst>
            <pc:docMk/>
            <pc:sldMk cId="1947285143" sldId="308"/>
            <ac:picMk id="7" creationId="{22CBE99D-EB44-4451-A04D-F56642110D9D}"/>
          </ac:picMkLst>
        </pc:picChg>
      </pc:sldChg>
      <pc:sldChg chg="modSp add mod ord">
        <pc:chgData name="徐志嘉" userId="4f4e22b3-2ff2-4e81-a7cc-1ce68c8c1bc8" providerId="ADAL" clId="{87CD14E1-0E15-4C44-9266-5942BFE6311D}" dt="2022-03-23T15:03:01.165" v="1688" actId="255"/>
        <pc:sldMkLst>
          <pc:docMk/>
          <pc:sldMk cId="120499376" sldId="309"/>
        </pc:sldMkLst>
        <pc:spChg chg="mod">
          <ac:chgData name="徐志嘉" userId="4f4e22b3-2ff2-4e81-a7cc-1ce68c8c1bc8" providerId="ADAL" clId="{87CD14E1-0E15-4C44-9266-5942BFE6311D}" dt="2022-03-23T15:03:01.165" v="1688" actId="255"/>
          <ac:spMkLst>
            <pc:docMk/>
            <pc:sldMk cId="120499376" sldId="309"/>
            <ac:spMk id="4" creationId="{00000000-0000-0000-0000-000000000000}"/>
          </ac:spMkLst>
        </pc:spChg>
        <pc:spChg chg="mod">
          <ac:chgData name="徐志嘉" userId="4f4e22b3-2ff2-4e81-a7cc-1ce68c8c1bc8" providerId="ADAL" clId="{87CD14E1-0E15-4C44-9266-5942BFE6311D}" dt="2022-03-23T12:39:32.026" v="1682" actId="20577"/>
          <ac:spMkLst>
            <pc:docMk/>
            <pc:sldMk cId="120499376" sldId="309"/>
            <ac:spMk id="5" creationId="{00000000-0000-0000-0000-000000000000}"/>
          </ac:spMkLst>
        </pc:spChg>
      </pc:sldChg>
      <pc:sldChg chg="addSp delSp modSp new mod modNotesTx">
        <pc:chgData name="徐志嘉" userId="4f4e22b3-2ff2-4e81-a7cc-1ce68c8c1bc8" providerId="ADAL" clId="{87CD14E1-0E15-4C44-9266-5942BFE6311D}" dt="2022-03-23T15:12:28.901" v="2024" actId="20577"/>
        <pc:sldMkLst>
          <pc:docMk/>
          <pc:sldMk cId="3540639828" sldId="310"/>
        </pc:sldMkLst>
        <pc:spChg chg="mod">
          <ac:chgData name="徐志嘉" userId="4f4e22b3-2ff2-4e81-a7cc-1ce68c8c1bc8" providerId="ADAL" clId="{87CD14E1-0E15-4C44-9266-5942BFE6311D}" dt="2022-03-23T15:04:42.364" v="1700" actId="20577"/>
          <ac:spMkLst>
            <pc:docMk/>
            <pc:sldMk cId="3540639828" sldId="310"/>
            <ac:spMk id="2" creationId="{6C1725A7-1CE4-46E9-839F-CE4395AD2555}"/>
          </ac:spMkLst>
        </pc:spChg>
        <pc:spChg chg="del">
          <ac:chgData name="徐志嘉" userId="4f4e22b3-2ff2-4e81-a7cc-1ce68c8c1bc8" providerId="ADAL" clId="{87CD14E1-0E15-4C44-9266-5942BFE6311D}" dt="2022-03-23T15:04:00.321" v="1690" actId="22"/>
          <ac:spMkLst>
            <pc:docMk/>
            <pc:sldMk cId="3540639828" sldId="310"/>
            <ac:spMk id="3" creationId="{3B7C71E2-4BD6-4A8B-B463-64B690545D24}"/>
          </ac:spMkLst>
        </pc:spChg>
        <pc:picChg chg="add mod ord">
          <ac:chgData name="徐志嘉" userId="4f4e22b3-2ff2-4e81-a7cc-1ce68c8c1bc8" providerId="ADAL" clId="{87CD14E1-0E15-4C44-9266-5942BFE6311D}" dt="2022-03-23T15:04:00.321" v="1690" actId="22"/>
          <ac:picMkLst>
            <pc:docMk/>
            <pc:sldMk cId="3540639828" sldId="310"/>
            <ac:picMk id="5" creationId="{45DA788A-55F6-4DFE-B2BE-12D0B517CF2F}"/>
          </ac:picMkLst>
        </pc:picChg>
      </pc:sldChg>
      <pc:sldChg chg="addSp delSp modSp new mod modNotesTx">
        <pc:chgData name="徐志嘉" userId="4f4e22b3-2ff2-4e81-a7cc-1ce68c8c1bc8" providerId="ADAL" clId="{87CD14E1-0E15-4C44-9266-5942BFE6311D}" dt="2022-03-23T15:24:29.063" v="2137" actId="20577"/>
        <pc:sldMkLst>
          <pc:docMk/>
          <pc:sldMk cId="64053434" sldId="311"/>
        </pc:sldMkLst>
        <pc:spChg chg="mod">
          <ac:chgData name="徐志嘉" userId="4f4e22b3-2ff2-4e81-a7cc-1ce68c8c1bc8" providerId="ADAL" clId="{87CD14E1-0E15-4C44-9266-5942BFE6311D}" dt="2022-03-23T15:24:29.063" v="2137" actId="20577"/>
          <ac:spMkLst>
            <pc:docMk/>
            <pc:sldMk cId="64053434" sldId="311"/>
            <ac:spMk id="2" creationId="{863ABF5C-85D2-4335-BECB-40FF119CBEA2}"/>
          </ac:spMkLst>
        </pc:spChg>
        <pc:spChg chg="del">
          <ac:chgData name="徐志嘉" userId="4f4e22b3-2ff2-4e81-a7cc-1ce68c8c1bc8" providerId="ADAL" clId="{87CD14E1-0E15-4C44-9266-5942BFE6311D}" dt="2022-03-23T15:05:06.910" v="1702" actId="22"/>
          <ac:spMkLst>
            <pc:docMk/>
            <pc:sldMk cId="64053434" sldId="311"/>
            <ac:spMk id="3" creationId="{802D57FA-52B0-4721-AA0F-0D2562B9D543}"/>
          </ac:spMkLst>
        </pc:spChg>
        <pc:picChg chg="add mod ord">
          <ac:chgData name="徐志嘉" userId="4f4e22b3-2ff2-4e81-a7cc-1ce68c8c1bc8" providerId="ADAL" clId="{87CD14E1-0E15-4C44-9266-5942BFE6311D}" dt="2022-03-23T15:05:06.910" v="1702" actId="22"/>
          <ac:picMkLst>
            <pc:docMk/>
            <pc:sldMk cId="64053434" sldId="311"/>
            <ac:picMk id="5" creationId="{0A88EFEF-490E-4D5E-8DA2-EA6C04CE5C72}"/>
          </ac:picMkLst>
        </pc:picChg>
        <pc:picChg chg="add del">
          <ac:chgData name="徐志嘉" userId="4f4e22b3-2ff2-4e81-a7cc-1ce68c8c1bc8" providerId="ADAL" clId="{87CD14E1-0E15-4C44-9266-5942BFE6311D}" dt="2022-03-23T15:23:25.420" v="2122" actId="478"/>
          <ac:picMkLst>
            <pc:docMk/>
            <pc:sldMk cId="64053434" sldId="311"/>
            <ac:picMk id="7" creationId="{7CCA7ABF-6061-42AF-8FAC-B8CDE6E592B3}"/>
          </ac:picMkLst>
        </pc:picChg>
      </pc:sldChg>
      <pc:sldChg chg="addSp delSp modSp new mod modNotesTx">
        <pc:chgData name="徐志嘉" userId="4f4e22b3-2ff2-4e81-a7cc-1ce68c8c1bc8" providerId="ADAL" clId="{87CD14E1-0E15-4C44-9266-5942BFE6311D}" dt="2022-03-23T15:16:04.059" v="2070"/>
        <pc:sldMkLst>
          <pc:docMk/>
          <pc:sldMk cId="3592736422" sldId="312"/>
        </pc:sldMkLst>
        <pc:spChg chg="mod">
          <ac:chgData name="徐志嘉" userId="4f4e22b3-2ff2-4e81-a7cc-1ce68c8c1bc8" providerId="ADAL" clId="{87CD14E1-0E15-4C44-9266-5942BFE6311D}" dt="2022-03-23T15:15:20.480" v="2068"/>
          <ac:spMkLst>
            <pc:docMk/>
            <pc:sldMk cId="3592736422" sldId="312"/>
            <ac:spMk id="2" creationId="{CC4244C7-3DDC-4BAC-923C-EFBF4E2CE1FD}"/>
          </ac:spMkLst>
        </pc:spChg>
        <pc:spChg chg="del">
          <ac:chgData name="徐志嘉" userId="4f4e22b3-2ff2-4e81-a7cc-1ce68c8c1bc8" providerId="ADAL" clId="{87CD14E1-0E15-4C44-9266-5942BFE6311D}" dt="2022-03-23T15:15:34.861" v="2069" actId="22"/>
          <ac:spMkLst>
            <pc:docMk/>
            <pc:sldMk cId="3592736422" sldId="312"/>
            <ac:spMk id="3" creationId="{63A99AA8-05DC-4BDF-B363-9DE189CE2E2B}"/>
          </ac:spMkLst>
        </pc:spChg>
        <pc:picChg chg="add mod ord">
          <ac:chgData name="徐志嘉" userId="4f4e22b3-2ff2-4e81-a7cc-1ce68c8c1bc8" providerId="ADAL" clId="{87CD14E1-0E15-4C44-9266-5942BFE6311D}" dt="2022-03-23T15:15:34.861" v="2069" actId="22"/>
          <ac:picMkLst>
            <pc:docMk/>
            <pc:sldMk cId="3592736422" sldId="312"/>
            <ac:picMk id="5" creationId="{0C98DE71-B5CD-4F1F-AC7D-3EB381541CE8}"/>
          </ac:picMkLst>
        </pc:picChg>
      </pc:sldChg>
      <pc:sldChg chg="new del">
        <pc:chgData name="徐志嘉" userId="4f4e22b3-2ff2-4e81-a7cc-1ce68c8c1bc8" providerId="ADAL" clId="{87CD14E1-0E15-4C44-9266-5942BFE6311D}" dt="2022-03-23T15:16:14.610" v="2073" actId="47"/>
        <pc:sldMkLst>
          <pc:docMk/>
          <pc:sldMk cId="1610678164" sldId="313"/>
        </pc:sldMkLst>
      </pc:sldChg>
      <pc:sldChg chg="addSp delSp modSp add mod modNotesTx">
        <pc:chgData name="徐志嘉" userId="4f4e22b3-2ff2-4e81-a7cc-1ce68c8c1bc8" providerId="ADAL" clId="{87CD14E1-0E15-4C44-9266-5942BFE6311D}" dt="2022-03-23T15:21:31.286" v="2110" actId="20577"/>
        <pc:sldMkLst>
          <pc:docMk/>
          <pc:sldMk cId="797075773" sldId="314"/>
        </pc:sldMkLst>
        <pc:spChg chg="mod">
          <ac:chgData name="徐志嘉" userId="4f4e22b3-2ff2-4e81-a7cc-1ce68c8c1bc8" providerId="ADAL" clId="{87CD14E1-0E15-4C44-9266-5942BFE6311D}" dt="2022-03-23T15:20:50.408" v="2095" actId="20577"/>
          <ac:spMkLst>
            <pc:docMk/>
            <pc:sldMk cId="797075773" sldId="314"/>
            <ac:spMk id="2" creationId="{CC4244C7-3DDC-4BAC-923C-EFBF4E2CE1FD}"/>
          </ac:spMkLst>
        </pc:spChg>
        <pc:spChg chg="add del mod">
          <ac:chgData name="徐志嘉" userId="4f4e22b3-2ff2-4e81-a7cc-1ce68c8c1bc8" providerId="ADAL" clId="{87CD14E1-0E15-4C44-9266-5942BFE6311D}" dt="2022-03-23T15:20:35.639" v="2075" actId="22"/>
          <ac:spMkLst>
            <pc:docMk/>
            <pc:sldMk cId="797075773" sldId="314"/>
            <ac:spMk id="4" creationId="{E68D9224-BE74-4CDE-8D69-6627CF063237}"/>
          </ac:spMkLst>
        </pc:spChg>
        <pc:picChg chg="del">
          <ac:chgData name="徐志嘉" userId="4f4e22b3-2ff2-4e81-a7cc-1ce68c8c1bc8" providerId="ADAL" clId="{87CD14E1-0E15-4C44-9266-5942BFE6311D}" dt="2022-03-23T15:20:34.399" v="2074" actId="478"/>
          <ac:picMkLst>
            <pc:docMk/>
            <pc:sldMk cId="797075773" sldId="314"/>
            <ac:picMk id="5" creationId="{0C98DE71-B5CD-4F1F-AC7D-3EB381541CE8}"/>
          </ac:picMkLst>
        </pc:picChg>
        <pc:picChg chg="add mod ord">
          <ac:chgData name="徐志嘉" userId="4f4e22b3-2ff2-4e81-a7cc-1ce68c8c1bc8" providerId="ADAL" clId="{87CD14E1-0E15-4C44-9266-5942BFE6311D}" dt="2022-03-23T15:20:35.639" v="2075" actId="22"/>
          <ac:picMkLst>
            <pc:docMk/>
            <pc:sldMk cId="797075773" sldId="314"/>
            <ac:picMk id="7" creationId="{D5A619BA-821B-46BC-AFC3-9CD5A5B36C04}"/>
          </ac:picMkLst>
        </pc:picChg>
      </pc:sldChg>
      <pc:sldChg chg="addSp delSp modSp add mod modNotesTx">
        <pc:chgData name="徐志嘉" userId="4f4e22b3-2ff2-4e81-a7cc-1ce68c8c1bc8" providerId="ADAL" clId="{87CD14E1-0E15-4C44-9266-5942BFE6311D}" dt="2022-03-23T15:22:26.949" v="2119" actId="20577"/>
        <pc:sldMkLst>
          <pc:docMk/>
          <pc:sldMk cId="285839380" sldId="315"/>
        </pc:sldMkLst>
        <pc:spChg chg="mod">
          <ac:chgData name="徐志嘉" userId="4f4e22b3-2ff2-4e81-a7cc-1ce68c8c1bc8" providerId="ADAL" clId="{87CD14E1-0E15-4C44-9266-5942BFE6311D}" dt="2022-03-23T15:22:06.039" v="2117" actId="20577"/>
          <ac:spMkLst>
            <pc:docMk/>
            <pc:sldMk cId="285839380" sldId="315"/>
            <ac:spMk id="2" creationId="{CC4244C7-3DDC-4BAC-923C-EFBF4E2CE1FD}"/>
          </ac:spMkLst>
        </pc:spChg>
        <pc:spChg chg="add del mod">
          <ac:chgData name="徐志嘉" userId="4f4e22b3-2ff2-4e81-a7cc-1ce68c8c1bc8" providerId="ADAL" clId="{87CD14E1-0E15-4C44-9266-5942BFE6311D}" dt="2022-03-23T15:21:58.553" v="2113" actId="22"/>
          <ac:spMkLst>
            <pc:docMk/>
            <pc:sldMk cId="285839380" sldId="315"/>
            <ac:spMk id="4" creationId="{56DAD001-0F9F-4AC9-9CE1-D238DDB0E650}"/>
          </ac:spMkLst>
        </pc:spChg>
        <pc:picChg chg="add mod ord">
          <ac:chgData name="徐志嘉" userId="4f4e22b3-2ff2-4e81-a7cc-1ce68c8c1bc8" providerId="ADAL" clId="{87CD14E1-0E15-4C44-9266-5942BFE6311D}" dt="2022-03-23T15:21:58.553" v="2113" actId="22"/>
          <ac:picMkLst>
            <pc:docMk/>
            <pc:sldMk cId="285839380" sldId="315"/>
            <ac:picMk id="6" creationId="{CC226992-9B42-4BA3-8D93-AC6F702B9323}"/>
          </ac:picMkLst>
        </pc:picChg>
        <pc:picChg chg="del">
          <ac:chgData name="徐志嘉" userId="4f4e22b3-2ff2-4e81-a7cc-1ce68c8c1bc8" providerId="ADAL" clId="{87CD14E1-0E15-4C44-9266-5942BFE6311D}" dt="2022-03-23T15:21:57.332" v="2112" actId="478"/>
          <ac:picMkLst>
            <pc:docMk/>
            <pc:sldMk cId="285839380" sldId="315"/>
            <ac:picMk id="7" creationId="{D5A619BA-821B-46BC-AFC3-9CD5A5B36C04}"/>
          </ac:picMkLst>
        </pc:picChg>
      </pc:sldChg>
      <pc:sldChg chg="addSp delSp modSp add mod">
        <pc:chgData name="徐志嘉" userId="4f4e22b3-2ff2-4e81-a7cc-1ce68c8c1bc8" providerId="ADAL" clId="{87CD14E1-0E15-4C44-9266-5942BFE6311D}" dt="2022-03-23T15:23:30.495" v="2125"/>
        <pc:sldMkLst>
          <pc:docMk/>
          <pc:sldMk cId="3161965771" sldId="316"/>
        </pc:sldMkLst>
        <pc:spChg chg="add del mod">
          <ac:chgData name="徐志嘉" userId="4f4e22b3-2ff2-4e81-a7cc-1ce68c8c1bc8" providerId="ADAL" clId="{87CD14E1-0E15-4C44-9266-5942BFE6311D}" dt="2022-03-23T15:23:30.495" v="2125"/>
          <ac:spMkLst>
            <pc:docMk/>
            <pc:sldMk cId="3161965771" sldId="316"/>
            <ac:spMk id="4" creationId="{774FD52B-0F4B-4410-B5C0-4C911DDA76E4}"/>
          </ac:spMkLst>
        </pc:spChg>
        <pc:picChg chg="del">
          <ac:chgData name="徐志嘉" userId="4f4e22b3-2ff2-4e81-a7cc-1ce68c8c1bc8" providerId="ADAL" clId="{87CD14E1-0E15-4C44-9266-5942BFE6311D}" dt="2022-03-23T15:23:27.906" v="2123" actId="478"/>
          <ac:picMkLst>
            <pc:docMk/>
            <pc:sldMk cId="3161965771" sldId="316"/>
            <ac:picMk id="5" creationId="{0A88EFEF-490E-4D5E-8DA2-EA6C04CE5C72}"/>
          </ac:picMkLst>
        </pc:picChg>
        <pc:picChg chg="del">
          <ac:chgData name="徐志嘉" userId="4f4e22b3-2ff2-4e81-a7cc-1ce68c8c1bc8" providerId="ADAL" clId="{87CD14E1-0E15-4C44-9266-5942BFE6311D}" dt="2022-03-23T15:23:29.791" v="2124" actId="21"/>
          <ac:picMkLst>
            <pc:docMk/>
            <pc:sldMk cId="3161965771" sldId="316"/>
            <ac:picMk id="7" creationId="{7CCA7ABF-6061-42AF-8FAC-B8CDE6E592B3}"/>
          </ac:picMkLst>
        </pc:picChg>
        <pc:picChg chg="add mod">
          <ac:chgData name="徐志嘉" userId="4f4e22b3-2ff2-4e81-a7cc-1ce68c8c1bc8" providerId="ADAL" clId="{87CD14E1-0E15-4C44-9266-5942BFE6311D}" dt="2022-03-23T15:23:30.495" v="2125"/>
          <ac:picMkLst>
            <pc:docMk/>
            <pc:sldMk cId="3161965771" sldId="316"/>
            <ac:picMk id="8" creationId="{CE0F45D0-611C-4EEC-959E-313E8ED169DA}"/>
          </ac:picMkLst>
        </pc:picChg>
      </pc:sldChg>
      <pc:sldChg chg="addSp delSp modSp add mod modNotesTx">
        <pc:chgData name="徐志嘉" userId="4f4e22b3-2ff2-4e81-a7cc-1ce68c8c1bc8" providerId="ADAL" clId="{87CD14E1-0E15-4C44-9266-5942BFE6311D}" dt="2022-03-24T02:27:38.822" v="2485" actId="20577"/>
        <pc:sldMkLst>
          <pc:docMk/>
          <pc:sldMk cId="548245729" sldId="317"/>
        </pc:sldMkLst>
        <pc:spChg chg="mod">
          <ac:chgData name="徐志嘉" userId="4f4e22b3-2ff2-4e81-a7cc-1ce68c8c1bc8" providerId="ADAL" clId="{87CD14E1-0E15-4C44-9266-5942BFE6311D}" dt="2022-03-24T02:01:15.531" v="2179" actId="20577"/>
          <ac:spMkLst>
            <pc:docMk/>
            <pc:sldMk cId="548245729" sldId="317"/>
            <ac:spMk id="2" creationId="{CC4244C7-3DDC-4BAC-923C-EFBF4E2CE1FD}"/>
          </ac:spMkLst>
        </pc:spChg>
        <pc:spChg chg="add del mod">
          <ac:chgData name="徐志嘉" userId="4f4e22b3-2ff2-4e81-a7cc-1ce68c8c1bc8" providerId="ADAL" clId="{87CD14E1-0E15-4C44-9266-5942BFE6311D}" dt="2022-03-24T02:00:58.461" v="2140" actId="22"/>
          <ac:spMkLst>
            <pc:docMk/>
            <pc:sldMk cId="548245729" sldId="317"/>
            <ac:spMk id="4" creationId="{74D969E3-6ECA-4A98-892C-B36B3A32A7A1}"/>
          </ac:spMkLst>
        </pc:spChg>
        <pc:picChg chg="del">
          <ac:chgData name="徐志嘉" userId="4f4e22b3-2ff2-4e81-a7cc-1ce68c8c1bc8" providerId="ADAL" clId="{87CD14E1-0E15-4C44-9266-5942BFE6311D}" dt="2022-03-24T02:00:37.602" v="2139" actId="478"/>
          <ac:picMkLst>
            <pc:docMk/>
            <pc:sldMk cId="548245729" sldId="317"/>
            <ac:picMk id="6" creationId="{CC226992-9B42-4BA3-8D93-AC6F702B9323}"/>
          </ac:picMkLst>
        </pc:picChg>
        <pc:picChg chg="add mod ord">
          <ac:chgData name="徐志嘉" userId="4f4e22b3-2ff2-4e81-a7cc-1ce68c8c1bc8" providerId="ADAL" clId="{87CD14E1-0E15-4C44-9266-5942BFE6311D}" dt="2022-03-24T02:00:58.461" v="2140" actId="22"/>
          <ac:picMkLst>
            <pc:docMk/>
            <pc:sldMk cId="548245729" sldId="317"/>
            <ac:picMk id="7" creationId="{F7E485A0-A8F1-4FBA-949B-D38F2148B30F}"/>
          </ac:picMkLst>
        </pc:picChg>
      </pc:sldChg>
      <pc:sldChg chg="modSp add mod ord">
        <pc:chgData name="徐志嘉" userId="4f4e22b3-2ff2-4e81-a7cc-1ce68c8c1bc8" providerId="ADAL" clId="{87CD14E1-0E15-4C44-9266-5942BFE6311D}" dt="2022-03-24T02:02:40.488" v="2213" actId="20577"/>
        <pc:sldMkLst>
          <pc:docMk/>
          <pc:sldMk cId="577286068" sldId="318"/>
        </pc:sldMkLst>
        <pc:spChg chg="mod">
          <ac:chgData name="徐志嘉" userId="4f4e22b3-2ff2-4e81-a7cc-1ce68c8c1bc8" providerId="ADAL" clId="{87CD14E1-0E15-4C44-9266-5942BFE6311D}" dt="2022-03-24T02:02:40.488" v="2213" actId="20577"/>
          <ac:spMkLst>
            <pc:docMk/>
            <pc:sldMk cId="577286068" sldId="318"/>
            <ac:spMk id="4" creationId="{00000000-0000-0000-0000-000000000000}"/>
          </ac:spMkLst>
        </pc:spChg>
      </pc:sldChg>
      <pc:sldChg chg="addSp delSp modSp new mod modNotesTx">
        <pc:chgData name="徐志嘉" userId="4f4e22b3-2ff2-4e81-a7cc-1ce68c8c1bc8" providerId="ADAL" clId="{87CD14E1-0E15-4C44-9266-5942BFE6311D}" dt="2022-03-24T02:07:35.927" v="2334" actId="20577"/>
        <pc:sldMkLst>
          <pc:docMk/>
          <pc:sldMk cId="3263960358" sldId="319"/>
        </pc:sldMkLst>
        <pc:spChg chg="mod">
          <ac:chgData name="徐志嘉" userId="4f4e22b3-2ff2-4e81-a7cc-1ce68c8c1bc8" providerId="ADAL" clId="{87CD14E1-0E15-4C44-9266-5942BFE6311D}" dt="2022-03-24T02:04:53.944" v="2243" actId="20577"/>
          <ac:spMkLst>
            <pc:docMk/>
            <pc:sldMk cId="3263960358" sldId="319"/>
            <ac:spMk id="2" creationId="{CA392D66-D2EB-46BA-99A1-15DF244F8B89}"/>
          </ac:spMkLst>
        </pc:spChg>
        <pc:spChg chg="del">
          <ac:chgData name="徐志嘉" userId="4f4e22b3-2ff2-4e81-a7cc-1ce68c8c1bc8" providerId="ADAL" clId="{87CD14E1-0E15-4C44-9266-5942BFE6311D}" dt="2022-03-24T02:03:52.754" v="2215" actId="22"/>
          <ac:spMkLst>
            <pc:docMk/>
            <pc:sldMk cId="3263960358" sldId="319"/>
            <ac:spMk id="3" creationId="{9705D848-8458-43CC-82B5-2720134701EB}"/>
          </ac:spMkLst>
        </pc:spChg>
        <pc:picChg chg="add mod ord">
          <ac:chgData name="徐志嘉" userId="4f4e22b3-2ff2-4e81-a7cc-1ce68c8c1bc8" providerId="ADAL" clId="{87CD14E1-0E15-4C44-9266-5942BFE6311D}" dt="2022-03-24T02:03:52.754" v="2215" actId="22"/>
          <ac:picMkLst>
            <pc:docMk/>
            <pc:sldMk cId="3263960358" sldId="319"/>
            <ac:picMk id="5" creationId="{241EF654-66C6-412E-B424-6AE4AE2AC9DA}"/>
          </ac:picMkLst>
        </pc:picChg>
      </pc:sldChg>
      <pc:sldChg chg="addSp delSp modSp new mod modNotesTx">
        <pc:chgData name="徐志嘉" userId="4f4e22b3-2ff2-4e81-a7cc-1ce68c8c1bc8" providerId="ADAL" clId="{87CD14E1-0E15-4C44-9266-5942BFE6311D}" dt="2022-03-24T02:11:34.935" v="2354" actId="1076"/>
        <pc:sldMkLst>
          <pc:docMk/>
          <pc:sldMk cId="2251555642" sldId="320"/>
        </pc:sldMkLst>
        <pc:spChg chg="mod">
          <ac:chgData name="徐志嘉" userId="4f4e22b3-2ff2-4e81-a7cc-1ce68c8c1bc8" providerId="ADAL" clId="{87CD14E1-0E15-4C44-9266-5942BFE6311D}" dt="2022-03-24T02:08:28.651" v="2340"/>
          <ac:spMkLst>
            <pc:docMk/>
            <pc:sldMk cId="2251555642" sldId="320"/>
            <ac:spMk id="2" creationId="{1A63E605-6A6A-4DC2-A5E9-4AFEB65C8FC3}"/>
          </ac:spMkLst>
        </pc:spChg>
        <pc:spChg chg="del">
          <ac:chgData name="徐志嘉" userId="4f4e22b3-2ff2-4e81-a7cc-1ce68c8c1bc8" providerId="ADAL" clId="{87CD14E1-0E15-4C44-9266-5942BFE6311D}" dt="2022-03-24T02:11:29.977" v="2353" actId="22"/>
          <ac:spMkLst>
            <pc:docMk/>
            <pc:sldMk cId="2251555642" sldId="320"/>
            <ac:spMk id="3" creationId="{6261E3A0-8023-45E0-AA79-A5319697C72C}"/>
          </ac:spMkLst>
        </pc:spChg>
        <pc:picChg chg="add mod">
          <ac:chgData name="徐志嘉" userId="4f4e22b3-2ff2-4e81-a7cc-1ce68c8c1bc8" providerId="ADAL" clId="{87CD14E1-0E15-4C44-9266-5942BFE6311D}" dt="2022-03-24T02:10:32.941" v="2344" actId="1038"/>
          <ac:picMkLst>
            <pc:docMk/>
            <pc:sldMk cId="2251555642" sldId="320"/>
            <ac:picMk id="5" creationId="{39DF2087-F64F-4F24-8356-B069AB127665}"/>
          </ac:picMkLst>
        </pc:picChg>
        <pc:picChg chg="add mod ord">
          <ac:chgData name="徐志嘉" userId="4f4e22b3-2ff2-4e81-a7cc-1ce68c8c1bc8" providerId="ADAL" clId="{87CD14E1-0E15-4C44-9266-5942BFE6311D}" dt="2022-03-24T02:11:34.935" v="2354" actId="1076"/>
          <ac:picMkLst>
            <pc:docMk/>
            <pc:sldMk cId="2251555642" sldId="320"/>
            <ac:picMk id="7" creationId="{7AB7FA07-49B6-40D8-9268-48F2ECA3B4B6}"/>
          </ac:picMkLst>
        </pc:picChg>
      </pc:sldChg>
      <pc:sldChg chg="addSp delSp modSp new mod modNotesTx">
        <pc:chgData name="徐志嘉" userId="4f4e22b3-2ff2-4e81-a7cc-1ce68c8c1bc8" providerId="ADAL" clId="{87CD14E1-0E15-4C44-9266-5942BFE6311D}" dt="2022-03-24T02:59:45.613" v="2624" actId="20577"/>
        <pc:sldMkLst>
          <pc:docMk/>
          <pc:sldMk cId="2293479690" sldId="321"/>
        </pc:sldMkLst>
        <pc:spChg chg="del">
          <ac:chgData name="徐志嘉" userId="4f4e22b3-2ff2-4e81-a7cc-1ce68c8c1bc8" providerId="ADAL" clId="{87CD14E1-0E15-4C44-9266-5942BFE6311D}" dt="2022-03-24T02:20:33.958" v="2362" actId="478"/>
          <ac:spMkLst>
            <pc:docMk/>
            <pc:sldMk cId="2293479690" sldId="321"/>
            <ac:spMk id="2" creationId="{51FDBACC-BEA9-4CAC-825B-DA8E8DAE0E0B}"/>
          </ac:spMkLst>
        </pc:spChg>
        <pc:spChg chg="add del">
          <ac:chgData name="徐志嘉" userId="4f4e22b3-2ff2-4e81-a7cc-1ce68c8c1bc8" providerId="ADAL" clId="{87CD14E1-0E15-4C44-9266-5942BFE6311D}" dt="2022-03-24T02:20:32.436" v="2361" actId="478"/>
          <ac:spMkLst>
            <pc:docMk/>
            <pc:sldMk cId="2293479690" sldId="321"/>
            <ac:spMk id="3" creationId="{3C3EBE33-66A7-4BAC-99A3-3C1835FC48C9}"/>
          </ac:spMkLst>
        </pc:spChg>
        <pc:picChg chg="add del mod ord">
          <ac:chgData name="徐志嘉" userId="4f4e22b3-2ff2-4e81-a7cc-1ce68c8c1bc8" providerId="ADAL" clId="{87CD14E1-0E15-4C44-9266-5942BFE6311D}" dt="2022-03-24T02:20:26.248" v="2357" actId="22"/>
          <ac:picMkLst>
            <pc:docMk/>
            <pc:sldMk cId="2293479690" sldId="321"/>
            <ac:picMk id="5" creationId="{1F5915CC-124C-424A-9F34-0DAE85A4FC9F}"/>
          </ac:picMkLst>
        </pc:picChg>
        <pc:picChg chg="add del mod ord">
          <ac:chgData name="徐志嘉" userId="4f4e22b3-2ff2-4e81-a7cc-1ce68c8c1bc8" providerId="ADAL" clId="{87CD14E1-0E15-4C44-9266-5942BFE6311D}" dt="2022-03-24T02:20:28.481" v="2359" actId="22"/>
          <ac:picMkLst>
            <pc:docMk/>
            <pc:sldMk cId="2293479690" sldId="321"/>
            <ac:picMk id="7" creationId="{D586D346-FC14-4EAC-A188-D1817A6D6463}"/>
          </ac:picMkLst>
        </pc:picChg>
        <pc:picChg chg="add">
          <ac:chgData name="徐志嘉" userId="4f4e22b3-2ff2-4e81-a7cc-1ce68c8c1bc8" providerId="ADAL" clId="{87CD14E1-0E15-4C44-9266-5942BFE6311D}" dt="2022-03-24T02:20:29.363" v="2360" actId="22"/>
          <ac:picMkLst>
            <pc:docMk/>
            <pc:sldMk cId="2293479690" sldId="321"/>
            <ac:picMk id="9" creationId="{9B759C30-805B-4BB0-BC1D-17908501F351}"/>
          </ac:picMkLst>
        </pc:picChg>
      </pc:sldChg>
      <pc:sldChg chg="modSp add mod ord modNotesTx">
        <pc:chgData name="徐志嘉" userId="4f4e22b3-2ff2-4e81-a7cc-1ce68c8c1bc8" providerId="ADAL" clId="{87CD14E1-0E15-4C44-9266-5942BFE6311D}" dt="2022-03-28T02:03:05.382" v="2658" actId="20577"/>
        <pc:sldMkLst>
          <pc:docMk/>
          <pc:sldMk cId="689646172" sldId="322"/>
        </pc:sldMkLst>
        <pc:spChg chg="mod">
          <ac:chgData name="徐志嘉" userId="4f4e22b3-2ff2-4e81-a7cc-1ce68c8c1bc8" providerId="ADAL" clId="{87CD14E1-0E15-4C44-9266-5942BFE6311D}" dt="2022-03-28T02:02:54.980" v="2657" actId="20577"/>
          <ac:spMkLst>
            <pc:docMk/>
            <pc:sldMk cId="689646172" sldId="322"/>
            <ac:spMk id="4" creationId="{00000000-0000-0000-0000-000000000000}"/>
          </ac:spMkLst>
        </pc:spChg>
        <pc:spChg chg="mod">
          <ac:chgData name="徐志嘉" userId="4f4e22b3-2ff2-4e81-a7cc-1ce68c8c1bc8" providerId="ADAL" clId="{87CD14E1-0E15-4C44-9266-5942BFE6311D}" dt="2022-03-28T02:02:20.725" v="2636" actId="20577"/>
          <ac:spMkLst>
            <pc:docMk/>
            <pc:sldMk cId="689646172" sldId="322"/>
            <ac:spMk id="5" creationId="{00000000-0000-0000-0000-000000000000}"/>
          </ac:spMkLst>
        </pc:spChg>
      </pc:sldChg>
      <pc:sldChg chg="new del">
        <pc:chgData name="徐志嘉" userId="4f4e22b3-2ff2-4e81-a7cc-1ce68c8c1bc8" providerId="ADAL" clId="{87CD14E1-0E15-4C44-9266-5942BFE6311D}" dt="2022-03-28T02:02:34.765" v="2638" actId="47"/>
        <pc:sldMkLst>
          <pc:docMk/>
          <pc:sldMk cId="2781040514" sldId="323"/>
        </pc:sldMkLst>
      </pc:sldChg>
      <pc:sldChg chg="modSp add mod">
        <pc:chgData name="徐志嘉" userId="4f4e22b3-2ff2-4e81-a7cc-1ce68c8c1bc8" providerId="ADAL" clId="{87CD14E1-0E15-4C44-9266-5942BFE6311D}" dt="2022-03-31T02:20:50.561" v="2668" actId="20577"/>
        <pc:sldMkLst>
          <pc:docMk/>
          <pc:sldMk cId="3057620155" sldId="323"/>
        </pc:sldMkLst>
        <pc:spChg chg="mod">
          <ac:chgData name="徐志嘉" userId="4f4e22b3-2ff2-4e81-a7cc-1ce68c8c1bc8" providerId="ADAL" clId="{87CD14E1-0E15-4C44-9266-5942BFE6311D}" dt="2022-03-31T02:20:50.561" v="2668" actId="20577"/>
          <ac:spMkLst>
            <pc:docMk/>
            <pc:sldMk cId="3057620155" sldId="323"/>
            <ac:spMk id="4" creationId="{00000000-0000-0000-0000-000000000000}"/>
          </ac:spMkLst>
        </pc:spChg>
        <pc:spChg chg="mod">
          <ac:chgData name="徐志嘉" userId="4f4e22b3-2ff2-4e81-a7cc-1ce68c8c1bc8" providerId="ADAL" clId="{87CD14E1-0E15-4C44-9266-5942BFE6311D}" dt="2022-03-30T15:24:56.334" v="2663" actId="20577"/>
          <ac:spMkLst>
            <pc:docMk/>
            <pc:sldMk cId="3057620155" sldId="323"/>
            <ac:spMk id="5" creationId="{00000000-0000-0000-0000-000000000000}"/>
          </ac:spMkLst>
        </pc:spChg>
      </pc:sldChg>
      <pc:sldChg chg="addSp delSp modSp new mod modClrScheme chgLayout modNotesTx">
        <pc:chgData name="徐志嘉" userId="4f4e22b3-2ff2-4e81-a7cc-1ce68c8c1bc8" providerId="ADAL" clId="{87CD14E1-0E15-4C44-9266-5942BFE6311D}" dt="2022-03-31T02:23:37.667" v="2704" actId="20577"/>
        <pc:sldMkLst>
          <pc:docMk/>
          <pc:sldMk cId="1072862903" sldId="324"/>
        </pc:sldMkLst>
        <pc:spChg chg="del">
          <ac:chgData name="徐志嘉" userId="4f4e22b3-2ff2-4e81-a7cc-1ce68c8c1bc8" providerId="ADAL" clId="{87CD14E1-0E15-4C44-9266-5942BFE6311D}" dt="2022-03-31T02:22:11.108" v="2672" actId="700"/>
          <ac:spMkLst>
            <pc:docMk/>
            <pc:sldMk cId="1072862903" sldId="324"/>
            <ac:spMk id="2" creationId="{F52F699D-45A9-475F-A8F8-14C70A882A15}"/>
          </ac:spMkLst>
        </pc:spChg>
        <pc:spChg chg="del">
          <ac:chgData name="徐志嘉" userId="4f4e22b3-2ff2-4e81-a7cc-1ce68c8c1bc8" providerId="ADAL" clId="{87CD14E1-0E15-4C44-9266-5942BFE6311D}" dt="2022-03-31T02:22:05.280" v="2671" actId="478"/>
          <ac:spMkLst>
            <pc:docMk/>
            <pc:sldMk cId="1072862903" sldId="324"/>
            <ac:spMk id="3" creationId="{859E60DC-95B0-4DC2-BB4A-2D052BBEC2E0}"/>
          </ac:spMkLst>
        </pc:spChg>
        <pc:picChg chg="add mod">
          <ac:chgData name="徐志嘉" userId="4f4e22b3-2ff2-4e81-a7cc-1ce68c8c1bc8" providerId="ADAL" clId="{87CD14E1-0E15-4C44-9266-5942BFE6311D}" dt="2022-03-31T02:22:19.490" v="2677" actId="1036"/>
          <ac:picMkLst>
            <pc:docMk/>
            <pc:sldMk cId="1072862903" sldId="324"/>
            <ac:picMk id="5" creationId="{05DA3E09-B2E7-4547-9E54-81AFE98AA323}"/>
          </ac:picMkLst>
        </pc:picChg>
      </pc:sldChg>
      <pc:sldChg chg="addSp new mod modNotesTx">
        <pc:chgData name="徐志嘉" userId="4f4e22b3-2ff2-4e81-a7cc-1ce68c8c1bc8" providerId="ADAL" clId="{87CD14E1-0E15-4C44-9266-5942BFE6311D}" dt="2022-03-31T02:24:00.804" v="2705"/>
        <pc:sldMkLst>
          <pc:docMk/>
          <pc:sldMk cId="1796666854" sldId="325"/>
        </pc:sldMkLst>
        <pc:picChg chg="add">
          <ac:chgData name="徐志嘉" userId="4f4e22b3-2ff2-4e81-a7cc-1ce68c8c1bc8" providerId="ADAL" clId="{87CD14E1-0E15-4C44-9266-5942BFE6311D}" dt="2022-03-31T02:22:48.844" v="2679" actId="22"/>
          <ac:picMkLst>
            <pc:docMk/>
            <pc:sldMk cId="1796666854" sldId="325"/>
            <ac:picMk id="3" creationId="{256A583F-ECB6-4676-90D0-377F336B7B08}"/>
          </ac:picMkLst>
        </pc:picChg>
      </pc:sldChg>
      <pc:sldChg chg="addSp new mod modNotesTx">
        <pc:chgData name="徐志嘉" userId="4f4e22b3-2ff2-4e81-a7cc-1ce68c8c1bc8" providerId="ADAL" clId="{87CD14E1-0E15-4C44-9266-5942BFE6311D}" dt="2022-03-31T02:37:38.751" v="2830" actId="20577"/>
        <pc:sldMkLst>
          <pc:docMk/>
          <pc:sldMk cId="56015849" sldId="326"/>
        </pc:sldMkLst>
        <pc:picChg chg="add">
          <ac:chgData name="徐志嘉" userId="4f4e22b3-2ff2-4e81-a7cc-1ce68c8c1bc8" providerId="ADAL" clId="{87CD14E1-0E15-4C44-9266-5942BFE6311D}" dt="2022-03-31T02:32:53.117" v="2707" actId="22"/>
          <ac:picMkLst>
            <pc:docMk/>
            <pc:sldMk cId="56015849" sldId="326"/>
            <ac:picMk id="3" creationId="{DA07F84B-30D1-4EA6-B3DE-28D51ACDED32}"/>
          </ac:picMkLst>
        </pc:picChg>
      </pc:sldChg>
      <pc:sldChg chg="addSp new mod">
        <pc:chgData name="徐志嘉" userId="4f4e22b3-2ff2-4e81-a7cc-1ce68c8c1bc8" providerId="ADAL" clId="{87CD14E1-0E15-4C44-9266-5942BFE6311D}" dt="2022-03-31T02:33:32.176" v="2710" actId="22"/>
        <pc:sldMkLst>
          <pc:docMk/>
          <pc:sldMk cId="4083127163" sldId="327"/>
        </pc:sldMkLst>
        <pc:picChg chg="add">
          <ac:chgData name="徐志嘉" userId="4f4e22b3-2ff2-4e81-a7cc-1ce68c8c1bc8" providerId="ADAL" clId="{87CD14E1-0E15-4C44-9266-5942BFE6311D}" dt="2022-03-31T02:33:32.176" v="2710" actId="22"/>
          <ac:picMkLst>
            <pc:docMk/>
            <pc:sldMk cId="4083127163" sldId="327"/>
            <ac:picMk id="3" creationId="{8C612DF0-E999-49F3-82AF-9BA4142395BA}"/>
          </ac:picMkLst>
        </pc:picChg>
      </pc:sldChg>
    </pc:docChg>
  </pc:docChgLst>
  <pc:docChgLst>
    <pc:chgData name="徐志嘉" userId="4f4e22b3-2ff2-4e81-a7cc-1ce68c8c1bc8" providerId="ADAL" clId="{9595AEE0-E0C7-4579-9940-A4316F8812BC}"/>
    <pc:docChg chg="undo custSel modSld">
      <pc:chgData name="徐志嘉" userId="4f4e22b3-2ff2-4e81-a7cc-1ce68c8c1bc8" providerId="ADAL" clId="{9595AEE0-E0C7-4579-9940-A4316F8812BC}" dt="2022-05-09T01:49:31.219" v="44" actId="22"/>
      <pc:docMkLst>
        <pc:docMk/>
      </pc:docMkLst>
      <pc:sldChg chg="addSp delSp modSp mod">
        <pc:chgData name="徐志嘉" userId="4f4e22b3-2ff2-4e81-a7cc-1ce68c8c1bc8" providerId="ADAL" clId="{9595AEE0-E0C7-4579-9940-A4316F8812BC}" dt="2022-05-09T01:49:31.219" v="44" actId="22"/>
        <pc:sldMkLst>
          <pc:docMk/>
          <pc:sldMk cId="2025159953" sldId="330"/>
        </pc:sldMkLst>
        <pc:spChg chg="mod">
          <ac:chgData name="徐志嘉" userId="4f4e22b3-2ff2-4e81-a7cc-1ce68c8c1bc8" providerId="ADAL" clId="{9595AEE0-E0C7-4579-9940-A4316F8812BC}" dt="2022-05-09T01:47:33.109" v="39" actId="20577"/>
          <ac:spMkLst>
            <pc:docMk/>
            <pc:sldMk cId="2025159953" sldId="330"/>
            <ac:spMk id="2" creationId="{9C2E6B90-26DE-4250-B6BB-36E4D2B0218F}"/>
          </ac:spMkLst>
        </pc:spChg>
        <pc:spChg chg="del">
          <ac:chgData name="徐志嘉" userId="4f4e22b3-2ff2-4e81-a7cc-1ce68c8c1bc8" providerId="ADAL" clId="{9595AEE0-E0C7-4579-9940-A4316F8812BC}" dt="2022-05-09T01:49:21.032" v="40" actId="22"/>
          <ac:spMkLst>
            <pc:docMk/>
            <pc:sldMk cId="2025159953" sldId="330"/>
            <ac:spMk id="4" creationId="{17FCCD0B-CFC8-3DE7-B9DA-C3AF9A888F7A}"/>
          </ac:spMkLst>
        </pc:spChg>
        <pc:spChg chg="add del mod">
          <ac:chgData name="徐志嘉" userId="4f4e22b3-2ff2-4e81-a7cc-1ce68c8c1bc8" providerId="ADAL" clId="{9595AEE0-E0C7-4579-9940-A4316F8812BC}" dt="2022-05-09T01:49:31.219" v="44" actId="22"/>
          <ac:spMkLst>
            <pc:docMk/>
            <pc:sldMk cId="2025159953" sldId="330"/>
            <ac:spMk id="9" creationId="{244FFA3C-4217-4983-855F-4A6C70628EF9}"/>
          </ac:spMkLst>
        </pc:spChg>
        <pc:picChg chg="add del mod ord">
          <ac:chgData name="徐志嘉" userId="4f4e22b3-2ff2-4e81-a7cc-1ce68c8c1bc8" providerId="ADAL" clId="{9595AEE0-E0C7-4579-9940-A4316F8812BC}" dt="2022-05-09T01:49:30.091" v="43" actId="478"/>
          <ac:picMkLst>
            <pc:docMk/>
            <pc:sldMk cId="2025159953" sldId="330"/>
            <ac:picMk id="5" creationId="{4D2F769A-C54A-FC63-B3D1-174D4F2D9B81}"/>
          </ac:picMkLst>
        </pc:picChg>
        <pc:picChg chg="add del">
          <ac:chgData name="徐志嘉" userId="4f4e22b3-2ff2-4e81-a7cc-1ce68c8c1bc8" providerId="ADAL" clId="{9595AEE0-E0C7-4579-9940-A4316F8812BC}" dt="2022-05-09T01:49:28.642" v="42" actId="22"/>
          <ac:picMkLst>
            <pc:docMk/>
            <pc:sldMk cId="2025159953" sldId="330"/>
            <ac:picMk id="7" creationId="{0232A778-99F8-F5EC-F21E-BC807EDBDAD6}"/>
          </ac:picMkLst>
        </pc:picChg>
        <pc:picChg chg="add mod ord">
          <ac:chgData name="徐志嘉" userId="4f4e22b3-2ff2-4e81-a7cc-1ce68c8c1bc8" providerId="ADAL" clId="{9595AEE0-E0C7-4579-9940-A4316F8812BC}" dt="2022-05-09T01:49:31.219" v="44" actId="22"/>
          <ac:picMkLst>
            <pc:docMk/>
            <pc:sldMk cId="2025159953" sldId="330"/>
            <ac:picMk id="11" creationId="{6E5BC64C-5DD3-0A24-B93F-D5A0A301DBC9}"/>
          </ac:picMkLst>
        </pc:picChg>
      </pc:sldChg>
      <pc:sldChg chg="modSp mod">
        <pc:chgData name="徐志嘉" userId="4f4e22b3-2ff2-4e81-a7cc-1ce68c8c1bc8" providerId="ADAL" clId="{9595AEE0-E0C7-4579-9940-A4316F8812BC}" dt="2022-05-08T11:52:15.844" v="28" actId="20577"/>
        <pc:sldMkLst>
          <pc:docMk/>
          <pc:sldMk cId="2698383243" sldId="331"/>
        </pc:sldMkLst>
        <pc:spChg chg="mod">
          <ac:chgData name="徐志嘉" userId="4f4e22b3-2ff2-4e81-a7cc-1ce68c8c1bc8" providerId="ADAL" clId="{9595AEE0-E0C7-4579-9940-A4316F8812BC}" dt="2022-05-08T11:52:05.933" v="17" actId="20577"/>
          <ac:spMkLst>
            <pc:docMk/>
            <pc:sldMk cId="2698383243" sldId="331"/>
            <ac:spMk id="4" creationId="{00000000-0000-0000-0000-000000000000}"/>
          </ac:spMkLst>
        </pc:spChg>
        <pc:spChg chg="mod">
          <ac:chgData name="徐志嘉" userId="4f4e22b3-2ff2-4e81-a7cc-1ce68c8c1bc8" providerId="ADAL" clId="{9595AEE0-E0C7-4579-9940-A4316F8812BC}" dt="2022-05-08T11:52:15.844" v="28" actId="20577"/>
          <ac:spMkLst>
            <pc:docMk/>
            <pc:sldMk cId="2698383243" sldId="331"/>
            <ac:spMk id="5" creationId="{00000000-0000-0000-0000-000000000000}"/>
          </ac:spMkLst>
        </pc:spChg>
      </pc:sldChg>
    </pc:docChg>
  </pc:docChgLst>
  <pc:docChgLst>
    <pc:chgData name="徐志嘉" userId="4f4e22b3-2ff2-4e81-a7cc-1ce68c8c1bc8" providerId="ADAL" clId="{7B61CEC9-9E43-4A30-A57E-57608CA10415}"/>
    <pc:docChg chg="undo custSel addSld delSld modSld sldOrd">
      <pc:chgData name="徐志嘉" userId="4f4e22b3-2ff2-4e81-a7cc-1ce68c8c1bc8" providerId="ADAL" clId="{7B61CEC9-9E43-4A30-A57E-57608CA10415}" dt="2022-12-18T11:56:52.601" v="1682"/>
      <pc:docMkLst>
        <pc:docMk/>
      </pc:docMkLst>
      <pc:sldChg chg="modSp mod">
        <pc:chgData name="徐志嘉" userId="4f4e22b3-2ff2-4e81-a7cc-1ce68c8c1bc8" providerId="ADAL" clId="{7B61CEC9-9E43-4A30-A57E-57608CA10415}" dt="2022-12-18T10:54:42.547" v="424" actId="20577"/>
        <pc:sldMkLst>
          <pc:docMk/>
          <pc:sldMk cId="1991300374" sldId="342"/>
        </pc:sldMkLst>
        <pc:spChg chg="mod">
          <ac:chgData name="徐志嘉" userId="4f4e22b3-2ff2-4e81-a7cc-1ce68c8c1bc8" providerId="ADAL" clId="{7B61CEC9-9E43-4A30-A57E-57608CA10415}" dt="2022-12-18T10:54:42.547" v="424" actId="20577"/>
          <ac:spMkLst>
            <pc:docMk/>
            <pc:sldMk cId="1991300374" sldId="342"/>
            <ac:spMk id="2" creationId="{1573C581-C2D8-8920-A20E-836D987E8E8F}"/>
          </ac:spMkLst>
        </pc:spChg>
      </pc:sldChg>
      <pc:sldChg chg="addSp delSp modSp new mod chgLayout">
        <pc:chgData name="徐志嘉" userId="4f4e22b3-2ff2-4e81-a7cc-1ce68c8c1bc8" providerId="ADAL" clId="{7B61CEC9-9E43-4A30-A57E-57608CA10415}" dt="2022-12-18T11:55:34.100" v="1678"/>
        <pc:sldMkLst>
          <pc:docMk/>
          <pc:sldMk cId="1982440015" sldId="343"/>
        </pc:sldMkLst>
        <pc:spChg chg="mod ord">
          <ac:chgData name="徐志嘉" userId="4f4e22b3-2ff2-4e81-a7cc-1ce68c8c1bc8" providerId="ADAL" clId="{7B61CEC9-9E43-4A30-A57E-57608CA10415}" dt="2022-12-18T11:55:34.100" v="1678"/>
          <ac:spMkLst>
            <pc:docMk/>
            <pc:sldMk cId="1982440015" sldId="343"/>
            <ac:spMk id="2" creationId="{3303BB6B-2514-A672-1E1E-A904DFD21497}"/>
          </ac:spMkLst>
        </pc:spChg>
        <pc:spChg chg="add del mod ord">
          <ac:chgData name="徐志嘉" userId="4f4e22b3-2ff2-4e81-a7cc-1ce68c8c1bc8" providerId="ADAL" clId="{7B61CEC9-9E43-4A30-A57E-57608CA10415}" dt="2022-12-18T10:56:59.695" v="431" actId="22"/>
          <ac:spMkLst>
            <pc:docMk/>
            <pc:sldMk cId="1982440015" sldId="343"/>
            <ac:spMk id="3" creationId="{EF7AF985-DC2E-6934-06E2-C8E062810855}"/>
          </ac:spMkLst>
        </pc:spChg>
        <pc:spChg chg="del">
          <ac:chgData name="徐志嘉" userId="4f4e22b3-2ff2-4e81-a7cc-1ce68c8c1bc8" providerId="ADAL" clId="{7B61CEC9-9E43-4A30-A57E-57608CA10415}" dt="2022-12-18T08:51:05.762" v="157" actId="478"/>
          <ac:spMkLst>
            <pc:docMk/>
            <pc:sldMk cId="1982440015" sldId="343"/>
            <ac:spMk id="8" creationId="{C3A9728C-635D-6157-F713-0825AE93B0D4}"/>
          </ac:spMkLst>
        </pc:spChg>
        <pc:picChg chg="add mod ord">
          <ac:chgData name="徐志嘉" userId="4f4e22b3-2ff2-4e81-a7cc-1ce68c8c1bc8" providerId="ADAL" clId="{7B61CEC9-9E43-4A30-A57E-57608CA10415}" dt="2022-12-18T10:57:39.426" v="438" actId="1076"/>
          <ac:picMkLst>
            <pc:docMk/>
            <pc:sldMk cId="1982440015" sldId="343"/>
            <ac:picMk id="5" creationId="{02680105-3DF4-7C07-6312-F6A8B146E86E}"/>
          </ac:picMkLst>
        </pc:picChg>
        <pc:picChg chg="add mod">
          <ac:chgData name="徐志嘉" userId="4f4e22b3-2ff2-4e81-a7cc-1ce68c8c1bc8" providerId="ADAL" clId="{7B61CEC9-9E43-4A30-A57E-57608CA10415}" dt="2022-12-18T10:57:39.426" v="438" actId="1076"/>
          <ac:picMkLst>
            <pc:docMk/>
            <pc:sldMk cId="1982440015" sldId="343"/>
            <ac:picMk id="7" creationId="{39D349BD-153B-B861-FD46-43B9FB746196}"/>
          </ac:picMkLst>
        </pc:picChg>
        <pc:picChg chg="del mod">
          <ac:chgData name="徐志嘉" userId="4f4e22b3-2ff2-4e81-a7cc-1ce68c8c1bc8" providerId="ADAL" clId="{7B61CEC9-9E43-4A30-A57E-57608CA10415}" dt="2022-12-18T08:51:39.088" v="163" actId="478"/>
          <ac:picMkLst>
            <pc:docMk/>
            <pc:sldMk cId="1982440015" sldId="343"/>
            <ac:picMk id="9" creationId="{FD22AD28-CCF5-AFD4-FCB6-22F108B9E16A}"/>
          </ac:picMkLst>
        </pc:picChg>
        <pc:picChg chg="del mod">
          <ac:chgData name="徐志嘉" userId="4f4e22b3-2ff2-4e81-a7cc-1ce68c8c1bc8" providerId="ADAL" clId="{7B61CEC9-9E43-4A30-A57E-57608CA10415}" dt="2022-12-18T10:56:57.136" v="428" actId="478"/>
          <ac:picMkLst>
            <pc:docMk/>
            <pc:sldMk cId="1982440015" sldId="343"/>
            <ac:picMk id="11" creationId="{008C266E-E608-3C6D-C9DC-BF40FD008BE3}"/>
          </ac:picMkLst>
        </pc:picChg>
        <pc:picChg chg="del mod">
          <ac:chgData name="徐志嘉" userId="4f4e22b3-2ff2-4e81-a7cc-1ce68c8c1bc8" providerId="ADAL" clId="{7B61CEC9-9E43-4A30-A57E-57608CA10415}" dt="2022-12-18T10:56:57.556" v="429" actId="478"/>
          <ac:picMkLst>
            <pc:docMk/>
            <pc:sldMk cId="1982440015" sldId="343"/>
            <ac:picMk id="14" creationId="{24B1058A-8985-B951-F21C-74F849EED6F9}"/>
          </ac:picMkLst>
        </pc:picChg>
      </pc:sldChg>
      <pc:sldChg chg="addSp delSp modSp mod">
        <pc:chgData name="徐志嘉" userId="4f4e22b3-2ff2-4e81-a7cc-1ce68c8c1bc8" providerId="ADAL" clId="{7B61CEC9-9E43-4A30-A57E-57608CA10415}" dt="2022-12-18T11:07:52.106" v="634" actId="20577"/>
        <pc:sldMkLst>
          <pc:docMk/>
          <pc:sldMk cId="1006155257" sldId="344"/>
        </pc:sldMkLst>
        <pc:spChg chg="add mod">
          <ac:chgData name="徐志嘉" userId="4f4e22b3-2ff2-4e81-a7cc-1ce68c8c1bc8" providerId="ADAL" clId="{7B61CEC9-9E43-4A30-A57E-57608CA10415}" dt="2022-12-18T11:07:52.106" v="634" actId="20577"/>
          <ac:spMkLst>
            <pc:docMk/>
            <pc:sldMk cId="1006155257" sldId="344"/>
            <ac:spMk id="4" creationId="{94A27EDA-0E05-0F06-AADF-C9C9B9FCCB75}"/>
          </ac:spMkLst>
        </pc:spChg>
        <pc:picChg chg="del">
          <ac:chgData name="徐志嘉" userId="4f4e22b3-2ff2-4e81-a7cc-1ce68c8c1bc8" providerId="ADAL" clId="{7B61CEC9-9E43-4A30-A57E-57608CA10415}" dt="2022-12-18T11:04:48.696" v="521" actId="21"/>
          <ac:picMkLst>
            <pc:docMk/>
            <pc:sldMk cId="1006155257" sldId="344"/>
            <ac:picMk id="5" creationId="{B0F70284-8A1F-9099-102F-9D26A294B953}"/>
          </ac:picMkLst>
        </pc:picChg>
        <pc:picChg chg="add mod">
          <ac:chgData name="徐志嘉" userId="4f4e22b3-2ff2-4e81-a7cc-1ce68c8c1bc8" providerId="ADAL" clId="{7B61CEC9-9E43-4A30-A57E-57608CA10415}" dt="2022-12-18T11:07:33.719" v="602" actId="1076"/>
          <ac:picMkLst>
            <pc:docMk/>
            <pc:sldMk cId="1006155257" sldId="344"/>
            <ac:picMk id="6" creationId="{D4428CB8-3D38-13F1-DAF7-2F2DF691CA6D}"/>
          </ac:picMkLst>
        </pc:picChg>
      </pc:sldChg>
      <pc:sldChg chg="ord">
        <pc:chgData name="徐志嘉" userId="4f4e22b3-2ff2-4e81-a7cc-1ce68c8c1bc8" providerId="ADAL" clId="{7B61CEC9-9E43-4A30-A57E-57608CA10415}" dt="2022-12-18T11:30:31.969" v="1279"/>
        <pc:sldMkLst>
          <pc:docMk/>
          <pc:sldMk cId="1343831476" sldId="345"/>
        </pc:sldMkLst>
      </pc:sldChg>
      <pc:sldChg chg="modNotesTx">
        <pc:chgData name="徐志嘉" userId="4f4e22b3-2ff2-4e81-a7cc-1ce68c8c1bc8" providerId="ADAL" clId="{7B61CEC9-9E43-4A30-A57E-57608CA10415}" dt="2022-12-18T11:49:56.995" v="1570" actId="20577"/>
        <pc:sldMkLst>
          <pc:docMk/>
          <pc:sldMk cId="3865846103" sldId="346"/>
        </pc:sldMkLst>
      </pc:sldChg>
      <pc:sldChg chg="ord">
        <pc:chgData name="徐志嘉" userId="4f4e22b3-2ff2-4e81-a7cc-1ce68c8c1bc8" providerId="ADAL" clId="{7B61CEC9-9E43-4A30-A57E-57608CA10415}" dt="2022-12-18T11:43:46.133" v="1469"/>
        <pc:sldMkLst>
          <pc:docMk/>
          <pc:sldMk cId="4021056816" sldId="348"/>
        </pc:sldMkLst>
      </pc:sldChg>
      <pc:sldChg chg="addSp delSp modSp mod">
        <pc:chgData name="徐志嘉" userId="4f4e22b3-2ff2-4e81-a7cc-1ce68c8c1bc8" providerId="ADAL" clId="{7B61CEC9-9E43-4A30-A57E-57608CA10415}" dt="2022-12-18T08:38:41.957" v="35" actId="1076"/>
        <pc:sldMkLst>
          <pc:docMk/>
          <pc:sldMk cId="3755913292" sldId="349"/>
        </pc:sldMkLst>
        <pc:spChg chg="del">
          <ac:chgData name="徐志嘉" userId="4f4e22b3-2ff2-4e81-a7cc-1ce68c8c1bc8" providerId="ADAL" clId="{7B61CEC9-9E43-4A30-A57E-57608CA10415}" dt="2022-12-17T16:06:57.678" v="1" actId="478"/>
          <ac:spMkLst>
            <pc:docMk/>
            <pc:sldMk cId="3755913292" sldId="349"/>
            <ac:spMk id="3" creationId="{D67643B9-D0E6-ACA3-BE81-5201ADE3AFDB}"/>
          </ac:spMkLst>
        </pc:spChg>
        <pc:spChg chg="add mod">
          <ac:chgData name="徐志嘉" userId="4f4e22b3-2ff2-4e81-a7cc-1ce68c8c1bc8" providerId="ADAL" clId="{7B61CEC9-9E43-4A30-A57E-57608CA10415}" dt="2022-12-18T08:38:41.957" v="35" actId="1076"/>
          <ac:spMkLst>
            <pc:docMk/>
            <pc:sldMk cId="3755913292" sldId="349"/>
            <ac:spMk id="8" creationId="{78E6FF28-927A-C933-4C4B-93F22F4D9F15}"/>
          </ac:spMkLst>
        </pc:spChg>
        <pc:spChg chg="add mod">
          <ac:chgData name="徐志嘉" userId="4f4e22b3-2ff2-4e81-a7cc-1ce68c8c1bc8" providerId="ADAL" clId="{7B61CEC9-9E43-4A30-A57E-57608CA10415}" dt="2022-12-18T08:38:41.957" v="35" actId="1076"/>
          <ac:spMkLst>
            <pc:docMk/>
            <pc:sldMk cId="3755913292" sldId="349"/>
            <ac:spMk id="10" creationId="{4779FE87-D26C-A8E8-5565-FBEF7AA0751F}"/>
          </ac:spMkLst>
        </pc:spChg>
        <pc:picChg chg="add mod">
          <ac:chgData name="徐志嘉" userId="4f4e22b3-2ff2-4e81-a7cc-1ce68c8c1bc8" providerId="ADAL" clId="{7B61CEC9-9E43-4A30-A57E-57608CA10415}" dt="2022-12-18T08:38:41.957" v="35" actId="1076"/>
          <ac:picMkLst>
            <pc:docMk/>
            <pc:sldMk cId="3755913292" sldId="349"/>
            <ac:picMk id="5" creationId="{F2CB5D92-8602-7498-A8D4-13DD3D2D18F5}"/>
          </ac:picMkLst>
        </pc:picChg>
        <pc:picChg chg="add mod">
          <ac:chgData name="徐志嘉" userId="4f4e22b3-2ff2-4e81-a7cc-1ce68c8c1bc8" providerId="ADAL" clId="{7B61CEC9-9E43-4A30-A57E-57608CA10415}" dt="2022-12-18T08:38:41.957" v="35" actId="1076"/>
          <ac:picMkLst>
            <pc:docMk/>
            <pc:sldMk cId="3755913292" sldId="349"/>
            <ac:picMk id="7" creationId="{01E9102F-803A-78FF-8895-D70CEF9A1CD8}"/>
          </ac:picMkLst>
        </pc:picChg>
      </pc:sldChg>
      <pc:sldChg chg="addSp delSp modSp new del mod">
        <pc:chgData name="徐志嘉" userId="4f4e22b3-2ff2-4e81-a7cc-1ce68c8c1bc8" providerId="ADAL" clId="{7B61CEC9-9E43-4A30-A57E-57608CA10415}" dt="2022-12-18T08:47:04.462" v="105" actId="47"/>
        <pc:sldMkLst>
          <pc:docMk/>
          <pc:sldMk cId="311848268" sldId="350"/>
        </pc:sldMkLst>
        <pc:spChg chg="mod">
          <ac:chgData name="徐志嘉" userId="4f4e22b3-2ff2-4e81-a7cc-1ce68c8c1bc8" providerId="ADAL" clId="{7B61CEC9-9E43-4A30-A57E-57608CA10415}" dt="2022-12-18T08:41:07.869" v="59" actId="20577"/>
          <ac:spMkLst>
            <pc:docMk/>
            <pc:sldMk cId="311848268" sldId="350"/>
            <ac:spMk id="2" creationId="{9307853A-9971-C2CC-EF03-C8D8FC817BF0}"/>
          </ac:spMkLst>
        </pc:spChg>
        <pc:spChg chg="del">
          <ac:chgData name="徐志嘉" userId="4f4e22b3-2ff2-4e81-a7cc-1ce68c8c1bc8" providerId="ADAL" clId="{7B61CEC9-9E43-4A30-A57E-57608CA10415}" dt="2022-12-18T08:42:02.343" v="60"/>
          <ac:spMkLst>
            <pc:docMk/>
            <pc:sldMk cId="311848268" sldId="350"/>
            <ac:spMk id="3" creationId="{CD06408B-6AC3-D364-5C6B-03FAB4682B5A}"/>
          </ac:spMkLst>
        </pc:spChg>
        <pc:spChg chg="add del mod">
          <ac:chgData name="徐志嘉" userId="4f4e22b3-2ff2-4e81-a7cc-1ce68c8c1bc8" providerId="ADAL" clId="{7B61CEC9-9E43-4A30-A57E-57608CA10415}" dt="2022-12-18T08:42:24.311" v="64"/>
          <ac:spMkLst>
            <pc:docMk/>
            <pc:sldMk cId="311848268" sldId="350"/>
            <ac:spMk id="7" creationId="{31A95E55-4440-D982-53ED-59393DB1C4BF}"/>
          </ac:spMkLst>
        </pc:spChg>
        <pc:picChg chg="add del mod">
          <ac:chgData name="徐志嘉" userId="4f4e22b3-2ff2-4e81-a7cc-1ce68c8c1bc8" providerId="ADAL" clId="{7B61CEC9-9E43-4A30-A57E-57608CA10415}" dt="2022-12-18T08:42:06.752" v="63" actId="478"/>
          <ac:picMkLst>
            <pc:docMk/>
            <pc:sldMk cId="311848268" sldId="350"/>
            <ac:picMk id="5" creationId="{A79F7DFF-F065-D7A7-F252-8B3B6E5F0E6B}"/>
          </ac:picMkLst>
        </pc:picChg>
        <pc:picChg chg="add mod">
          <ac:chgData name="徐志嘉" userId="4f4e22b3-2ff2-4e81-a7cc-1ce68c8c1bc8" providerId="ADAL" clId="{7B61CEC9-9E43-4A30-A57E-57608CA10415}" dt="2022-12-18T08:42:24.917" v="65" actId="27614"/>
          <ac:picMkLst>
            <pc:docMk/>
            <pc:sldMk cId="311848268" sldId="350"/>
            <ac:picMk id="9" creationId="{62014471-8AED-5379-3100-36FDB5AAFBB0}"/>
          </ac:picMkLst>
        </pc:picChg>
        <pc:picChg chg="add mod">
          <ac:chgData name="徐志嘉" userId="4f4e22b3-2ff2-4e81-a7cc-1ce68c8c1bc8" providerId="ADAL" clId="{7B61CEC9-9E43-4A30-A57E-57608CA10415}" dt="2022-12-18T08:42:26.247" v="69" actId="1076"/>
          <ac:picMkLst>
            <pc:docMk/>
            <pc:sldMk cId="311848268" sldId="350"/>
            <ac:picMk id="11" creationId="{1C92D656-F535-4732-FDA2-2C5ABF35BBC7}"/>
          </ac:picMkLst>
        </pc:picChg>
      </pc:sldChg>
      <pc:sldChg chg="addSp delSp modSp add mod chgLayout">
        <pc:chgData name="徐志嘉" userId="4f4e22b3-2ff2-4e81-a7cc-1ce68c8c1bc8" providerId="ADAL" clId="{7B61CEC9-9E43-4A30-A57E-57608CA10415}" dt="2022-12-18T11:54:54.733" v="1675" actId="207"/>
        <pc:sldMkLst>
          <pc:docMk/>
          <pc:sldMk cId="692660933" sldId="351"/>
        </pc:sldMkLst>
        <pc:spChg chg="mod ord">
          <ac:chgData name="徐志嘉" userId="4f4e22b3-2ff2-4e81-a7cc-1ce68c8c1bc8" providerId="ADAL" clId="{7B61CEC9-9E43-4A30-A57E-57608CA10415}" dt="2022-12-18T11:52:33.332" v="1574" actId="700"/>
          <ac:spMkLst>
            <pc:docMk/>
            <pc:sldMk cId="692660933" sldId="351"/>
            <ac:spMk id="2" creationId="{2DEB7035-C739-B358-FB10-F11BECFA289E}"/>
          </ac:spMkLst>
        </pc:spChg>
        <pc:spChg chg="add mod">
          <ac:chgData name="徐志嘉" userId="4f4e22b3-2ff2-4e81-a7cc-1ce68c8c1bc8" providerId="ADAL" clId="{7B61CEC9-9E43-4A30-A57E-57608CA10415}" dt="2022-12-18T11:52:46.284" v="1575" actId="1076"/>
          <ac:spMkLst>
            <pc:docMk/>
            <pc:sldMk cId="692660933" sldId="351"/>
            <ac:spMk id="6" creationId="{E381173A-83ED-D66C-DA6F-EBF1740F975A}"/>
          </ac:spMkLst>
        </pc:spChg>
        <pc:spChg chg="mod">
          <ac:chgData name="徐志嘉" userId="4f4e22b3-2ff2-4e81-a7cc-1ce68c8c1bc8" providerId="ADAL" clId="{7B61CEC9-9E43-4A30-A57E-57608CA10415}" dt="2022-12-18T11:52:46.284" v="1575" actId="1076"/>
          <ac:spMkLst>
            <pc:docMk/>
            <pc:sldMk cId="692660933" sldId="351"/>
            <ac:spMk id="8" creationId="{78E6FF28-927A-C933-4C4B-93F22F4D9F15}"/>
          </ac:spMkLst>
        </pc:spChg>
        <pc:spChg chg="add del mod">
          <ac:chgData name="徐志嘉" userId="4f4e22b3-2ff2-4e81-a7cc-1ce68c8c1bc8" providerId="ADAL" clId="{7B61CEC9-9E43-4A30-A57E-57608CA10415}" dt="2022-12-18T08:44:30.962" v="93" actId="478"/>
          <ac:spMkLst>
            <pc:docMk/>
            <pc:sldMk cId="692660933" sldId="351"/>
            <ac:spMk id="9" creationId="{6C151019-89F9-26E5-E017-9A4E65A0170D}"/>
          </ac:spMkLst>
        </pc:spChg>
        <pc:spChg chg="mod">
          <ac:chgData name="徐志嘉" userId="4f4e22b3-2ff2-4e81-a7cc-1ce68c8c1bc8" providerId="ADAL" clId="{7B61CEC9-9E43-4A30-A57E-57608CA10415}" dt="2022-12-18T11:52:46.284" v="1575" actId="1076"/>
          <ac:spMkLst>
            <pc:docMk/>
            <pc:sldMk cId="692660933" sldId="351"/>
            <ac:spMk id="10" creationId="{4779FE87-D26C-A8E8-5565-FBEF7AA0751F}"/>
          </ac:spMkLst>
        </pc:spChg>
        <pc:spChg chg="add del mod">
          <ac:chgData name="徐志嘉" userId="4f4e22b3-2ff2-4e81-a7cc-1ce68c8c1bc8" providerId="ADAL" clId="{7B61CEC9-9E43-4A30-A57E-57608CA10415}" dt="2022-12-18T08:44:42.556" v="104" actId="478"/>
          <ac:spMkLst>
            <pc:docMk/>
            <pc:sldMk cId="692660933" sldId="351"/>
            <ac:spMk id="11" creationId="{DE015D82-1645-95D4-82D8-6C172470CC5A}"/>
          </ac:spMkLst>
        </pc:spChg>
        <pc:spChg chg="add mod">
          <ac:chgData name="徐志嘉" userId="4f4e22b3-2ff2-4e81-a7cc-1ce68c8c1bc8" providerId="ADAL" clId="{7B61CEC9-9E43-4A30-A57E-57608CA10415}" dt="2022-12-18T11:52:46.284" v="1575" actId="1076"/>
          <ac:spMkLst>
            <pc:docMk/>
            <pc:sldMk cId="692660933" sldId="351"/>
            <ac:spMk id="12" creationId="{EAF539FC-EF51-6F7A-F8F7-7EE845EE57E9}"/>
          </ac:spMkLst>
        </pc:spChg>
        <pc:spChg chg="add del">
          <ac:chgData name="徐志嘉" userId="4f4e22b3-2ff2-4e81-a7cc-1ce68c8c1bc8" providerId="ADAL" clId="{7B61CEC9-9E43-4A30-A57E-57608CA10415}" dt="2022-12-18T08:47:49.022" v="119"/>
          <ac:spMkLst>
            <pc:docMk/>
            <pc:sldMk cId="692660933" sldId="351"/>
            <ac:spMk id="13" creationId="{538E3B1A-8630-553A-F102-83A956B17546}"/>
          </ac:spMkLst>
        </pc:spChg>
        <pc:spChg chg="add mod">
          <ac:chgData name="徐志嘉" userId="4f4e22b3-2ff2-4e81-a7cc-1ce68c8c1bc8" providerId="ADAL" clId="{7B61CEC9-9E43-4A30-A57E-57608CA10415}" dt="2022-12-18T11:52:46.284" v="1575" actId="1076"/>
          <ac:spMkLst>
            <pc:docMk/>
            <pc:sldMk cId="692660933" sldId="351"/>
            <ac:spMk id="15" creationId="{CC458F5E-CAE2-9D9F-4D37-F7A521D0B5BF}"/>
          </ac:spMkLst>
        </pc:spChg>
        <pc:spChg chg="add del mod">
          <ac:chgData name="徐志嘉" userId="4f4e22b3-2ff2-4e81-a7cc-1ce68c8c1bc8" providerId="ADAL" clId="{7B61CEC9-9E43-4A30-A57E-57608CA10415}" dt="2022-12-18T10:47:44.283" v="340" actId="478"/>
          <ac:spMkLst>
            <pc:docMk/>
            <pc:sldMk cId="692660933" sldId="351"/>
            <ac:spMk id="33" creationId="{66E1A7D0-69C6-D102-A5F3-1A96935B55BE}"/>
          </ac:spMkLst>
        </pc:spChg>
        <pc:spChg chg="add mod ord">
          <ac:chgData name="徐志嘉" userId="4f4e22b3-2ff2-4e81-a7cc-1ce68c8c1bc8" providerId="ADAL" clId="{7B61CEC9-9E43-4A30-A57E-57608CA10415}" dt="2022-12-18T11:54:54.733" v="1675" actId="207"/>
          <ac:spMkLst>
            <pc:docMk/>
            <pc:sldMk cId="692660933" sldId="351"/>
            <ac:spMk id="50" creationId="{C6A6F59A-8E26-9AA8-4870-83F4135EB2CE}"/>
          </ac:spMkLst>
        </pc:spChg>
        <pc:picChg chg="add del mod">
          <ac:chgData name="徐志嘉" userId="4f4e22b3-2ff2-4e81-a7cc-1ce68c8c1bc8" providerId="ADAL" clId="{7B61CEC9-9E43-4A30-A57E-57608CA10415}" dt="2022-12-18T10:47:42.121" v="339" actId="478"/>
          <ac:picMkLst>
            <pc:docMk/>
            <pc:sldMk cId="692660933" sldId="351"/>
            <ac:picMk id="3" creationId="{BCF63CD3-3A95-0969-1C00-9CBFD42704CD}"/>
          </ac:picMkLst>
        </pc:picChg>
        <pc:picChg chg="add del mod">
          <ac:chgData name="徐志嘉" userId="4f4e22b3-2ff2-4e81-a7cc-1ce68c8c1bc8" providerId="ADAL" clId="{7B61CEC9-9E43-4A30-A57E-57608CA10415}" dt="2022-12-18T10:47:41.674" v="338" actId="478"/>
          <ac:picMkLst>
            <pc:docMk/>
            <pc:sldMk cId="692660933" sldId="351"/>
            <ac:picMk id="4" creationId="{CA717983-2776-4871-65A6-447EA79DBBA7}"/>
          </ac:picMkLst>
        </pc:picChg>
        <pc:picChg chg="del mod">
          <ac:chgData name="徐志嘉" userId="4f4e22b3-2ff2-4e81-a7cc-1ce68c8c1bc8" providerId="ADAL" clId="{7B61CEC9-9E43-4A30-A57E-57608CA10415}" dt="2022-12-18T10:51:38.938" v="389" actId="478"/>
          <ac:picMkLst>
            <pc:docMk/>
            <pc:sldMk cId="692660933" sldId="351"/>
            <ac:picMk id="5" creationId="{F2CB5D92-8602-7498-A8D4-13DD3D2D18F5}"/>
          </ac:picMkLst>
        </pc:picChg>
        <pc:picChg chg="del">
          <ac:chgData name="徐志嘉" userId="4f4e22b3-2ff2-4e81-a7cc-1ce68c8c1bc8" providerId="ADAL" clId="{7B61CEC9-9E43-4A30-A57E-57608CA10415}" dt="2022-12-18T08:42:44.487" v="72" actId="478"/>
          <ac:picMkLst>
            <pc:docMk/>
            <pc:sldMk cId="692660933" sldId="351"/>
            <ac:picMk id="7" creationId="{01E9102F-803A-78FF-8895-D70CEF9A1CD8}"/>
          </ac:picMkLst>
        </pc:picChg>
        <pc:picChg chg="add mod modCrop">
          <ac:chgData name="徐志嘉" userId="4f4e22b3-2ff2-4e81-a7cc-1ce68c8c1bc8" providerId="ADAL" clId="{7B61CEC9-9E43-4A30-A57E-57608CA10415}" dt="2022-12-18T11:52:46.284" v="1575" actId="1076"/>
          <ac:picMkLst>
            <pc:docMk/>
            <pc:sldMk cId="692660933" sldId="351"/>
            <ac:picMk id="14" creationId="{C55E7E63-4E0F-A915-E0E8-4A0FB5D6703A}"/>
          </ac:picMkLst>
        </pc:picChg>
        <pc:picChg chg="add del mod">
          <ac:chgData name="徐志嘉" userId="4f4e22b3-2ff2-4e81-a7cc-1ce68c8c1bc8" providerId="ADAL" clId="{7B61CEC9-9E43-4A30-A57E-57608CA10415}" dt="2022-12-18T10:46:31.880" v="319" actId="478"/>
          <ac:picMkLst>
            <pc:docMk/>
            <pc:sldMk cId="692660933" sldId="351"/>
            <ac:picMk id="17" creationId="{C1EF401E-6110-1255-402A-90F53E793422}"/>
          </ac:picMkLst>
        </pc:picChg>
        <pc:picChg chg="add del mod">
          <ac:chgData name="徐志嘉" userId="4f4e22b3-2ff2-4e81-a7cc-1ce68c8c1bc8" providerId="ADAL" clId="{7B61CEC9-9E43-4A30-A57E-57608CA10415}" dt="2022-12-18T10:46:32.379" v="320" actId="478"/>
          <ac:picMkLst>
            <pc:docMk/>
            <pc:sldMk cId="692660933" sldId="351"/>
            <ac:picMk id="19" creationId="{C98DC4AC-0B9B-B2CB-2379-921CC1E3EFF6}"/>
          </ac:picMkLst>
        </pc:picChg>
        <pc:picChg chg="add del mod">
          <ac:chgData name="徐志嘉" userId="4f4e22b3-2ff2-4e81-a7cc-1ce68c8c1bc8" providerId="ADAL" clId="{7B61CEC9-9E43-4A30-A57E-57608CA10415}" dt="2022-12-18T10:46:32.807" v="321" actId="478"/>
          <ac:picMkLst>
            <pc:docMk/>
            <pc:sldMk cId="692660933" sldId="351"/>
            <ac:picMk id="21" creationId="{1EBDB3CB-3943-3361-AB3B-9A8C2F5725C3}"/>
          </ac:picMkLst>
        </pc:picChg>
        <pc:picChg chg="add del mod">
          <ac:chgData name="徐志嘉" userId="4f4e22b3-2ff2-4e81-a7cc-1ce68c8c1bc8" providerId="ADAL" clId="{7B61CEC9-9E43-4A30-A57E-57608CA10415}" dt="2022-12-18T10:46:33.244" v="322" actId="478"/>
          <ac:picMkLst>
            <pc:docMk/>
            <pc:sldMk cId="692660933" sldId="351"/>
            <ac:picMk id="23" creationId="{131E3076-4017-F662-BEEE-F35802056867}"/>
          </ac:picMkLst>
        </pc:picChg>
        <pc:picChg chg="add mod">
          <ac:chgData name="徐志嘉" userId="4f4e22b3-2ff2-4e81-a7cc-1ce68c8c1bc8" providerId="ADAL" clId="{7B61CEC9-9E43-4A30-A57E-57608CA10415}" dt="2022-12-18T11:52:46.284" v="1575" actId="1076"/>
          <ac:picMkLst>
            <pc:docMk/>
            <pc:sldMk cId="692660933" sldId="351"/>
            <ac:picMk id="25" creationId="{3333495E-92A6-DE00-522E-3B4D191880BB}"/>
          </ac:picMkLst>
        </pc:picChg>
        <pc:picChg chg="add mod">
          <ac:chgData name="徐志嘉" userId="4f4e22b3-2ff2-4e81-a7cc-1ce68c8c1bc8" providerId="ADAL" clId="{7B61CEC9-9E43-4A30-A57E-57608CA10415}" dt="2022-12-18T11:52:46.284" v="1575" actId="1076"/>
          <ac:picMkLst>
            <pc:docMk/>
            <pc:sldMk cId="692660933" sldId="351"/>
            <ac:picMk id="27" creationId="{EDE74353-4186-B739-EC86-66454DFC2796}"/>
          </ac:picMkLst>
        </pc:picChg>
        <pc:picChg chg="add mod">
          <ac:chgData name="徐志嘉" userId="4f4e22b3-2ff2-4e81-a7cc-1ce68c8c1bc8" providerId="ADAL" clId="{7B61CEC9-9E43-4A30-A57E-57608CA10415}" dt="2022-12-18T11:52:46.284" v="1575" actId="1076"/>
          <ac:picMkLst>
            <pc:docMk/>
            <pc:sldMk cId="692660933" sldId="351"/>
            <ac:picMk id="29" creationId="{07C2A341-7534-AE4A-6DD0-8F60AD7F3736}"/>
          </ac:picMkLst>
        </pc:picChg>
        <pc:picChg chg="add del mod">
          <ac:chgData name="徐志嘉" userId="4f4e22b3-2ff2-4e81-a7cc-1ce68c8c1bc8" providerId="ADAL" clId="{7B61CEC9-9E43-4A30-A57E-57608CA10415}" dt="2022-12-18T10:48:46.011" v="358" actId="478"/>
          <ac:picMkLst>
            <pc:docMk/>
            <pc:sldMk cId="692660933" sldId="351"/>
            <ac:picMk id="31" creationId="{17C85A0E-B102-7D39-B1E8-7592B4FA5C6E}"/>
          </ac:picMkLst>
        </pc:picChg>
        <pc:picChg chg="add del mod">
          <ac:chgData name="徐志嘉" userId="4f4e22b3-2ff2-4e81-a7cc-1ce68c8c1bc8" providerId="ADAL" clId="{7B61CEC9-9E43-4A30-A57E-57608CA10415}" dt="2022-12-18T10:48:45.588" v="357" actId="478"/>
          <ac:picMkLst>
            <pc:docMk/>
            <pc:sldMk cId="692660933" sldId="351"/>
            <ac:picMk id="35" creationId="{CC784B89-FBF9-8D51-0599-5B97AC71A417}"/>
          </ac:picMkLst>
        </pc:picChg>
        <pc:picChg chg="add mod">
          <ac:chgData name="徐志嘉" userId="4f4e22b3-2ff2-4e81-a7cc-1ce68c8c1bc8" providerId="ADAL" clId="{7B61CEC9-9E43-4A30-A57E-57608CA10415}" dt="2022-12-18T11:52:46.284" v="1575" actId="1076"/>
          <ac:picMkLst>
            <pc:docMk/>
            <pc:sldMk cId="692660933" sldId="351"/>
            <ac:picMk id="37" creationId="{7930E76C-F15F-E808-863E-65A9DCEF58CE}"/>
          </ac:picMkLst>
        </pc:picChg>
        <pc:picChg chg="add mod">
          <ac:chgData name="徐志嘉" userId="4f4e22b3-2ff2-4e81-a7cc-1ce68c8c1bc8" providerId="ADAL" clId="{7B61CEC9-9E43-4A30-A57E-57608CA10415}" dt="2022-12-18T11:52:46.284" v="1575" actId="1076"/>
          <ac:picMkLst>
            <pc:docMk/>
            <pc:sldMk cId="692660933" sldId="351"/>
            <ac:picMk id="39" creationId="{001AA2A0-6720-320D-55CC-B5FF831EB92C}"/>
          </ac:picMkLst>
        </pc:picChg>
        <pc:picChg chg="add mod">
          <ac:chgData name="徐志嘉" userId="4f4e22b3-2ff2-4e81-a7cc-1ce68c8c1bc8" providerId="ADAL" clId="{7B61CEC9-9E43-4A30-A57E-57608CA10415}" dt="2022-12-18T11:52:46.284" v="1575" actId="1076"/>
          <ac:picMkLst>
            <pc:docMk/>
            <pc:sldMk cId="692660933" sldId="351"/>
            <ac:picMk id="41" creationId="{E82D9152-0B87-19A6-F579-21F2EB77C30F}"/>
          </ac:picMkLst>
        </pc:picChg>
        <pc:picChg chg="add mod">
          <ac:chgData name="徐志嘉" userId="4f4e22b3-2ff2-4e81-a7cc-1ce68c8c1bc8" providerId="ADAL" clId="{7B61CEC9-9E43-4A30-A57E-57608CA10415}" dt="2022-12-18T11:52:46.284" v="1575" actId="1076"/>
          <ac:picMkLst>
            <pc:docMk/>
            <pc:sldMk cId="692660933" sldId="351"/>
            <ac:picMk id="43" creationId="{8EEA8C28-2BF3-94D9-A436-A416CE9FD565}"/>
          </ac:picMkLst>
        </pc:picChg>
        <pc:picChg chg="add mod">
          <ac:chgData name="徐志嘉" userId="4f4e22b3-2ff2-4e81-a7cc-1ce68c8c1bc8" providerId="ADAL" clId="{7B61CEC9-9E43-4A30-A57E-57608CA10415}" dt="2022-12-18T11:52:46.284" v="1575" actId="1076"/>
          <ac:picMkLst>
            <pc:docMk/>
            <pc:sldMk cId="692660933" sldId="351"/>
            <ac:picMk id="45" creationId="{FD6A87E9-4DF7-B1F1-8BF3-C8B52269F173}"/>
          </ac:picMkLst>
        </pc:picChg>
        <pc:picChg chg="add mod">
          <ac:chgData name="徐志嘉" userId="4f4e22b3-2ff2-4e81-a7cc-1ce68c8c1bc8" providerId="ADAL" clId="{7B61CEC9-9E43-4A30-A57E-57608CA10415}" dt="2022-12-18T11:52:46.284" v="1575" actId="1076"/>
          <ac:picMkLst>
            <pc:docMk/>
            <pc:sldMk cId="692660933" sldId="351"/>
            <ac:picMk id="47" creationId="{11184769-4F79-CE9D-87B8-01A6C6ABE4C2}"/>
          </ac:picMkLst>
        </pc:picChg>
        <pc:picChg chg="add mod modCrop">
          <ac:chgData name="徐志嘉" userId="4f4e22b3-2ff2-4e81-a7cc-1ce68c8c1bc8" providerId="ADAL" clId="{7B61CEC9-9E43-4A30-A57E-57608CA10415}" dt="2022-12-18T11:52:46.284" v="1575" actId="1076"/>
          <ac:picMkLst>
            <pc:docMk/>
            <pc:sldMk cId="692660933" sldId="351"/>
            <ac:picMk id="49" creationId="{FE3AC856-D1E1-650D-2A69-E76893C719A8}"/>
          </ac:picMkLst>
        </pc:picChg>
      </pc:sldChg>
      <pc:sldChg chg="addSp delSp modSp new mod ord">
        <pc:chgData name="徐志嘉" userId="4f4e22b3-2ff2-4e81-a7cc-1ce68c8c1bc8" providerId="ADAL" clId="{7B61CEC9-9E43-4A30-A57E-57608CA10415}" dt="2022-12-18T11:56:52.601" v="1682"/>
        <pc:sldMkLst>
          <pc:docMk/>
          <pc:sldMk cId="2265850440" sldId="352"/>
        </pc:sldMkLst>
        <pc:spChg chg="mod">
          <ac:chgData name="徐志嘉" userId="4f4e22b3-2ff2-4e81-a7cc-1ce68c8c1bc8" providerId="ADAL" clId="{7B61CEC9-9E43-4A30-A57E-57608CA10415}" dt="2022-12-18T09:04:20.119" v="192" actId="20577"/>
          <ac:spMkLst>
            <pc:docMk/>
            <pc:sldMk cId="2265850440" sldId="352"/>
            <ac:spMk id="2" creationId="{37C59BCE-5E2E-C404-C77B-9171CE02FE9C}"/>
          </ac:spMkLst>
        </pc:spChg>
        <pc:spChg chg="del mod ord">
          <ac:chgData name="徐志嘉" userId="4f4e22b3-2ff2-4e81-a7cc-1ce68c8c1bc8" providerId="ADAL" clId="{7B61CEC9-9E43-4A30-A57E-57608CA10415}" dt="2022-12-18T11:02:22.444" v="507" actId="478"/>
          <ac:spMkLst>
            <pc:docMk/>
            <pc:sldMk cId="2265850440" sldId="352"/>
            <ac:spMk id="3" creationId="{EFE46656-8F8A-7AE8-A454-F8248C665F0D}"/>
          </ac:spMkLst>
        </pc:spChg>
        <pc:spChg chg="add mod">
          <ac:chgData name="徐志嘉" userId="4f4e22b3-2ff2-4e81-a7cc-1ce68c8c1bc8" providerId="ADAL" clId="{7B61CEC9-9E43-4A30-A57E-57608CA10415}" dt="2022-12-18T11:00:33.830" v="467" actId="1076"/>
          <ac:spMkLst>
            <pc:docMk/>
            <pc:sldMk cId="2265850440" sldId="352"/>
            <ac:spMk id="10" creationId="{A3BB5BF2-8125-44DB-5A68-E7090E951A7D}"/>
          </ac:spMkLst>
        </pc:spChg>
        <pc:spChg chg="add mod">
          <ac:chgData name="徐志嘉" userId="4f4e22b3-2ff2-4e81-a7cc-1ce68c8c1bc8" providerId="ADAL" clId="{7B61CEC9-9E43-4A30-A57E-57608CA10415}" dt="2022-12-18T11:00:22.784" v="464" actId="14100"/>
          <ac:spMkLst>
            <pc:docMk/>
            <pc:sldMk cId="2265850440" sldId="352"/>
            <ac:spMk id="11" creationId="{0CABD9AF-9E6A-BA4D-413C-338F191837D5}"/>
          </ac:spMkLst>
        </pc:spChg>
        <pc:spChg chg="add mod">
          <ac:chgData name="徐志嘉" userId="4f4e22b3-2ff2-4e81-a7cc-1ce68c8c1bc8" providerId="ADAL" clId="{7B61CEC9-9E43-4A30-A57E-57608CA10415}" dt="2022-12-18T11:00:38.713" v="469" actId="571"/>
          <ac:spMkLst>
            <pc:docMk/>
            <pc:sldMk cId="2265850440" sldId="352"/>
            <ac:spMk id="12" creationId="{0FFD3791-0485-59AD-F1F3-BA3C35AD82B1}"/>
          </ac:spMkLst>
        </pc:spChg>
        <pc:spChg chg="add mod">
          <ac:chgData name="徐志嘉" userId="4f4e22b3-2ff2-4e81-a7cc-1ce68c8c1bc8" providerId="ADAL" clId="{7B61CEC9-9E43-4A30-A57E-57608CA10415}" dt="2022-12-18T11:00:38.713" v="469" actId="571"/>
          <ac:spMkLst>
            <pc:docMk/>
            <pc:sldMk cId="2265850440" sldId="352"/>
            <ac:spMk id="13" creationId="{B0C735D9-43C7-BA76-B67E-A4B3AADFDDF1}"/>
          </ac:spMkLst>
        </pc:spChg>
        <pc:spChg chg="add mod">
          <ac:chgData name="徐志嘉" userId="4f4e22b3-2ff2-4e81-a7cc-1ce68c8c1bc8" providerId="ADAL" clId="{7B61CEC9-9E43-4A30-A57E-57608CA10415}" dt="2022-12-18T11:00:42.776" v="470" actId="571"/>
          <ac:spMkLst>
            <pc:docMk/>
            <pc:sldMk cId="2265850440" sldId="352"/>
            <ac:spMk id="14" creationId="{FE84DAD8-E3CB-F72E-EB93-E7F13B7E3D0C}"/>
          </ac:spMkLst>
        </pc:spChg>
        <pc:spChg chg="add mod">
          <ac:chgData name="徐志嘉" userId="4f4e22b3-2ff2-4e81-a7cc-1ce68c8c1bc8" providerId="ADAL" clId="{7B61CEC9-9E43-4A30-A57E-57608CA10415}" dt="2022-12-18T11:00:48.047" v="479" actId="20577"/>
          <ac:spMkLst>
            <pc:docMk/>
            <pc:sldMk cId="2265850440" sldId="352"/>
            <ac:spMk id="15" creationId="{E6DC63FF-9982-D8CF-C16A-BA63DC317ECF}"/>
          </ac:spMkLst>
        </pc:spChg>
        <pc:spChg chg="add mod">
          <ac:chgData name="徐志嘉" userId="4f4e22b3-2ff2-4e81-a7cc-1ce68c8c1bc8" providerId="ADAL" clId="{7B61CEC9-9E43-4A30-A57E-57608CA10415}" dt="2022-12-18T11:01:18.820" v="494" actId="20577"/>
          <ac:spMkLst>
            <pc:docMk/>
            <pc:sldMk cId="2265850440" sldId="352"/>
            <ac:spMk id="16" creationId="{51DA8524-0128-C76B-2940-A0CA3E061C31}"/>
          </ac:spMkLst>
        </pc:spChg>
        <pc:spChg chg="add mod">
          <ac:chgData name="徐志嘉" userId="4f4e22b3-2ff2-4e81-a7cc-1ce68c8c1bc8" providerId="ADAL" clId="{7B61CEC9-9E43-4A30-A57E-57608CA10415}" dt="2022-12-18T11:02:13.160" v="506" actId="1076"/>
          <ac:spMkLst>
            <pc:docMk/>
            <pc:sldMk cId="2265850440" sldId="352"/>
            <ac:spMk id="18" creationId="{14A66296-1F88-F5F0-A8C7-FE17B159E02B}"/>
          </ac:spMkLst>
        </pc:spChg>
        <pc:spChg chg="add del mod">
          <ac:chgData name="徐志嘉" userId="4f4e22b3-2ff2-4e81-a7cc-1ce68c8c1bc8" providerId="ADAL" clId="{7B61CEC9-9E43-4A30-A57E-57608CA10415}" dt="2022-12-18T11:02:23.728" v="508" actId="478"/>
          <ac:spMkLst>
            <pc:docMk/>
            <pc:sldMk cId="2265850440" sldId="352"/>
            <ac:spMk id="20" creationId="{ECAD5F3A-0226-19BC-0F4F-03932C7A8716}"/>
          </ac:spMkLst>
        </pc:spChg>
        <pc:spChg chg="add del mod">
          <ac:chgData name="徐志嘉" userId="4f4e22b3-2ff2-4e81-a7cc-1ce68c8c1bc8" providerId="ADAL" clId="{7B61CEC9-9E43-4A30-A57E-57608CA10415}" dt="2022-12-18T11:02:35.838" v="510"/>
          <ac:spMkLst>
            <pc:docMk/>
            <pc:sldMk cId="2265850440" sldId="352"/>
            <ac:spMk id="21" creationId="{E907D5C1-FCAA-E766-B28C-9AAA49A2AD41}"/>
          </ac:spMkLst>
        </pc:spChg>
        <pc:spChg chg="add del mod">
          <ac:chgData name="徐志嘉" userId="4f4e22b3-2ff2-4e81-a7cc-1ce68c8c1bc8" providerId="ADAL" clId="{7B61CEC9-9E43-4A30-A57E-57608CA10415}" dt="2022-12-18T11:02:35.838" v="510"/>
          <ac:spMkLst>
            <pc:docMk/>
            <pc:sldMk cId="2265850440" sldId="352"/>
            <ac:spMk id="22" creationId="{8F586991-CAEF-5A60-C0AB-D3CBBABB8E9A}"/>
          </ac:spMkLst>
        </pc:spChg>
        <pc:spChg chg="add mod">
          <ac:chgData name="徐志嘉" userId="4f4e22b3-2ff2-4e81-a7cc-1ce68c8c1bc8" providerId="ADAL" clId="{7B61CEC9-9E43-4A30-A57E-57608CA10415}" dt="2022-12-18T11:02:40.073" v="511" actId="571"/>
          <ac:spMkLst>
            <pc:docMk/>
            <pc:sldMk cId="2265850440" sldId="352"/>
            <ac:spMk id="23" creationId="{BB767EB7-58DA-5663-DDDE-80809DECD4AF}"/>
          </ac:spMkLst>
        </pc:spChg>
        <pc:spChg chg="add mod">
          <ac:chgData name="徐志嘉" userId="4f4e22b3-2ff2-4e81-a7cc-1ce68c8c1bc8" providerId="ADAL" clId="{7B61CEC9-9E43-4A30-A57E-57608CA10415}" dt="2022-12-18T11:02:44.288" v="520" actId="20577"/>
          <ac:spMkLst>
            <pc:docMk/>
            <pc:sldMk cId="2265850440" sldId="352"/>
            <ac:spMk id="24" creationId="{F6B9AFDB-144D-198D-7BBD-829523E1E23A}"/>
          </ac:spMkLst>
        </pc:spChg>
        <pc:picChg chg="add mod">
          <ac:chgData name="徐志嘉" userId="4f4e22b3-2ff2-4e81-a7cc-1ce68c8c1bc8" providerId="ADAL" clId="{7B61CEC9-9E43-4A30-A57E-57608CA10415}" dt="2022-12-18T09:09:41.940" v="242" actId="1076"/>
          <ac:picMkLst>
            <pc:docMk/>
            <pc:sldMk cId="2265850440" sldId="352"/>
            <ac:picMk id="5" creationId="{C1DDBB18-D85B-4D63-FAB9-6D7324FCACD1}"/>
          </ac:picMkLst>
        </pc:picChg>
        <pc:picChg chg="add mod">
          <ac:chgData name="徐志嘉" userId="4f4e22b3-2ff2-4e81-a7cc-1ce68c8c1bc8" providerId="ADAL" clId="{7B61CEC9-9E43-4A30-A57E-57608CA10415}" dt="2022-12-18T10:59:55.605" v="457" actId="1076"/>
          <ac:picMkLst>
            <pc:docMk/>
            <pc:sldMk cId="2265850440" sldId="352"/>
            <ac:picMk id="7" creationId="{A4E30624-D4DD-A0AA-F34D-F2A6184ABAEA}"/>
          </ac:picMkLst>
        </pc:picChg>
        <pc:picChg chg="add mod">
          <ac:chgData name="徐志嘉" userId="4f4e22b3-2ff2-4e81-a7cc-1ce68c8c1bc8" providerId="ADAL" clId="{7B61CEC9-9E43-4A30-A57E-57608CA10415}" dt="2022-12-18T09:09:37.560" v="241" actId="1076"/>
          <ac:picMkLst>
            <pc:docMk/>
            <pc:sldMk cId="2265850440" sldId="352"/>
            <ac:picMk id="9" creationId="{2738D1B7-B1C5-017E-00CB-4EFB50CD6577}"/>
          </ac:picMkLst>
        </pc:picChg>
      </pc:sldChg>
      <pc:sldChg chg="add">
        <pc:chgData name="徐志嘉" userId="4f4e22b3-2ff2-4e81-a7cc-1ce68c8c1bc8" providerId="ADAL" clId="{7B61CEC9-9E43-4A30-A57E-57608CA10415}" dt="2022-12-18T09:12:18.990" v="243"/>
        <pc:sldMkLst>
          <pc:docMk/>
          <pc:sldMk cId="4038689681" sldId="730"/>
        </pc:sldMkLst>
      </pc:sldChg>
      <pc:sldChg chg="add">
        <pc:chgData name="徐志嘉" userId="4f4e22b3-2ff2-4e81-a7cc-1ce68c8c1bc8" providerId="ADAL" clId="{7B61CEC9-9E43-4A30-A57E-57608CA10415}" dt="2022-12-18T09:12:18.990" v="243"/>
        <pc:sldMkLst>
          <pc:docMk/>
          <pc:sldMk cId="2027784308" sldId="731"/>
        </pc:sldMkLst>
      </pc:sldChg>
      <pc:sldChg chg="add del">
        <pc:chgData name="徐志嘉" userId="4f4e22b3-2ff2-4e81-a7cc-1ce68c8c1bc8" providerId="ADAL" clId="{7B61CEC9-9E43-4A30-A57E-57608CA10415}" dt="2022-12-18T11:45:13.805" v="1473" actId="47"/>
        <pc:sldMkLst>
          <pc:docMk/>
          <pc:sldMk cId="924437395" sldId="732"/>
        </pc:sldMkLst>
      </pc:sldChg>
      <pc:sldChg chg="add del">
        <pc:chgData name="徐志嘉" userId="4f4e22b3-2ff2-4e81-a7cc-1ce68c8c1bc8" providerId="ADAL" clId="{7B61CEC9-9E43-4A30-A57E-57608CA10415}" dt="2022-12-18T11:45:12.718" v="1472" actId="47"/>
        <pc:sldMkLst>
          <pc:docMk/>
          <pc:sldMk cId="4048097384" sldId="733"/>
        </pc:sldMkLst>
      </pc:sldChg>
      <pc:sldChg chg="add">
        <pc:chgData name="徐志嘉" userId="4f4e22b3-2ff2-4e81-a7cc-1ce68c8c1bc8" providerId="ADAL" clId="{7B61CEC9-9E43-4A30-A57E-57608CA10415}" dt="2022-12-18T09:12:18.990" v="243"/>
        <pc:sldMkLst>
          <pc:docMk/>
          <pc:sldMk cId="3909844303" sldId="734"/>
        </pc:sldMkLst>
      </pc:sldChg>
      <pc:sldChg chg="add">
        <pc:chgData name="徐志嘉" userId="4f4e22b3-2ff2-4e81-a7cc-1ce68c8c1bc8" providerId="ADAL" clId="{7B61CEC9-9E43-4A30-A57E-57608CA10415}" dt="2022-12-18T09:12:18.990" v="243"/>
        <pc:sldMkLst>
          <pc:docMk/>
          <pc:sldMk cId="4028972452" sldId="735"/>
        </pc:sldMkLst>
      </pc:sldChg>
      <pc:sldChg chg="add del">
        <pc:chgData name="徐志嘉" userId="4f4e22b3-2ff2-4e81-a7cc-1ce68c8c1bc8" providerId="ADAL" clId="{7B61CEC9-9E43-4A30-A57E-57608CA10415}" dt="2022-12-18T11:45:29.774" v="1474" actId="47"/>
        <pc:sldMkLst>
          <pc:docMk/>
          <pc:sldMk cId="53293641" sldId="736"/>
        </pc:sldMkLst>
      </pc:sldChg>
      <pc:sldChg chg="add del">
        <pc:chgData name="徐志嘉" userId="4f4e22b3-2ff2-4e81-a7cc-1ce68c8c1bc8" providerId="ADAL" clId="{7B61CEC9-9E43-4A30-A57E-57608CA10415}" dt="2022-12-18T11:45:31.697" v="1475" actId="47"/>
        <pc:sldMkLst>
          <pc:docMk/>
          <pc:sldMk cId="770401462" sldId="737"/>
        </pc:sldMkLst>
      </pc:sldChg>
      <pc:sldChg chg="add">
        <pc:chgData name="徐志嘉" userId="4f4e22b3-2ff2-4e81-a7cc-1ce68c8c1bc8" providerId="ADAL" clId="{7B61CEC9-9E43-4A30-A57E-57608CA10415}" dt="2022-12-18T09:12:18.990" v="243"/>
        <pc:sldMkLst>
          <pc:docMk/>
          <pc:sldMk cId="1328844212" sldId="738"/>
        </pc:sldMkLst>
      </pc:sldChg>
      <pc:sldChg chg="add">
        <pc:chgData name="徐志嘉" userId="4f4e22b3-2ff2-4e81-a7cc-1ce68c8c1bc8" providerId="ADAL" clId="{7B61CEC9-9E43-4A30-A57E-57608CA10415}" dt="2022-12-18T09:12:18.990" v="243"/>
        <pc:sldMkLst>
          <pc:docMk/>
          <pc:sldMk cId="3182743858" sldId="739"/>
        </pc:sldMkLst>
      </pc:sldChg>
      <pc:sldChg chg="addSp delSp modSp add mod">
        <pc:chgData name="徐志嘉" userId="4f4e22b3-2ff2-4e81-a7cc-1ce68c8c1bc8" providerId="ADAL" clId="{7B61CEC9-9E43-4A30-A57E-57608CA10415}" dt="2022-12-18T11:43:33.648" v="1467" actId="20577"/>
        <pc:sldMkLst>
          <pc:docMk/>
          <pc:sldMk cId="1643755427" sldId="740"/>
        </pc:sldMkLst>
        <pc:spChg chg="mod">
          <ac:chgData name="徐志嘉" userId="4f4e22b3-2ff2-4e81-a7cc-1ce68c8c1bc8" providerId="ADAL" clId="{7B61CEC9-9E43-4A30-A57E-57608CA10415}" dt="2022-12-18T11:31:57.863" v="1306" actId="20577"/>
          <ac:spMkLst>
            <pc:docMk/>
            <pc:sldMk cId="1643755427" sldId="740"/>
            <ac:spMk id="2" creationId="{64CFEF1F-0B0C-69E2-96FB-2C9E5A967A76}"/>
          </ac:spMkLst>
        </pc:spChg>
        <pc:spChg chg="mod">
          <ac:chgData name="徐志嘉" userId="4f4e22b3-2ff2-4e81-a7cc-1ce68c8c1bc8" providerId="ADAL" clId="{7B61CEC9-9E43-4A30-A57E-57608CA10415}" dt="2022-12-18T11:43:33.648" v="1467" actId="20577"/>
          <ac:spMkLst>
            <pc:docMk/>
            <pc:sldMk cId="1643755427" sldId="740"/>
            <ac:spMk id="3" creationId="{74469CCC-FFC0-1239-81C0-CC964AE75801}"/>
          </ac:spMkLst>
        </pc:spChg>
        <pc:spChg chg="add mod">
          <ac:chgData name="徐志嘉" userId="4f4e22b3-2ff2-4e81-a7cc-1ce68c8c1bc8" providerId="ADAL" clId="{7B61CEC9-9E43-4A30-A57E-57608CA10415}" dt="2022-12-18T11:41:19.279" v="1420" actId="1076"/>
          <ac:spMkLst>
            <pc:docMk/>
            <pc:sldMk cId="1643755427" sldId="740"/>
            <ac:spMk id="4" creationId="{C1A472DC-79A9-F655-5650-0DE56AA4172A}"/>
          </ac:spMkLst>
        </pc:spChg>
        <pc:spChg chg="add del mod">
          <ac:chgData name="徐志嘉" userId="4f4e22b3-2ff2-4e81-a7cc-1ce68c8c1bc8" providerId="ADAL" clId="{7B61CEC9-9E43-4A30-A57E-57608CA10415}" dt="2022-12-18T11:32:48.646" v="1315" actId="478"/>
          <ac:spMkLst>
            <pc:docMk/>
            <pc:sldMk cId="1643755427" sldId="740"/>
            <ac:spMk id="6" creationId="{03226C2C-E549-7646-7D94-FCF8C66CAF4D}"/>
          </ac:spMkLst>
        </pc:spChg>
        <pc:spChg chg="add del mod">
          <ac:chgData name="徐志嘉" userId="4f4e22b3-2ff2-4e81-a7cc-1ce68c8c1bc8" providerId="ADAL" clId="{7B61CEC9-9E43-4A30-A57E-57608CA10415}" dt="2022-12-18T11:35:20.419" v="1352" actId="478"/>
          <ac:spMkLst>
            <pc:docMk/>
            <pc:sldMk cId="1643755427" sldId="740"/>
            <ac:spMk id="7" creationId="{9A316BA4-606A-37DB-464B-E53F3E48B6DF}"/>
          </ac:spMkLst>
        </pc:spChg>
        <pc:spChg chg="add del mod">
          <ac:chgData name="徐志嘉" userId="4f4e22b3-2ff2-4e81-a7cc-1ce68c8c1bc8" providerId="ADAL" clId="{7B61CEC9-9E43-4A30-A57E-57608CA10415}" dt="2022-12-18T11:37:36.511" v="1370" actId="478"/>
          <ac:spMkLst>
            <pc:docMk/>
            <pc:sldMk cId="1643755427" sldId="740"/>
            <ac:spMk id="8" creationId="{1176407D-AFAF-DB57-ABEA-DCBA43202F00}"/>
          </ac:spMkLst>
        </pc:spChg>
        <pc:spChg chg="add del mod">
          <ac:chgData name="徐志嘉" userId="4f4e22b3-2ff2-4e81-a7cc-1ce68c8c1bc8" providerId="ADAL" clId="{7B61CEC9-9E43-4A30-A57E-57608CA10415}" dt="2022-12-18T11:37:37.057" v="1371" actId="478"/>
          <ac:spMkLst>
            <pc:docMk/>
            <pc:sldMk cId="1643755427" sldId="740"/>
            <ac:spMk id="9" creationId="{7A3C9A7C-629D-C3AB-73DE-D09E27152E57}"/>
          </ac:spMkLst>
        </pc:spChg>
        <pc:spChg chg="add del mod">
          <ac:chgData name="徐志嘉" userId="4f4e22b3-2ff2-4e81-a7cc-1ce68c8c1bc8" providerId="ADAL" clId="{7B61CEC9-9E43-4A30-A57E-57608CA10415}" dt="2022-12-18T11:37:35.854" v="1369" actId="478"/>
          <ac:spMkLst>
            <pc:docMk/>
            <pc:sldMk cId="1643755427" sldId="740"/>
            <ac:spMk id="10" creationId="{93BCFFD2-ECE2-6340-4C85-D6B0D415773B}"/>
          </ac:spMkLst>
        </pc:spChg>
        <pc:spChg chg="add mod">
          <ac:chgData name="徐志嘉" userId="4f4e22b3-2ff2-4e81-a7cc-1ce68c8c1bc8" providerId="ADAL" clId="{7B61CEC9-9E43-4A30-A57E-57608CA10415}" dt="2022-12-18T11:39:34.093" v="1390" actId="1076"/>
          <ac:spMkLst>
            <pc:docMk/>
            <pc:sldMk cId="1643755427" sldId="740"/>
            <ac:spMk id="11" creationId="{75B3D321-2F38-B637-10BE-C23103089712}"/>
          </ac:spMkLst>
        </pc:spChg>
        <pc:spChg chg="add mod">
          <ac:chgData name="徐志嘉" userId="4f4e22b3-2ff2-4e81-a7cc-1ce68c8c1bc8" providerId="ADAL" clId="{7B61CEC9-9E43-4A30-A57E-57608CA10415}" dt="2022-12-18T11:39:34.093" v="1390" actId="1076"/>
          <ac:spMkLst>
            <pc:docMk/>
            <pc:sldMk cId="1643755427" sldId="740"/>
            <ac:spMk id="12" creationId="{B16F1F53-23D9-61E2-DD73-68504D354E00}"/>
          </ac:spMkLst>
        </pc:spChg>
        <pc:spChg chg="add mod">
          <ac:chgData name="徐志嘉" userId="4f4e22b3-2ff2-4e81-a7cc-1ce68c8c1bc8" providerId="ADAL" clId="{7B61CEC9-9E43-4A30-A57E-57608CA10415}" dt="2022-12-18T11:39:34.093" v="1390" actId="1076"/>
          <ac:spMkLst>
            <pc:docMk/>
            <pc:sldMk cId="1643755427" sldId="740"/>
            <ac:spMk id="13" creationId="{D26E5748-1F7A-FCE4-81F5-569430BCB21B}"/>
          </ac:spMkLst>
        </pc:spChg>
        <pc:spChg chg="add mod">
          <ac:chgData name="徐志嘉" userId="4f4e22b3-2ff2-4e81-a7cc-1ce68c8c1bc8" providerId="ADAL" clId="{7B61CEC9-9E43-4A30-A57E-57608CA10415}" dt="2022-12-18T11:42:13.009" v="1437" actId="208"/>
          <ac:spMkLst>
            <pc:docMk/>
            <pc:sldMk cId="1643755427" sldId="740"/>
            <ac:spMk id="14" creationId="{CD814D1B-A810-4232-0142-8A75B7A8C687}"/>
          </ac:spMkLst>
        </pc:spChg>
        <pc:spChg chg="add del mod">
          <ac:chgData name="徐志嘉" userId="4f4e22b3-2ff2-4e81-a7cc-1ce68c8c1bc8" providerId="ADAL" clId="{7B61CEC9-9E43-4A30-A57E-57608CA10415}" dt="2022-12-18T11:40:34.619" v="1411" actId="478"/>
          <ac:spMkLst>
            <pc:docMk/>
            <pc:sldMk cId="1643755427" sldId="740"/>
            <ac:spMk id="16" creationId="{D7DE00EE-8B86-CEDF-8429-E65B2F73AC5E}"/>
          </ac:spMkLst>
        </pc:spChg>
        <pc:spChg chg="add mod">
          <ac:chgData name="徐志嘉" userId="4f4e22b3-2ff2-4e81-a7cc-1ce68c8c1bc8" providerId="ADAL" clId="{7B61CEC9-9E43-4A30-A57E-57608CA10415}" dt="2022-12-18T11:41:57.055" v="1434" actId="207"/>
          <ac:spMkLst>
            <pc:docMk/>
            <pc:sldMk cId="1643755427" sldId="740"/>
            <ac:spMk id="18" creationId="{893AD66D-49DE-E1AB-22A3-3F45F56CE442}"/>
          </ac:spMkLst>
        </pc:spChg>
        <pc:spChg chg="add mod">
          <ac:chgData name="徐志嘉" userId="4f4e22b3-2ff2-4e81-a7cc-1ce68c8c1bc8" providerId="ADAL" clId="{7B61CEC9-9E43-4A30-A57E-57608CA10415}" dt="2022-12-18T11:42:26.508" v="1440" actId="14100"/>
          <ac:spMkLst>
            <pc:docMk/>
            <pc:sldMk cId="1643755427" sldId="740"/>
            <ac:spMk id="19" creationId="{FDE1C6A7-B4DE-117D-B35A-BD82B8C08582}"/>
          </ac:spMkLst>
        </pc:spChg>
        <pc:spChg chg="add mod">
          <ac:chgData name="徐志嘉" userId="4f4e22b3-2ff2-4e81-a7cc-1ce68c8c1bc8" providerId="ADAL" clId="{7B61CEC9-9E43-4A30-A57E-57608CA10415}" dt="2022-12-18T11:42:41.879" v="1444" actId="20577"/>
          <ac:spMkLst>
            <pc:docMk/>
            <pc:sldMk cId="1643755427" sldId="740"/>
            <ac:spMk id="20" creationId="{C6B1FAFC-0C6B-26AD-118C-56DA1B4313EE}"/>
          </ac:spMkLst>
        </pc:spChg>
        <pc:spChg chg="add mod">
          <ac:chgData name="徐志嘉" userId="4f4e22b3-2ff2-4e81-a7cc-1ce68c8c1bc8" providerId="ADAL" clId="{7B61CEC9-9E43-4A30-A57E-57608CA10415}" dt="2022-12-18T11:43:05.719" v="1449" actId="14100"/>
          <ac:spMkLst>
            <pc:docMk/>
            <pc:sldMk cId="1643755427" sldId="740"/>
            <ac:spMk id="21" creationId="{D3A07203-69CE-FA4F-27F7-E7C8AF5A16DD}"/>
          </ac:spMkLst>
        </pc:spChg>
        <pc:spChg chg="add mod">
          <ac:chgData name="徐志嘉" userId="4f4e22b3-2ff2-4e81-a7cc-1ce68c8c1bc8" providerId="ADAL" clId="{7B61CEC9-9E43-4A30-A57E-57608CA10415}" dt="2022-12-18T11:43:12.960" v="1452" actId="20577"/>
          <ac:spMkLst>
            <pc:docMk/>
            <pc:sldMk cId="1643755427" sldId="740"/>
            <ac:spMk id="22" creationId="{50D286A2-21D1-31E7-62D6-BF0E235E1F71}"/>
          </ac:spMkLst>
        </pc:spChg>
        <pc:picChg chg="del">
          <ac:chgData name="徐志嘉" userId="4f4e22b3-2ff2-4e81-a7cc-1ce68c8c1bc8" providerId="ADAL" clId="{7B61CEC9-9E43-4A30-A57E-57608CA10415}" dt="2022-12-18T11:31:45.165" v="1288" actId="478"/>
          <ac:picMkLst>
            <pc:docMk/>
            <pc:sldMk cId="1643755427" sldId="740"/>
            <ac:picMk id="5" creationId="{5D59756F-F3A3-41FB-7C21-16EC0C7B2768}"/>
          </ac:picMkLst>
        </pc:picChg>
      </pc:sldChg>
      <pc:sldChg chg="add del">
        <pc:chgData name="徐志嘉" userId="4f4e22b3-2ff2-4e81-a7cc-1ce68c8c1bc8" providerId="ADAL" clId="{7B61CEC9-9E43-4A30-A57E-57608CA10415}" dt="2022-12-18T11:31:15.684" v="1286" actId="2696"/>
        <pc:sldMkLst>
          <pc:docMk/>
          <pc:sldMk cId="4036236391" sldId="740"/>
        </pc:sldMkLst>
      </pc:sldChg>
      <pc:sldChg chg="add del">
        <pc:chgData name="徐志嘉" userId="4f4e22b3-2ff2-4e81-a7cc-1ce68c8c1bc8" providerId="ADAL" clId="{7B61CEC9-9E43-4A30-A57E-57608CA10415}" dt="2022-12-18T11:44:46.708" v="1471" actId="47"/>
        <pc:sldMkLst>
          <pc:docMk/>
          <pc:sldMk cId="4161948145" sldId="741"/>
        </pc:sldMkLst>
      </pc:sldChg>
      <pc:sldChg chg="add del">
        <pc:chgData name="徐志嘉" userId="4f4e22b3-2ff2-4e81-a7cc-1ce68c8c1bc8" providerId="ADAL" clId="{7B61CEC9-9E43-4A30-A57E-57608CA10415}" dt="2022-12-18T11:44:39.622" v="1470" actId="47"/>
        <pc:sldMkLst>
          <pc:docMk/>
          <pc:sldMk cId="3707294074" sldId="742"/>
        </pc:sldMkLst>
      </pc:sldChg>
      <pc:sldChg chg="add">
        <pc:chgData name="徐志嘉" userId="4f4e22b3-2ff2-4e81-a7cc-1ce68c8c1bc8" providerId="ADAL" clId="{7B61CEC9-9E43-4A30-A57E-57608CA10415}" dt="2022-12-18T09:12:18.990" v="243"/>
        <pc:sldMkLst>
          <pc:docMk/>
          <pc:sldMk cId="1313774599" sldId="743"/>
        </pc:sldMkLst>
      </pc:sldChg>
      <pc:sldChg chg="modSp add mod">
        <pc:chgData name="徐志嘉" userId="4f4e22b3-2ff2-4e81-a7cc-1ce68c8c1bc8" providerId="ADAL" clId="{7B61CEC9-9E43-4A30-A57E-57608CA10415}" dt="2022-12-18T11:55:30.247" v="1677"/>
        <pc:sldMkLst>
          <pc:docMk/>
          <pc:sldMk cId="3818832205" sldId="744"/>
        </pc:sldMkLst>
        <pc:spChg chg="mod">
          <ac:chgData name="徐志嘉" userId="4f4e22b3-2ff2-4e81-a7cc-1ce68c8c1bc8" providerId="ADAL" clId="{7B61CEC9-9E43-4A30-A57E-57608CA10415}" dt="2022-12-18T11:55:30.247" v="1677"/>
          <ac:spMkLst>
            <pc:docMk/>
            <pc:sldMk cId="3818832205" sldId="744"/>
            <ac:spMk id="2" creationId="{3303BB6B-2514-A672-1E1E-A904DFD21497}"/>
          </ac:spMkLst>
        </pc:spChg>
      </pc:sldChg>
      <pc:sldChg chg="addSp delSp modSp new mod ord">
        <pc:chgData name="徐志嘉" userId="4f4e22b3-2ff2-4e81-a7cc-1ce68c8c1bc8" providerId="ADAL" clId="{7B61CEC9-9E43-4A30-A57E-57608CA10415}" dt="2022-12-18T11:22:06.552" v="1053" actId="1076"/>
        <pc:sldMkLst>
          <pc:docMk/>
          <pc:sldMk cId="1298609736" sldId="745"/>
        </pc:sldMkLst>
        <pc:spChg chg="mod">
          <ac:chgData name="徐志嘉" userId="4f4e22b3-2ff2-4e81-a7cc-1ce68c8c1bc8" providerId="ADAL" clId="{7B61CEC9-9E43-4A30-A57E-57608CA10415}" dt="2022-12-18T11:11:04.107" v="668" actId="20577"/>
          <ac:spMkLst>
            <pc:docMk/>
            <pc:sldMk cId="1298609736" sldId="745"/>
            <ac:spMk id="2" creationId="{9651BFF1-4045-18D9-5F8E-BF5B48446295}"/>
          </ac:spMkLst>
        </pc:spChg>
        <pc:spChg chg="mod">
          <ac:chgData name="徐志嘉" userId="4f4e22b3-2ff2-4e81-a7cc-1ce68c8c1bc8" providerId="ADAL" clId="{7B61CEC9-9E43-4A30-A57E-57608CA10415}" dt="2022-12-18T11:21:56.936" v="1050" actId="20577"/>
          <ac:spMkLst>
            <pc:docMk/>
            <pc:sldMk cId="1298609736" sldId="745"/>
            <ac:spMk id="3" creationId="{B6EFFC4C-2F0F-548E-4598-1FCACAABF540}"/>
          </ac:spMkLst>
        </pc:spChg>
        <pc:picChg chg="add del mod">
          <ac:chgData name="徐志嘉" userId="4f4e22b3-2ff2-4e81-a7cc-1ce68c8c1bc8" providerId="ADAL" clId="{7B61CEC9-9E43-4A30-A57E-57608CA10415}" dt="2022-12-18T11:16:27.339" v="793" actId="478"/>
          <ac:picMkLst>
            <pc:docMk/>
            <pc:sldMk cId="1298609736" sldId="745"/>
            <ac:picMk id="4" creationId="{34A85C72-3327-DD54-8E3D-9E354DE87E5E}"/>
          </ac:picMkLst>
        </pc:picChg>
        <pc:picChg chg="add mod">
          <ac:chgData name="徐志嘉" userId="4f4e22b3-2ff2-4e81-a7cc-1ce68c8c1bc8" providerId="ADAL" clId="{7B61CEC9-9E43-4A30-A57E-57608CA10415}" dt="2022-12-18T11:22:06.552" v="1053" actId="1076"/>
          <ac:picMkLst>
            <pc:docMk/>
            <pc:sldMk cId="1298609736" sldId="745"/>
            <ac:picMk id="5" creationId="{5A3B8A76-E585-8BC4-035E-836D84C77765}"/>
          </ac:picMkLst>
        </pc:picChg>
        <pc:picChg chg="add del mod">
          <ac:chgData name="徐志嘉" userId="4f4e22b3-2ff2-4e81-a7cc-1ce68c8c1bc8" providerId="ADAL" clId="{7B61CEC9-9E43-4A30-A57E-57608CA10415}" dt="2022-12-18T11:21:53.878" v="1049" actId="478"/>
          <ac:picMkLst>
            <pc:docMk/>
            <pc:sldMk cId="1298609736" sldId="745"/>
            <ac:picMk id="6" creationId="{89BACE64-91A5-74FA-561C-6F93BCAFA2F6}"/>
          </ac:picMkLst>
        </pc:picChg>
      </pc:sldChg>
      <pc:sldChg chg="addSp modSp add mod">
        <pc:chgData name="徐志嘉" userId="4f4e22b3-2ff2-4e81-a7cc-1ce68c8c1bc8" providerId="ADAL" clId="{7B61CEC9-9E43-4A30-A57E-57608CA10415}" dt="2022-12-18T11:30:09.407" v="1277" actId="1076"/>
        <pc:sldMkLst>
          <pc:docMk/>
          <pc:sldMk cId="3832857923" sldId="746"/>
        </pc:sldMkLst>
        <pc:spChg chg="mod">
          <ac:chgData name="徐志嘉" userId="4f4e22b3-2ff2-4e81-a7cc-1ce68c8c1bc8" providerId="ADAL" clId="{7B61CEC9-9E43-4A30-A57E-57608CA10415}" dt="2022-12-18T11:23:00.534" v="1066" actId="20577"/>
          <ac:spMkLst>
            <pc:docMk/>
            <pc:sldMk cId="3832857923" sldId="746"/>
            <ac:spMk id="2" creationId="{9651BFF1-4045-18D9-5F8E-BF5B48446295}"/>
          </ac:spMkLst>
        </pc:spChg>
        <pc:spChg chg="mod">
          <ac:chgData name="徐志嘉" userId="4f4e22b3-2ff2-4e81-a7cc-1ce68c8c1bc8" providerId="ADAL" clId="{7B61CEC9-9E43-4A30-A57E-57608CA10415}" dt="2022-12-18T11:29:25.280" v="1272" actId="20577"/>
          <ac:spMkLst>
            <pc:docMk/>
            <pc:sldMk cId="3832857923" sldId="746"/>
            <ac:spMk id="3" creationId="{B6EFFC4C-2F0F-548E-4598-1FCACAABF540}"/>
          </ac:spMkLst>
        </pc:spChg>
        <pc:picChg chg="mod">
          <ac:chgData name="徐志嘉" userId="4f4e22b3-2ff2-4e81-a7cc-1ce68c8c1bc8" providerId="ADAL" clId="{7B61CEC9-9E43-4A30-A57E-57608CA10415}" dt="2022-12-18T11:30:09.407" v="1277" actId="1076"/>
          <ac:picMkLst>
            <pc:docMk/>
            <pc:sldMk cId="3832857923" sldId="746"/>
            <ac:picMk id="4" creationId="{34A85C72-3327-DD54-8E3D-9E354DE87E5E}"/>
          </ac:picMkLst>
        </pc:picChg>
        <pc:picChg chg="add mod modCrop">
          <ac:chgData name="徐志嘉" userId="4f4e22b3-2ff2-4e81-a7cc-1ce68c8c1bc8" providerId="ADAL" clId="{7B61CEC9-9E43-4A30-A57E-57608CA10415}" dt="2022-12-18T11:30:08.065" v="1276" actId="1076"/>
          <ac:picMkLst>
            <pc:docMk/>
            <pc:sldMk cId="3832857923" sldId="746"/>
            <ac:picMk id="5" creationId="{0360C08F-983A-9C87-FFBE-3B710DA0ED91}"/>
          </ac:picMkLst>
        </pc:picChg>
      </pc:sldChg>
      <pc:sldChg chg="modSp new del mod">
        <pc:chgData name="徐志嘉" userId="4f4e22b3-2ff2-4e81-a7cc-1ce68c8c1bc8" providerId="ADAL" clId="{7B61CEC9-9E43-4A30-A57E-57608CA10415}" dt="2022-12-18T11:32:00.929" v="1307" actId="47"/>
        <pc:sldMkLst>
          <pc:docMk/>
          <pc:sldMk cId="2763927921" sldId="747"/>
        </pc:sldMkLst>
        <pc:spChg chg="mod">
          <ac:chgData name="徐志嘉" userId="4f4e22b3-2ff2-4e81-a7cc-1ce68c8c1bc8" providerId="ADAL" clId="{7B61CEC9-9E43-4A30-A57E-57608CA10415}" dt="2022-12-18T11:30:57.811" v="1285" actId="20577"/>
          <ac:spMkLst>
            <pc:docMk/>
            <pc:sldMk cId="2763927921" sldId="747"/>
            <ac:spMk id="2" creationId="{5FAD1259-7815-DE70-5C08-D384B2FDAE27}"/>
          </ac:spMkLst>
        </pc:spChg>
      </pc:sldChg>
    </pc:docChg>
  </pc:docChgLst>
  <pc:docChgLst>
    <pc:chgData name="徐志嘉" userId="4f4e22b3-2ff2-4e81-a7cc-1ce68c8c1bc8" providerId="ADAL" clId="{76DC46D1-CBDA-4D89-B255-152811E459B0}"/>
    <pc:docChg chg="undo redo custSel modSld modMainMaster">
      <pc:chgData name="徐志嘉" userId="4f4e22b3-2ff2-4e81-a7cc-1ce68c8c1bc8" providerId="ADAL" clId="{76DC46D1-CBDA-4D89-B255-152811E459B0}" dt="2023-03-14T11:41:48.310" v="81" actId="14838"/>
      <pc:docMkLst>
        <pc:docMk/>
      </pc:docMkLst>
      <pc:sldChg chg="addSp delSp modSp mod modShow">
        <pc:chgData name="徐志嘉" userId="4f4e22b3-2ff2-4e81-a7cc-1ce68c8c1bc8" providerId="ADAL" clId="{76DC46D1-CBDA-4D89-B255-152811E459B0}" dt="2023-03-12T07:34:48.789" v="35" actId="729"/>
        <pc:sldMkLst>
          <pc:docMk/>
          <pc:sldMk cId="2849602499" sldId="550"/>
        </pc:sldMkLst>
        <pc:spChg chg="mod">
          <ac:chgData name="徐志嘉" userId="4f4e22b3-2ff2-4e81-a7cc-1ce68c8c1bc8" providerId="ADAL" clId="{76DC46D1-CBDA-4D89-B255-152811E459B0}" dt="2023-03-10T05:33:56.211" v="31" actId="20577"/>
          <ac:spMkLst>
            <pc:docMk/>
            <pc:sldMk cId="2849602499" sldId="550"/>
            <ac:spMk id="3" creationId="{5E3C280D-813E-3A71-3348-12947AE8F2E6}"/>
          </ac:spMkLst>
        </pc:spChg>
        <pc:picChg chg="add mod">
          <ac:chgData name="徐志嘉" userId="4f4e22b3-2ff2-4e81-a7cc-1ce68c8c1bc8" providerId="ADAL" clId="{76DC46D1-CBDA-4D89-B255-152811E459B0}" dt="2023-03-10T07:23:07.990" v="34" actId="1076"/>
          <ac:picMkLst>
            <pc:docMk/>
            <pc:sldMk cId="2849602499" sldId="550"/>
            <ac:picMk id="5" creationId="{0450816E-887F-6A77-AAF8-22321775B121}"/>
          </ac:picMkLst>
        </pc:picChg>
        <pc:picChg chg="del">
          <ac:chgData name="徐志嘉" userId="4f4e22b3-2ff2-4e81-a7cc-1ce68c8c1bc8" providerId="ADAL" clId="{76DC46D1-CBDA-4D89-B255-152811E459B0}" dt="2023-03-10T07:23:03.568" v="32" actId="478"/>
          <ac:picMkLst>
            <pc:docMk/>
            <pc:sldMk cId="2849602499" sldId="550"/>
            <ac:picMk id="7" creationId="{A936C275-E8CB-C52E-7256-6B3A2C72C907}"/>
          </ac:picMkLst>
        </pc:picChg>
      </pc:sldChg>
      <pc:sldChg chg="addSp delSp modSp mod">
        <pc:chgData name="徐志嘉" userId="4f4e22b3-2ff2-4e81-a7cc-1ce68c8c1bc8" providerId="ADAL" clId="{76DC46D1-CBDA-4D89-B255-152811E459B0}" dt="2023-03-10T05:33:44.812" v="28" actId="20577"/>
        <pc:sldMkLst>
          <pc:docMk/>
          <pc:sldMk cId="2761283553" sldId="551"/>
        </pc:sldMkLst>
        <pc:spChg chg="mod">
          <ac:chgData name="徐志嘉" userId="4f4e22b3-2ff2-4e81-a7cc-1ce68c8c1bc8" providerId="ADAL" clId="{76DC46D1-CBDA-4D89-B255-152811E459B0}" dt="2023-03-10T05:33:44.812" v="28" actId="20577"/>
          <ac:spMkLst>
            <pc:docMk/>
            <pc:sldMk cId="2761283553" sldId="551"/>
            <ac:spMk id="3" creationId="{5E3C280D-813E-3A71-3348-12947AE8F2E6}"/>
          </ac:spMkLst>
        </pc:spChg>
        <pc:graphicFrameChg chg="add del mod">
          <ac:chgData name="徐志嘉" userId="4f4e22b3-2ff2-4e81-a7cc-1ce68c8c1bc8" providerId="ADAL" clId="{76DC46D1-CBDA-4D89-B255-152811E459B0}" dt="2023-03-10T05:21:10.889" v="2"/>
          <ac:graphicFrameMkLst>
            <pc:docMk/>
            <pc:sldMk cId="2761283553" sldId="551"/>
            <ac:graphicFrameMk id="4" creationId="{1BC34295-41FA-26AA-43E6-CFEFC1DFB9C2}"/>
          </ac:graphicFrameMkLst>
        </pc:graphicFrameChg>
        <pc:picChg chg="add del">
          <ac:chgData name="徐志嘉" userId="4f4e22b3-2ff2-4e81-a7cc-1ce68c8c1bc8" providerId="ADAL" clId="{76DC46D1-CBDA-4D89-B255-152811E459B0}" dt="2023-03-10T05:21:14.447" v="4" actId="478"/>
          <ac:picMkLst>
            <pc:docMk/>
            <pc:sldMk cId="2761283553" sldId="551"/>
            <ac:picMk id="6" creationId="{7453BD1C-2575-5904-C90C-C76EE12F9CA4}"/>
          </ac:picMkLst>
        </pc:picChg>
        <pc:picChg chg="add del mod">
          <ac:chgData name="徐志嘉" userId="4f4e22b3-2ff2-4e81-a7cc-1ce68c8c1bc8" providerId="ADAL" clId="{76DC46D1-CBDA-4D89-B255-152811E459B0}" dt="2023-03-10T05:24:10.954" v="7" actId="478"/>
          <ac:picMkLst>
            <pc:docMk/>
            <pc:sldMk cId="2761283553" sldId="551"/>
            <ac:picMk id="7" creationId="{15081D2E-F5E3-0C7D-3A4A-5498878FD083}"/>
          </ac:picMkLst>
        </pc:picChg>
        <pc:picChg chg="add mod">
          <ac:chgData name="徐志嘉" userId="4f4e22b3-2ff2-4e81-a7cc-1ce68c8c1bc8" providerId="ADAL" clId="{76DC46D1-CBDA-4D89-B255-152811E459B0}" dt="2023-03-10T05:24:17.011" v="9" actId="1076"/>
          <ac:picMkLst>
            <pc:docMk/>
            <pc:sldMk cId="2761283553" sldId="551"/>
            <ac:picMk id="9" creationId="{8E01D66F-33A3-953D-F50F-0AF3F0A1678A}"/>
          </ac:picMkLst>
        </pc:picChg>
      </pc:sldChg>
      <pc:sldMasterChg chg="modSp mod">
        <pc:chgData name="徐志嘉" userId="4f4e22b3-2ff2-4e81-a7cc-1ce68c8c1bc8" providerId="ADAL" clId="{76DC46D1-CBDA-4D89-B255-152811E459B0}" dt="2023-03-14T11:41:48.310" v="81" actId="14838"/>
        <pc:sldMasterMkLst>
          <pc:docMk/>
          <pc:sldMasterMk cId="0" sldId="2147483660"/>
        </pc:sldMasterMkLst>
        <pc:spChg chg="mod">
          <ac:chgData name="徐志嘉" userId="4f4e22b3-2ff2-4e81-a7cc-1ce68c8c1bc8" providerId="ADAL" clId="{76DC46D1-CBDA-4D89-B255-152811E459B0}" dt="2023-03-14T11:41:48.310" v="81" actId="14838"/>
          <ac:spMkLst>
            <pc:docMk/>
            <pc:sldMasterMk cId="0" sldId="2147483660"/>
            <ac:spMk id="7" creationId="{00000000-0000-0000-0000-000000000000}"/>
          </ac:spMkLst>
        </pc:spChg>
        <pc:spChg chg="mod">
          <ac:chgData name="徐志嘉" userId="4f4e22b3-2ff2-4e81-a7cc-1ce68c8c1bc8" providerId="ADAL" clId="{76DC46D1-CBDA-4D89-B255-152811E459B0}" dt="2023-03-14T11:40:55.541" v="42" actId="20577"/>
          <ac:spMkLst>
            <pc:docMk/>
            <pc:sldMasterMk cId="0" sldId="2147483660"/>
            <ac:spMk id="15" creationId="{00000000-0000-0000-0000-000000000000}"/>
          </ac:spMkLst>
        </pc:spChg>
      </pc:sldMasterChg>
    </pc:docChg>
  </pc:docChgLst>
  <pc:docChgLst>
    <pc:chgData name="徐志嘉" userId="4f4e22b3-2ff2-4e81-a7cc-1ce68c8c1bc8" providerId="ADAL" clId="{634715C9-510C-4C0B-9BE8-9047A2F7E251}"/>
    <pc:docChg chg="undo custSel addSld delSld modSld">
      <pc:chgData name="徐志嘉" userId="4f4e22b3-2ff2-4e81-a7cc-1ce68c8c1bc8" providerId="ADAL" clId="{634715C9-510C-4C0B-9BE8-9047A2F7E251}" dt="2022-05-08T06:21:53.161" v="66" actId="20577"/>
      <pc:docMkLst>
        <pc:docMk/>
      </pc:docMkLst>
      <pc:sldChg chg="modSp mod">
        <pc:chgData name="徐志嘉" userId="4f4e22b3-2ff2-4e81-a7cc-1ce68c8c1bc8" providerId="ADAL" clId="{634715C9-510C-4C0B-9BE8-9047A2F7E251}" dt="2022-05-08T06:20:49.020" v="14" actId="20577"/>
        <pc:sldMkLst>
          <pc:docMk/>
          <pc:sldMk cId="2874967755" sldId="275"/>
        </pc:sldMkLst>
        <pc:spChg chg="mod">
          <ac:chgData name="徐志嘉" userId="4f4e22b3-2ff2-4e81-a7cc-1ce68c8c1bc8" providerId="ADAL" clId="{634715C9-510C-4C0B-9BE8-9047A2F7E251}" dt="2022-05-08T06:20:49.020" v="14" actId="20577"/>
          <ac:spMkLst>
            <pc:docMk/>
            <pc:sldMk cId="2874967755" sldId="275"/>
            <ac:spMk id="4" creationId="{00000000-0000-0000-0000-000000000000}"/>
          </ac:spMkLst>
        </pc:spChg>
        <pc:spChg chg="mod">
          <ac:chgData name="徐志嘉" userId="4f4e22b3-2ff2-4e81-a7cc-1ce68c8c1bc8" providerId="ADAL" clId="{634715C9-510C-4C0B-9BE8-9047A2F7E251}" dt="2022-05-08T06:20:40.730" v="6" actId="20577"/>
          <ac:spMkLst>
            <pc:docMk/>
            <pc:sldMk cId="2874967755" sldId="275"/>
            <ac:spMk id="5" creationId="{00000000-0000-0000-0000-000000000000}"/>
          </ac:spMkLst>
        </pc:spChg>
      </pc:sldChg>
      <pc:sldChg chg="del">
        <pc:chgData name="徐志嘉" userId="4f4e22b3-2ff2-4e81-a7cc-1ce68c8c1bc8" providerId="ADAL" clId="{634715C9-510C-4C0B-9BE8-9047A2F7E251}" dt="2022-05-08T06:20:31.787" v="2" actId="47"/>
        <pc:sldMkLst>
          <pc:docMk/>
          <pc:sldMk cId="1205656611" sldId="289"/>
        </pc:sldMkLst>
      </pc:sldChg>
      <pc:sldChg chg="del">
        <pc:chgData name="徐志嘉" userId="4f4e22b3-2ff2-4e81-a7cc-1ce68c8c1bc8" providerId="ADAL" clId="{634715C9-510C-4C0B-9BE8-9047A2F7E251}" dt="2022-05-08T06:20:31.787" v="2" actId="47"/>
        <pc:sldMkLst>
          <pc:docMk/>
          <pc:sldMk cId="4083127163" sldId="327"/>
        </pc:sldMkLst>
      </pc:sldChg>
      <pc:sldChg chg="modSp mod">
        <pc:chgData name="徐志嘉" userId="4f4e22b3-2ff2-4e81-a7cc-1ce68c8c1bc8" providerId="ADAL" clId="{634715C9-510C-4C0B-9BE8-9047A2F7E251}" dt="2022-05-08T06:21:14.928" v="45" actId="20577"/>
        <pc:sldMkLst>
          <pc:docMk/>
          <pc:sldMk cId="3013971990" sldId="328"/>
        </pc:sldMkLst>
        <pc:spChg chg="mod">
          <ac:chgData name="徐志嘉" userId="4f4e22b3-2ff2-4e81-a7cc-1ce68c8c1bc8" providerId="ADAL" clId="{634715C9-510C-4C0B-9BE8-9047A2F7E251}" dt="2022-05-08T06:21:14.928" v="45" actId="20577"/>
          <ac:spMkLst>
            <pc:docMk/>
            <pc:sldMk cId="3013971990" sldId="328"/>
            <ac:spMk id="4" creationId="{00000000-0000-0000-0000-000000000000}"/>
          </ac:spMkLst>
        </pc:spChg>
        <pc:spChg chg="mod">
          <ac:chgData name="徐志嘉" userId="4f4e22b3-2ff2-4e81-a7cc-1ce68c8c1bc8" providerId="ADAL" clId="{634715C9-510C-4C0B-9BE8-9047A2F7E251}" dt="2022-05-08T06:21:01.372" v="20" actId="6549"/>
          <ac:spMkLst>
            <pc:docMk/>
            <pc:sldMk cId="3013971990" sldId="328"/>
            <ac:spMk id="5" creationId="{00000000-0000-0000-0000-000000000000}"/>
          </ac:spMkLst>
        </pc:spChg>
      </pc:sldChg>
      <pc:sldChg chg="modSp mod">
        <pc:chgData name="徐志嘉" userId="4f4e22b3-2ff2-4e81-a7cc-1ce68c8c1bc8" providerId="ADAL" clId="{634715C9-510C-4C0B-9BE8-9047A2F7E251}" dt="2022-05-08T06:20:16.554" v="1" actId="20577"/>
        <pc:sldMkLst>
          <pc:docMk/>
          <pc:sldMk cId="4135928062" sldId="329"/>
        </pc:sldMkLst>
        <pc:spChg chg="mod">
          <ac:chgData name="徐志嘉" userId="4f4e22b3-2ff2-4e81-a7cc-1ce68c8c1bc8" providerId="ADAL" clId="{634715C9-510C-4C0B-9BE8-9047A2F7E251}" dt="2022-05-08T06:20:16.554" v="1" actId="20577"/>
          <ac:spMkLst>
            <pc:docMk/>
            <pc:sldMk cId="4135928062" sldId="329"/>
            <ac:spMk id="5" creationId="{00000000-0000-0000-0000-000000000000}"/>
          </ac:spMkLst>
        </pc:spChg>
      </pc:sldChg>
      <pc:sldChg chg="addSp delSp modSp add del mod">
        <pc:chgData name="徐志嘉" userId="4f4e22b3-2ff2-4e81-a7cc-1ce68c8c1bc8" providerId="ADAL" clId="{634715C9-510C-4C0B-9BE8-9047A2F7E251}" dt="2022-05-08T06:21:53.161" v="66" actId="20577"/>
        <pc:sldMkLst>
          <pc:docMk/>
          <pc:sldMk cId="2025159953" sldId="330"/>
        </pc:sldMkLst>
        <pc:spChg chg="mod">
          <ac:chgData name="徐志嘉" userId="4f4e22b3-2ff2-4e81-a7cc-1ce68c8c1bc8" providerId="ADAL" clId="{634715C9-510C-4C0B-9BE8-9047A2F7E251}" dt="2022-05-08T06:21:53.161" v="66" actId="20577"/>
          <ac:spMkLst>
            <pc:docMk/>
            <pc:sldMk cId="2025159953" sldId="330"/>
            <ac:spMk id="2" creationId="{9C2E6B90-26DE-4250-B6BB-36E4D2B0218F}"/>
          </ac:spMkLst>
        </pc:spChg>
        <pc:spChg chg="add mod">
          <ac:chgData name="徐志嘉" userId="4f4e22b3-2ff2-4e81-a7cc-1ce68c8c1bc8" providerId="ADAL" clId="{634715C9-510C-4C0B-9BE8-9047A2F7E251}" dt="2022-05-08T06:21:51.548" v="65" actId="478"/>
          <ac:spMkLst>
            <pc:docMk/>
            <pc:sldMk cId="2025159953" sldId="330"/>
            <ac:spMk id="4" creationId="{17FCCD0B-CFC8-3DE7-B9DA-C3AF9A888F7A}"/>
          </ac:spMkLst>
        </pc:spChg>
        <pc:picChg chg="del">
          <ac:chgData name="徐志嘉" userId="4f4e22b3-2ff2-4e81-a7cc-1ce68c8c1bc8" providerId="ADAL" clId="{634715C9-510C-4C0B-9BE8-9047A2F7E251}" dt="2022-05-08T06:21:51.548" v="65" actId="478"/>
          <ac:picMkLst>
            <pc:docMk/>
            <pc:sldMk cId="2025159953" sldId="330"/>
            <ac:picMk id="5" creationId="{A5CE7E66-784B-4777-8DE6-0FEAF05E8BF5}"/>
          </ac:picMkLst>
        </pc:picChg>
      </pc:sldChg>
      <pc:sldChg chg="del">
        <pc:chgData name="徐志嘉" userId="4f4e22b3-2ff2-4e81-a7cc-1ce68c8c1bc8" providerId="ADAL" clId="{634715C9-510C-4C0B-9BE8-9047A2F7E251}" dt="2022-05-08T06:20:31.787" v="2" actId="47"/>
        <pc:sldMkLst>
          <pc:docMk/>
          <pc:sldMk cId="226320461" sldId="331"/>
        </pc:sldMkLst>
      </pc:sldChg>
      <pc:sldChg chg="modSp add mod">
        <pc:chgData name="徐志嘉" userId="4f4e22b3-2ff2-4e81-a7cc-1ce68c8c1bc8" providerId="ADAL" clId="{634715C9-510C-4C0B-9BE8-9047A2F7E251}" dt="2022-05-08T06:21:43.671" v="64" actId="20577"/>
        <pc:sldMkLst>
          <pc:docMk/>
          <pc:sldMk cId="2698383243" sldId="331"/>
        </pc:sldMkLst>
        <pc:spChg chg="mod">
          <ac:chgData name="徐志嘉" userId="4f4e22b3-2ff2-4e81-a7cc-1ce68c8c1bc8" providerId="ADAL" clId="{634715C9-510C-4C0B-9BE8-9047A2F7E251}" dt="2022-05-08T06:21:43.671" v="64" actId="20577"/>
          <ac:spMkLst>
            <pc:docMk/>
            <pc:sldMk cId="2698383243" sldId="331"/>
            <ac:spMk id="4" creationId="{00000000-0000-0000-0000-000000000000}"/>
          </ac:spMkLst>
        </pc:spChg>
        <pc:spChg chg="mod">
          <ac:chgData name="徐志嘉" userId="4f4e22b3-2ff2-4e81-a7cc-1ce68c8c1bc8" providerId="ADAL" clId="{634715C9-510C-4C0B-9BE8-9047A2F7E251}" dt="2022-05-08T06:21:25.061" v="50" actId="20577"/>
          <ac:spMkLst>
            <pc:docMk/>
            <pc:sldMk cId="2698383243" sldId="331"/>
            <ac:spMk id="5" creationId="{00000000-0000-0000-0000-000000000000}"/>
          </ac:spMkLst>
        </pc:spChg>
      </pc:sldChg>
      <pc:sldChg chg="del">
        <pc:chgData name="徐志嘉" userId="4f4e22b3-2ff2-4e81-a7cc-1ce68c8c1bc8" providerId="ADAL" clId="{634715C9-510C-4C0B-9BE8-9047A2F7E251}" dt="2022-05-08T06:20:31.787" v="2" actId="47"/>
        <pc:sldMkLst>
          <pc:docMk/>
          <pc:sldMk cId="1641579692" sldId="333"/>
        </pc:sldMkLst>
      </pc:sldChg>
      <pc:sldChg chg="del">
        <pc:chgData name="徐志嘉" userId="4f4e22b3-2ff2-4e81-a7cc-1ce68c8c1bc8" providerId="ADAL" clId="{634715C9-510C-4C0B-9BE8-9047A2F7E251}" dt="2022-05-08T06:20:31.787" v="2" actId="47"/>
        <pc:sldMkLst>
          <pc:docMk/>
          <pc:sldMk cId="4173053239" sldId="334"/>
        </pc:sldMkLst>
      </pc:sldChg>
      <pc:sldChg chg="del">
        <pc:chgData name="徐志嘉" userId="4f4e22b3-2ff2-4e81-a7cc-1ce68c8c1bc8" providerId="ADAL" clId="{634715C9-510C-4C0B-9BE8-9047A2F7E251}" dt="2022-05-08T06:20:31.787" v="2" actId="47"/>
        <pc:sldMkLst>
          <pc:docMk/>
          <pc:sldMk cId="2894109761" sldId="335"/>
        </pc:sldMkLst>
      </pc:sldChg>
      <pc:sldChg chg="del">
        <pc:chgData name="徐志嘉" userId="4f4e22b3-2ff2-4e81-a7cc-1ce68c8c1bc8" providerId="ADAL" clId="{634715C9-510C-4C0B-9BE8-9047A2F7E251}" dt="2022-05-08T06:20:31.787" v="2" actId="47"/>
        <pc:sldMkLst>
          <pc:docMk/>
          <pc:sldMk cId="4204869421" sldId="336"/>
        </pc:sldMkLst>
      </pc:sldChg>
      <pc:sldChg chg="del">
        <pc:chgData name="徐志嘉" userId="4f4e22b3-2ff2-4e81-a7cc-1ce68c8c1bc8" providerId="ADAL" clId="{634715C9-510C-4C0B-9BE8-9047A2F7E251}" dt="2022-05-08T06:20:31.787" v="2" actId="47"/>
        <pc:sldMkLst>
          <pc:docMk/>
          <pc:sldMk cId="2095213231" sldId="337"/>
        </pc:sldMkLst>
      </pc:sldChg>
      <pc:sldChg chg="del">
        <pc:chgData name="徐志嘉" userId="4f4e22b3-2ff2-4e81-a7cc-1ce68c8c1bc8" providerId="ADAL" clId="{634715C9-510C-4C0B-9BE8-9047A2F7E251}" dt="2022-05-08T06:20:31.787" v="2" actId="47"/>
        <pc:sldMkLst>
          <pc:docMk/>
          <pc:sldMk cId="4200228052" sldId="338"/>
        </pc:sldMkLst>
      </pc:sldChg>
      <pc:sldChg chg="del">
        <pc:chgData name="徐志嘉" userId="4f4e22b3-2ff2-4e81-a7cc-1ce68c8c1bc8" providerId="ADAL" clId="{634715C9-510C-4C0B-9BE8-9047A2F7E251}" dt="2022-05-08T06:20:31.787" v="2" actId="47"/>
        <pc:sldMkLst>
          <pc:docMk/>
          <pc:sldMk cId="2762859774" sldId="339"/>
        </pc:sldMkLst>
      </pc:sldChg>
      <pc:sldChg chg="del">
        <pc:chgData name="徐志嘉" userId="4f4e22b3-2ff2-4e81-a7cc-1ce68c8c1bc8" providerId="ADAL" clId="{634715C9-510C-4C0B-9BE8-9047A2F7E251}" dt="2022-05-08T06:20:31.787" v="2" actId="47"/>
        <pc:sldMkLst>
          <pc:docMk/>
          <pc:sldMk cId="3769302220" sldId="340"/>
        </pc:sldMkLst>
      </pc:sldChg>
      <pc:sldChg chg="del">
        <pc:chgData name="徐志嘉" userId="4f4e22b3-2ff2-4e81-a7cc-1ce68c8c1bc8" providerId="ADAL" clId="{634715C9-510C-4C0B-9BE8-9047A2F7E251}" dt="2022-05-08T06:20:31.787" v="2" actId="47"/>
        <pc:sldMkLst>
          <pc:docMk/>
          <pc:sldMk cId="1157746088" sldId="341"/>
        </pc:sldMkLst>
      </pc:sldChg>
      <pc:sldChg chg="del">
        <pc:chgData name="徐志嘉" userId="4f4e22b3-2ff2-4e81-a7cc-1ce68c8c1bc8" providerId="ADAL" clId="{634715C9-510C-4C0B-9BE8-9047A2F7E251}" dt="2022-05-08T06:20:31.787" v="2" actId="47"/>
        <pc:sldMkLst>
          <pc:docMk/>
          <pc:sldMk cId="2797820062" sldId="342"/>
        </pc:sldMkLst>
      </pc:sldChg>
      <pc:sldChg chg="del">
        <pc:chgData name="徐志嘉" userId="4f4e22b3-2ff2-4e81-a7cc-1ce68c8c1bc8" providerId="ADAL" clId="{634715C9-510C-4C0B-9BE8-9047A2F7E251}" dt="2022-05-08T06:20:31.787" v="2" actId="47"/>
        <pc:sldMkLst>
          <pc:docMk/>
          <pc:sldMk cId="439092019" sldId="343"/>
        </pc:sldMkLst>
      </pc:sldChg>
      <pc:sldChg chg="del">
        <pc:chgData name="徐志嘉" userId="4f4e22b3-2ff2-4e81-a7cc-1ce68c8c1bc8" providerId="ADAL" clId="{634715C9-510C-4C0B-9BE8-9047A2F7E251}" dt="2022-05-08T06:20:31.787" v="2" actId="47"/>
        <pc:sldMkLst>
          <pc:docMk/>
          <pc:sldMk cId="432443039" sldId="344"/>
        </pc:sldMkLst>
      </pc:sldChg>
      <pc:sldChg chg="del">
        <pc:chgData name="徐志嘉" userId="4f4e22b3-2ff2-4e81-a7cc-1ce68c8c1bc8" providerId="ADAL" clId="{634715C9-510C-4C0B-9BE8-9047A2F7E251}" dt="2022-05-08T06:20:31.787" v="2" actId="47"/>
        <pc:sldMkLst>
          <pc:docMk/>
          <pc:sldMk cId="1616440848" sldId="345"/>
        </pc:sldMkLst>
      </pc:sldChg>
      <pc:sldChg chg="del">
        <pc:chgData name="徐志嘉" userId="4f4e22b3-2ff2-4e81-a7cc-1ce68c8c1bc8" providerId="ADAL" clId="{634715C9-510C-4C0B-9BE8-9047A2F7E251}" dt="2022-05-08T06:20:31.787" v="2" actId="47"/>
        <pc:sldMkLst>
          <pc:docMk/>
          <pc:sldMk cId="2901593050" sldId="346"/>
        </pc:sldMkLst>
      </pc:sldChg>
      <pc:sldChg chg="del">
        <pc:chgData name="徐志嘉" userId="4f4e22b3-2ff2-4e81-a7cc-1ce68c8c1bc8" providerId="ADAL" clId="{634715C9-510C-4C0B-9BE8-9047A2F7E251}" dt="2022-05-08T06:20:31.787" v="2" actId="47"/>
        <pc:sldMkLst>
          <pc:docMk/>
          <pc:sldMk cId="3399690121" sldId="347"/>
        </pc:sldMkLst>
      </pc:sldChg>
      <pc:sldChg chg="del">
        <pc:chgData name="徐志嘉" userId="4f4e22b3-2ff2-4e81-a7cc-1ce68c8c1bc8" providerId="ADAL" clId="{634715C9-510C-4C0B-9BE8-9047A2F7E251}" dt="2022-05-08T06:20:31.787" v="2" actId="47"/>
        <pc:sldMkLst>
          <pc:docMk/>
          <pc:sldMk cId="2488276579" sldId="348"/>
        </pc:sldMkLst>
      </pc:sldChg>
      <pc:sldChg chg="del">
        <pc:chgData name="徐志嘉" userId="4f4e22b3-2ff2-4e81-a7cc-1ce68c8c1bc8" providerId="ADAL" clId="{634715C9-510C-4C0B-9BE8-9047A2F7E251}" dt="2022-05-08T06:20:31.787" v="2" actId="47"/>
        <pc:sldMkLst>
          <pc:docMk/>
          <pc:sldMk cId="3567946032" sldId="349"/>
        </pc:sldMkLst>
      </pc:sldChg>
      <pc:sldChg chg="del">
        <pc:chgData name="徐志嘉" userId="4f4e22b3-2ff2-4e81-a7cc-1ce68c8c1bc8" providerId="ADAL" clId="{634715C9-510C-4C0B-9BE8-9047A2F7E251}" dt="2022-05-08T06:20:31.787" v="2" actId="47"/>
        <pc:sldMkLst>
          <pc:docMk/>
          <pc:sldMk cId="1520102904" sldId="350"/>
        </pc:sldMkLst>
      </pc:sldChg>
      <pc:sldChg chg="del">
        <pc:chgData name="徐志嘉" userId="4f4e22b3-2ff2-4e81-a7cc-1ce68c8c1bc8" providerId="ADAL" clId="{634715C9-510C-4C0B-9BE8-9047A2F7E251}" dt="2022-05-08T06:20:31.787" v="2" actId="47"/>
        <pc:sldMkLst>
          <pc:docMk/>
          <pc:sldMk cId="2605864713" sldId="351"/>
        </pc:sldMkLst>
      </pc:sldChg>
      <pc:sldChg chg="del">
        <pc:chgData name="徐志嘉" userId="4f4e22b3-2ff2-4e81-a7cc-1ce68c8c1bc8" providerId="ADAL" clId="{634715C9-510C-4C0B-9BE8-9047A2F7E251}" dt="2022-05-08T06:20:31.787" v="2" actId="47"/>
        <pc:sldMkLst>
          <pc:docMk/>
          <pc:sldMk cId="2183033095" sldId="352"/>
        </pc:sldMkLst>
      </pc:sldChg>
      <pc:sldChg chg="del">
        <pc:chgData name="徐志嘉" userId="4f4e22b3-2ff2-4e81-a7cc-1ce68c8c1bc8" providerId="ADAL" clId="{634715C9-510C-4C0B-9BE8-9047A2F7E251}" dt="2022-05-08T06:20:31.787" v="2" actId="47"/>
        <pc:sldMkLst>
          <pc:docMk/>
          <pc:sldMk cId="267837724" sldId="353"/>
        </pc:sldMkLst>
      </pc:sldChg>
      <pc:sldChg chg="del">
        <pc:chgData name="徐志嘉" userId="4f4e22b3-2ff2-4e81-a7cc-1ce68c8c1bc8" providerId="ADAL" clId="{634715C9-510C-4C0B-9BE8-9047A2F7E251}" dt="2022-05-08T06:20:31.787" v="2" actId="47"/>
        <pc:sldMkLst>
          <pc:docMk/>
          <pc:sldMk cId="3323117989" sldId="354"/>
        </pc:sldMkLst>
      </pc:sldChg>
      <pc:sldChg chg="del">
        <pc:chgData name="徐志嘉" userId="4f4e22b3-2ff2-4e81-a7cc-1ce68c8c1bc8" providerId="ADAL" clId="{634715C9-510C-4C0B-9BE8-9047A2F7E251}" dt="2022-05-08T06:20:31.787" v="2" actId="47"/>
        <pc:sldMkLst>
          <pc:docMk/>
          <pc:sldMk cId="576715488" sldId="355"/>
        </pc:sldMkLst>
      </pc:sldChg>
      <pc:sldChg chg="del">
        <pc:chgData name="徐志嘉" userId="4f4e22b3-2ff2-4e81-a7cc-1ce68c8c1bc8" providerId="ADAL" clId="{634715C9-510C-4C0B-9BE8-9047A2F7E251}" dt="2022-05-08T06:20:31.787" v="2" actId="47"/>
        <pc:sldMkLst>
          <pc:docMk/>
          <pc:sldMk cId="2652079648" sldId="356"/>
        </pc:sldMkLst>
      </pc:sldChg>
      <pc:sldChg chg="del">
        <pc:chgData name="徐志嘉" userId="4f4e22b3-2ff2-4e81-a7cc-1ce68c8c1bc8" providerId="ADAL" clId="{634715C9-510C-4C0B-9BE8-9047A2F7E251}" dt="2022-05-08T06:20:31.787" v="2" actId="47"/>
        <pc:sldMkLst>
          <pc:docMk/>
          <pc:sldMk cId="1798013747" sldId="357"/>
        </pc:sldMkLst>
      </pc:sldChg>
      <pc:sldChg chg="del">
        <pc:chgData name="徐志嘉" userId="4f4e22b3-2ff2-4e81-a7cc-1ce68c8c1bc8" providerId="ADAL" clId="{634715C9-510C-4C0B-9BE8-9047A2F7E251}" dt="2022-05-08T06:20:31.787" v="2" actId="47"/>
        <pc:sldMkLst>
          <pc:docMk/>
          <pc:sldMk cId="2534581942" sldId="358"/>
        </pc:sldMkLst>
      </pc:sldChg>
    </pc:docChg>
  </pc:docChgLst>
  <pc:docChgLst>
    <pc:chgData name="徐志嘉" userId="4f4e22b3-2ff2-4e81-a7cc-1ce68c8c1bc8" providerId="ADAL" clId="{238A2B45-09E7-4A15-8DD6-4D421075114D}"/>
    <pc:docChg chg="undo custSel addSld delSld modSld sldOrd">
      <pc:chgData name="徐志嘉" userId="4f4e22b3-2ff2-4e81-a7cc-1ce68c8c1bc8" providerId="ADAL" clId="{238A2B45-09E7-4A15-8DD6-4D421075114D}" dt="2022-04-17T08:07:58.465" v="946" actId="20577"/>
      <pc:docMkLst>
        <pc:docMk/>
      </pc:docMkLst>
      <pc:sldChg chg="modSp mod">
        <pc:chgData name="徐志嘉" userId="4f4e22b3-2ff2-4e81-a7cc-1ce68c8c1bc8" providerId="ADAL" clId="{238A2B45-09E7-4A15-8DD6-4D421075114D}" dt="2022-04-10T06:26:13.439" v="8" actId="20577"/>
        <pc:sldMkLst>
          <pc:docMk/>
          <pc:sldMk cId="2874967755" sldId="275"/>
        </pc:sldMkLst>
        <pc:spChg chg="mod">
          <ac:chgData name="徐志嘉" userId="4f4e22b3-2ff2-4e81-a7cc-1ce68c8c1bc8" providerId="ADAL" clId="{238A2B45-09E7-4A15-8DD6-4D421075114D}" dt="2022-04-10T06:26:13.439" v="8" actId="20577"/>
          <ac:spMkLst>
            <pc:docMk/>
            <pc:sldMk cId="2874967755" sldId="275"/>
            <ac:spMk id="4" creationId="{00000000-0000-0000-0000-000000000000}"/>
          </ac:spMkLst>
        </pc:spChg>
      </pc:sldChg>
      <pc:sldChg chg="modSp mod">
        <pc:chgData name="徐志嘉" userId="4f4e22b3-2ff2-4e81-a7cc-1ce68c8c1bc8" providerId="ADAL" clId="{238A2B45-09E7-4A15-8DD6-4D421075114D}" dt="2022-04-17T06:51:48.728" v="930" actId="20577"/>
        <pc:sldMkLst>
          <pc:docMk/>
          <pc:sldMk cId="1205656611" sldId="289"/>
        </pc:sldMkLst>
        <pc:spChg chg="mod">
          <ac:chgData name="徐志嘉" userId="4f4e22b3-2ff2-4e81-a7cc-1ce68c8c1bc8" providerId="ADAL" clId="{238A2B45-09E7-4A15-8DD6-4D421075114D}" dt="2022-04-17T06:51:48.728" v="930" actId="20577"/>
          <ac:spMkLst>
            <pc:docMk/>
            <pc:sldMk cId="1205656611" sldId="289"/>
            <ac:spMk id="3" creationId="{BF62C0C2-63F2-4E83-95B1-DFC08E5538AA}"/>
          </ac:spMkLst>
        </pc:spChg>
      </pc:sldChg>
      <pc:sldChg chg="addSp delSp modSp mod modNotesTx">
        <pc:chgData name="徐志嘉" userId="4f4e22b3-2ff2-4e81-a7cc-1ce68c8c1bc8" providerId="ADAL" clId="{238A2B45-09E7-4A15-8DD6-4D421075114D}" dt="2022-04-11T03:12:40.566" v="359" actId="20577"/>
        <pc:sldMkLst>
          <pc:docMk/>
          <pc:sldMk cId="4083127163" sldId="327"/>
        </pc:sldMkLst>
        <pc:spChg chg="mod">
          <ac:chgData name="徐志嘉" userId="4f4e22b3-2ff2-4e81-a7cc-1ce68c8c1bc8" providerId="ADAL" clId="{238A2B45-09E7-4A15-8DD6-4D421075114D}" dt="2022-04-11T03:08:37.404" v="234" actId="20577"/>
          <ac:spMkLst>
            <pc:docMk/>
            <pc:sldMk cId="4083127163" sldId="327"/>
            <ac:spMk id="2" creationId="{9C2E6B90-26DE-4250-B6BB-36E4D2B0218F}"/>
          </ac:spMkLst>
        </pc:spChg>
        <pc:spChg chg="del">
          <ac:chgData name="徐志嘉" userId="4f4e22b3-2ff2-4e81-a7cc-1ce68c8c1bc8" providerId="ADAL" clId="{238A2B45-09E7-4A15-8DD6-4D421075114D}" dt="2022-04-11T03:02:26.688" v="94" actId="22"/>
          <ac:spMkLst>
            <pc:docMk/>
            <pc:sldMk cId="4083127163" sldId="327"/>
            <ac:spMk id="4" creationId="{44C85435-26CA-4917-9722-2E822255B756}"/>
          </ac:spMkLst>
        </pc:spChg>
        <pc:spChg chg="add del mod">
          <ac:chgData name="徐志嘉" userId="4f4e22b3-2ff2-4e81-a7cc-1ce68c8c1bc8" providerId="ADAL" clId="{238A2B45-09E7-4A15-8DD6-4D421075114D}" dt="2022-04-11T03:08:30.973" v="229" actId="478"/>
          <ac:spMkLst>
            <pc:docMk/>
            <pc:sldMk cId="4083127163" sldId="327"/>
            <ac:spMk id="7" creationId="{0245D1FF-091A-44BD-B924-EC9215C67B83}"/>
          </ac:spMkLst>
        </pc:spChg>
        <pc:picChg chg="add del mod ord">
          <ac:chgData name="徐志嘉" userId="4f4e22b3-2ff2-4e81-a7cc-1ce68c8c1bc8" providerId="ADAL" clId="{238A2B45-09E7-4A15-8DD6-4D421075114D}" dt="2022-04-11T03:06:43.570" v="225" actId="478"/>
          <ac:picMkLst>
            <pc:docMk/>
            <pc:sldMk cId="4083127163" sldId="327"/>
            <ac:picMk id="5" creationId="{A5CE7E66-784B-4777-8DE6-0FEAF05E8BF5}"/>
          </ac:picMkLst>
        </pc:picChg>
        <pc:picChg chg="add mod">
          <ac:chgData name="徐志嘉" userId="4f4e22b3-2ff2-4e81-a7cc-1ce68c8c1bc8" providerId="ADAL" clId="{238A2B45-09E7-4A15-8DD6-4D421075114D}" dt="2022-04-11T03:08:43.833" v="235" actId="1076"/>
          <ac:picMkLst>
            <pc:docMk/>
            <pc:sldMk cId="4083127163" sldId="327"/>
            <ac:picMk id="9" creationId="{C2F0B969-B00C-47F8-A059-CF2B9A510CBD}"/>
          </ac:picMkLst>
        </pc:picChg>
      </pc:sldChg>
      <pc:sldChg chg="modSp add mod">
        <pc:chgData name="徐志嘉" userId="4f4e22b3-2ff2-4e81-a7cc-1ce68c8c1bc8" providerId="ADAL" clId="{238A2B45-09E7-4A15-8DD6-4D421075114D}" dt="2022-04-11T02:55:39.890" v="68" actId="20577"/>
        <pc:sldMkLst>
          <pc:docMk/>
          <pc:sldMk cId="3013971990" sldId="328"/>
        </pc:sldMkLst>
        <pc:spChg chg="mod">
          <ac:chgData name="徐志嘉" userId="4f4e22b3-2ff2-4e81-a7cc-1ce68c8c1bc8" providerId="ADAL" clId="{238A2B45-09E7-4A15-8DD6-4D421075114D}" dt="2022-04-11T02:55:39.890" v="68" actId="20577"/>
          <ac:spMkLst>
            <pc:docMk/>
            <pc:sldMk cId="3013971990" sldId="328"/>
            <ac:spMk id="4" creationId="{00000000-0000-0000-0000-000000000000}"/>
          </ac:spMkLst>
        </pc:spChg>
        <pc:spChg chg="mod">
          <ac:chgData name="徐志嘉" userId="4f4e22b3-2ff2-4e81-a7cc-1ce68c8c1bc8" providerId="ADAL" clId="{238A2B45-09E7-4A15-8DD6-4D421075114D}" dt="2022-04-10T06:26:26.037" v="13" actId="20577"/>
          <ac:spMkLst>
            <pc:docMk/>
            <pc:sldMk cId="3013971990" sldId="328"/>
            <ac:spMk id="5" creationId="{00000000-0000-0000-0000-000000000000}"/>
          </ac:spMkLst>
        </pc:spChg>
      </pc:sldChg>
      <pc:sldChg chg="modSp add mod ord">
        <pc:chgData name="徐志嘉" userId="4f4e22b3-2ff2-4e81-a7cc-1ce68c8c1bc8" providerId="ADAL" clId="{238A2B45-09E7-4A15-8DD6-4D421075114D}" dt="2022-04-11T02:56:07.410" v="93" actId="20577"/>
        <pc:sldMkLst>
          <pc:docMk/>
          <pc:sldMk cId="4135928062" sldId="329"/>
        </pc:sldMkLst>
        <pc:spChg chg="mod">
          <ac:chgData name="徐志嘉" userId="4f4e22b3-2ff2-4e81-a7cc-1ce68c8c1bc8" providerId="ADAL" clId="{238A2B45-09E7-4A15-8DD6-4D421075114D}" dt="2022-04-11T02:56:03.407" v="90" actId="20577"/>
          <ac:spMkLst>
            <pc:docMk/>
            <pc:sldMk cId="4135928062" sldId="329"/>
            <ac:spMk id="4" creationId="{00000000-0000-0000-0000-000000000000}"/>
          </ac:spMkLst>
        </pc:spChg>
        <pc:spChg chg="mod">
          <ac:chgData name="徐志嘉" userId="4f4e22b3-2ff2-4e81-a7cc-1ce68c8c1bc8" providerId="ADAL" clId="{238A2B45-09E7-4A15-8DD6-4D421075114D}" dt="2022-04-11T02:56:07.410" v="93" actId="20577"/>
          <ac:spMkLst>
            <pc:docMk/>
            <pc:sldMk cId="4135928062" sldId="329"/>
            <ac:spMk id="5" creationId="{00000000-0000-0000-0000-000000000000}"/>
          </ac:spMkLst>
        </pc:spChg>
      </pc:sldChg>
      <pc:sldChg chg="add ord modNotesTx">
        <pc:chgData name="徐志嘉" userId="4f4e22b3-2ff2-4e81-a7cc-1ce68c8c1bc8" providerId="ADAL" clId="{238A2B45-09E7-4A15-8DD6-4D421075114D}" dt="2022-04-11T03:06:41.112" v="224"/>
        <pc:sldMkLst>
          <pc:docMk/>
          <pc:sldMk cId="2025159953" sldId="330"/>
        </pc:sldMkLst>
      </pc:sldChg>
      <pc:sldChg chg="addSp delSp modSp add mod ord chgLayout modNotesTx">
        <pc:chgData name="徐志嘉" userId="4f4e22b3-2ff2-4e81-a7cc-1ce68c8c1bc8" providerId="ADAL" clId="{238A2B45-09E7-4A15-8DD6-4D421075114D}" dt="2022-04-11T03:14:24.312" v="368"/>
        <pc:sldMkLst>
          <pc:docMk/>
          <pc:sldMk cId="226320461" sldId="331"/>
        </pc:sldMkLst>
        <pc:spChg chg="mod ord">
          <ac:chgData name="徐志嘉" userId="4f4e22b3-2ff2-4e81-a7cc-1ce68c8c1bc8" providerId="ADAL" clId="{238A2B45-09E7-4A15-8DD6-4D421075114D}" dt="2022-04-11T03:14:21.981" v="366" actId="20577"/>
          <ac:spMkLst>
            <pc:docMk/>
            <pc:sldMk cId="226320461" sldId="331"/>
            <ac:spMk id="2" creationId="{9C2E6B90-26DE-4250-B6BB-36E4D2B0218F}"/>
          </ac:spMkLst>
        </pc:spChg>
        <pc:spChg chg="add del mod ord">
          <ac:chgData name="徐志嘉" userId="4f4e22b3-2ff2-4e81-a7cc-1ce68c8c1bc8" providerId="ADAL" clId="{238A2B45-09E7-4A15-8DD6-4D421075114D}" dt="2022-04-11T03:10:00.656" v="239" actId="22"/>
          <ac:spMkLst>
            <pc:docMk/>
            <pc:sldMk cId="226320461" sldId="331"/>
            <ac:spMk id="3" creationId="{9EE1AFA2-440C-4969-AA61-56CB3BE3D3A1}"/>
          </ac:spMkLst>
        </pc:spChg>
        <pc:picChg chg="add mod ord">
          <ac:chgData name="徐志嘉" userId="4f4e22b3-2ff2-4e81-a7cc-1ce68c8c1bc8" providerId="ADAL" clId="{238A2B45-09E7-4A15-8DD6-4D421075114D}" dt="2022-04-11T03:10:00.656" v="239" actId="22"/>
          <ac:picMkLst>
            <pc:docMk/>
            <pc:sldMk cId="226320461" sldId="331"/>
            <ac:picMk id="5" creationId="{2B8818E7-9856-45A6-985A-52486532BD7D}"/>
          </ac:picMkLst>
        </pc:picChg>
        <pc:picChg chg="del">
          <ac:chgData name="徐志嘉" userId="4f4e22b3-2ff2-4e81-a7cc-1ce68c8c1bc8" providerId="ADAL" clId="{238A2B45-09E7-4A15-8DD6-4D421075114D}" dt="2022-04-11T03:09:55.573" v="237" actId="478"/>
          <ac:picMkLst>
            <pc:docMk/>
            <pc:sldMk cId="226320461" sldId="331"/>
            <ac:picMk id="9" creationId="{C2F0B969-B00C-47F8-A059-CF2B9A510CBD}"/>
          </ac:picMkLst>
        </pc:picChg>
      </pc:sldChg>
      <pc:sldChg chg="addSp delSp modSp add del mod ord modNotesTx">
        <pc:chgData name="徐志嘉" userId="4f4e22b3-2ff2-4e81-a7cc-1ce68c8c1bc8" providerId="ADAL" clId="{238A2B45-09E7-4A15-8DD6-4D421075114D}" dt="2022-04-11T03:20:23.991" v="537" actId="47"/>
        <pc:sldMkLst>
          <pc:docMk/>
          <pc:sldMk cId="2810238773" sldId="332"/>
        </pc:sldMkLst>
        <pc:spChg chg="mod">
          <ac:chgData name="徐志嘉" userId="4f4e22b3-2ff2-4e81-a7cc-1ce68c8c1bc8" providerId="ADAL" clId="{238A2B45-09E7-4A15-8DD6-4D421075114D}" dt="2022-04-11T03:20:18.676" v="535" actId="21"/>
          <ac:spMkLst>
            <pc:docMk/>
            <pc:sldMk cId="2810238773" sldId="332"/>
            <ac:spMk id="2" creationId="{9C2E6B90-26DE-4250-B6BB-36E4D2B0218F}"/>
          </ac:spMkLst>
        </pc:spChg>
        <pc:spChg chg="add mod">
          <ac:chgData name="徐志嘉" userId="4f4e22b3-2ff2-4e81-a7cc-1ce68c8c1bc8" providerId="ADAL" clId="{238A2B45-09E7-4A15-8DD6-4D421075114D}" dt="2022-04-11T03:19:45.613" v="527" actId="20577"/>
          <ac:spMkLst>
            <pc:docMk/>
            <pc:sldMk cId="2810238773" sldId="332"/>
            <ac:spMk id="4" creationId="{7726F6FE-6431-4BA6-AC97-9D0E77B85859}"/>
          </ac:spMkLst>
        </pc:spChg>
        <pc:picChg chg="del">
          <ac:chgData name="徐志嘉" userId="4f4e22b3-2ff2-4e81-a7cc-1ce68c8c1bc8" providerId="ADAL" clId="{238A2B45-09E7-4A15-8DD6-4D421075114D}" dt="2022-04-11T03:14:36.834" v="372" actId="478"/>
          <ac:picMkLst>
            <pc:docMk/>
            <pc:sldMk cId="2810238773" sldId="332"/>
            <ac:picMk id="5" creationId="{2B8818E7-9856-45A6-985A-52486532BD7D}"/>
          </ac:picMkLst>
        </pc:picChg>
      </pc:sldChg>
      <pc:sldChg chg="addSp delSp modSp add mod ord modNotesTx">
        <pc:chgData name="徐志嘉" userId="4f4e22b3-2ff2-4e81-a7cc-1ce68c8c1bc8" providerId="ADAL" clId="{238A2B45-09E7-4A15-8DD6-4D421075114D}" dt="2022-04-11T03:26:32.109" v="678" actId="2710"/>
        <pc:sldMkLst>
          <pc:docMk/>
          <pc:sldMk cId="1641579692" sldId="333"/>
        </pc:sldMkLst>
        <pc:spChg chg="mod">
          <ac:chgData name="徐志嘉" userId="4f4e22b3-2ff2-4e81-a7cc-1ce68c8c1bc8" providerId="ADAL" clId="{238A2B45-09E7-4A15-8DD6-4D421075114D}" dt="2022-04-11T03:20:20.861" v="536"/>
          <ac:spMkLst>
            <pc:docMk/>
            <pc:sldMk cId="1641579692" sldId="333"/>
            <ac:spMk id="2" creationId="{9C2E6B90-26DE-4250-B6BB-36E4D2B0218F}"/>
          </ac:spMkLst>
        </pc:spChg>
        <pc:spChg chg="add mod">
          <ac:chgData name="徐志嘉" userId="4f4e22b3-2ff2-4e81-a7cc-1ce68c8c1bc8" providerId="ADAL" clId="{238A2B45-09E7-4A15-8DD6-4D421075114D}" dt="2022-04-11T03:26:32.109" v="678" actId="2710"/>
          <ac:spMkLst>
            <pc:docMk/>
            <pc:sldMk cId="1641579692" sldId="333"/>
            <ac:spMk id="4" creationId="{2B613E5B-C0D8-44C7-8E8E-64CD284616E7}"/>
          </ac:spMkLst>
        </pc:spChg>
        <pc:picChg chg="del">
          <ac:chgData name="徐志嘉" userId="4f4e22b3-2ff2-4e81-a7cc-1ce68c8c1bc8" providerId="ADAL" clId="{238A2B45-09E7-4A15-8DD6-4D421075114D}" dt="2022-04-11T03:19:59.636" v="531" actId="478"/>
          <ac:picMkLst>
            <pc:docMk/>
            <pc:sldMk cId="1641579692" sldId="333"/>
            <ac:picMk id="5" creationId="{2B8818E7-9856-45A6-985A-52486532BD7D}"/>
          </ac:picMkLst>
        </pc:picChg>
      </pc:sldChg>
      <pc:sldChg chg="addSp delSp modSp new mod modNotesTx">
        <pc:chgData name="徐志嘉" userId="4f4e22b3-2ff2-4e81-a7cc-1ce68c8c1bc8" providerId="ADAL" clId="{238A2B45-09E7-4A15-8DD6-4D421075114D}" dt="2022-04-11T03:31:53.698" v="716" actId="20577"/>
        <pc:sldMkLst>
          <pc:docMk/>
          <pc:sldMk cId="4173053239" sldId="334"/>
        </pc:sldMkLst>
        <pc:spChg chg="mod">
          <ac:chgData name="徐志嘉" userId="4f4e22b3-2ff2-4e81-a7cc-1ce68c8c1bc8" providerId="ADAL" clId="{238A2B45-09E7-4A15-8DD6-4D421075114D}" dt="2022-04-11T03:25:02.487" v="577" actId="20577"/>
          <ac:spMkLst>
            <pc:docMk/>
            <pc:sldMk cId="4173053239" sldId="334"/>
            <ac:spMk id="2" creationId="{EEDBCEA5-E86C-45FD-967D-3882EF1958F9}"/>
          </ac:spMkLst>
        </pc:spChg>
        <pc:spChg chg="del">
          <ac:chgData name="徐志嘉" userId="4f4e22b3-2ff2-4e81-a7cc-1ce68c8c1bc8" providerId="ADAL" clId="{238A2B45-09E7-4A15-8DD6-4D421075114D}" dt="2022-04-11T03:26:49.065" v="679" actId="22"/>
          <ac:spMkLst>
            <pc:docMk/>
            <pc:sldMk cId="4173053239" sldId="334"/>
            <ac:spMk id="3" creationId="{1FEEC24B-0DEA-4B28-9C25-43493BC5834D}"/>
          </ac:spMkLst>
        </pc:spChg>
        <pc:spChg chg="add del mod">
          <ac:chgData name="徐志嘉" userId="4f4e22b3-2ff2-4e81-a7cc-1ce68c8c1bc8" providerId="ADAL" clId="{238A2B45-09E7-4A15-8DD6-4D421075114D}" dt="2022-04-11T03:27:01.425" v="682" actId="22"/>
          <ac:spMkLst>
            <pc:docMk/>
            <pc:sldMk cId="4173053239" sldId="334"/>
            <ac:spMk id="7" creationId="{300EBF1D-58BD-428E-A112-834ED5D3E2B9}"/>
          </ac:spMkLst>
        </pc:spChg>
        <pc:picChg chg="add del mod ord">
          <ac:chgData name="徐志嘉" userId="4f4e22b3-2ff2-4e81-a7cc-1ce68c8c1bc8" providerId="ADAL" clId="{238A2B45-09E7-4A15-8DD6-4D421075114D}" dt="2022-04-11T03:26:53.088" v="681" actId="478"/>
          <ac:picMkLst>
            <pc:docMk/>
            <pc:sldMk cId="4173053239" sldId="334"/>
            <ac:picMk id="5" creationId="{5EE06234-7AC7-4E67-8C25-CDFF253BB1E3}"/>
          </ac:picMkLst>
        </pc:picChg>
        <pc:picChg chg="add mod ord">
          <ac:chgData name="徐志嘉" userId="4f4e22b3-2ff2-4e81-a7cc-1ce68c8c1bc8" providerId="ADAL" clId="{238A2B45-09E7-4A15-8DD6-4D421075114D}" dt="2022-04-11T03:27:07.753" v="684" actId="1076"/>
          <ac:picMkLst>
            <pc:docMk/>
            <pc:sldMk cId="4173053239" sldId="334"/>
            <ac:picMk id="9" creationId="{B26AEB49-77A4-4630-A689-290D4210BB99}"/>
          </ac:picMkLst>
        </pc:picChg>
        <pc:picChg chg="add mod">
          <ac:chgData name="徐志嘉" userId="4f4e22b3-2ff2-4e81-a7cc-1ce68c8c1bc8" providerId="ADAL" clId="{238A2B45-09E7-4A15-8DD6-4D421075114D}" dt="2022-04-11T03:30:20.865" v="699" actId="1076"/>
          <ac:picMkLst>
            <pc:docMk/>
            <pc:sldMk cId="4173053239" sldId="334"/>
            <ac:picMk id="11" creationId="{A71E265A-03F5-44EA-85D5-F56C2AB06B63}"/>
          </ac:picMkLst>
        </pc:picChg>
        <pc:picChg chg="add mod">
          <ac:chgData name="徐志嘉" userId="4f4e22b3-2ff2-4e81-a7cc-1ce68c8c1bc8" providerId="ADAL" clId="{238A2B45-09E7-4A15-8DD6-4D421075114D}" dt="2022-04-11T03:30:31.710" v="701" actId="1076"/>
          <ac:picMkLst>
            <pc:docMk/>
            <pc:sldMk cId="4173053239" sldId="334"/>
            <ac:picMk id="13" creationId="{BC8BCCC2-879F-40C4-B952-9E1939C44D8B}"/>
          </ac:picMkLst>
        </pc:picChg>
        <pc:picChg chg="add mod">
          <ac:chgData name="徐志嘉" userId="4f4e22b3-2ff2-4e81-a7cc-1ce68c8c1bc8" providerId="ADAL" clId="{238A2B45-09E7-4A15-8DD6-4D421075114D}" dt="2022-04-11T03:31:06.074" v="709" actId="1076"/>
          <ac:picMkLst>
            <pc:docMk/>
            <pc:sldMk cId="4173053239" sldId="334"/>
            <ac:picMk id="15" creationId="{64600354-7C01-405B-8743-D1CD2C972178}"/>
          </ac:picMkLst>
        </pc:picChg>
        <pc:picChg chg="add mod">
          <ac:chgData name="徐志嘉" userId="4f4e22b3-2ff2-4e81-a7cc-1ce68c8c1bc8" providerId="ADAL" clId="{238A2B45-09E7-4A15-8DD6-4D421075114D}" dt="2022-04-11T03:31:02.345" v="708" actId="1076"/>
          <ac:picMkLst>
            <pc:docMk/>
            <pc:sldMk cId="4173053239" sldId="334"/>
            <ac:picMk id="17" creationId="{28B964F7-FACB-465C-843E-05AB0AB1EE86}"/>
          </ac:picMkLst>
        </pc:picChg>
      </pc:sldChg>
      <pc:sldChg chg="addSp delSp modSp new mod chgLayout">
        <pc:chgData name="徐志嘉" userId="4f4e22b3-2ff2-4e81-a7cc-1ce68c8c1bc8" providerId="ADAL" clId="{238A2B45-09E7-4A15-8DD6-4D421075114D}" dt="2022-04-11T03:36:37.321" v="922" actId="20577"/>
        <pc:sldMkLst>
          <pc:docMk/>
          <pc:sldMk cId="2894109761" sldId="335"/>
        </pc:sldMkLst>
        <pc:spChg chg="mod ord">
          <ac:chgData name="徐志嘉" userId="4f4e22b3-2ff2-4e81-a7cc-1ce68c8c1bc8" providerId="ADAL" clId="{238A2B45-09E7-4A15-8DD6-4D421075114D}" dt="2022-04-11T03:34:49.613" v="799" actId="700"/>
          <ac:spMkLst>
            <pc:docMk/>
            <pc:sldMk cId="2894109761" sldId="335"/>
            <ac:spMk id="2" creationId="{3355E85E-BF4F-4177-B4DA-A615B9BBA1A5}"/>
          </ac:spMkLst>
        </pc:spChg>
        <pc:spChg chg="del">
          <ac:chgData name="徐志嘉" userId="4f4e22b3-2ff2-4e81-a7cc-1ce68c8c1bc8" providerId="ADAL" clId="{238A2B45-09E7-4A15-8DD6-4D421075114D}" dt="2022-04-11T03:32:30.026" v="724" actId="478"/>
          <ac:spMkLst>
            <pc:docMk/>
            <pc:sldMk cId="2894109761" sldId="335"/>
            <ac:spMk id="3" creationId="{6ADD204F-C996-42D4-BE90-6E7E92851CA0}"/>
          </ac:spMkLst>
        </pc:spChg>
        <pc:spChg chg="add mod ord">
          <ac:chgData name="徐志嘉" userId="4f4e22b3-2ff2-4e81-a7cc-1ce68c8c1bc8" providerId="ADAL" clId="{238A2B45-09E7-4A15-8DD6-4D421075114D}" dt="2022-04-11T03:36:37.321" v="922" actId="20577"/>
          <ac:spMkLst>
            <pc:docMk/>
            <pc:sldMk cId="2894109761" sldId="335"/>
            <ac:spMk id="9" creationId="{15CDAC3A-2324-419F-B3A1-8D22C5C41AE8}"/>
          </ac:spMkLst>
        </pc:spChg>
        <pc:picChg chg="add mod modCrop">
          <ac:chgData name="徐志嘉" userId="4f4e22b3-2ff2-4e81-a7cc-1ce68c8c1bc8" providerId="ADAL" clId="{238A2B45-09E7-4A15-8DD6-4D421075114D}" dt="2022-04-11T03:34:14.935" v="773" actId="1036"/>
          <ac:picMkLst>
            <pc:docMk/>
            <pc:sldMk cId="2894109761" sldId="335"/>
            <ac:picMk id="5" creationId="{2EED31B0-97F4-43B7-80C3-B19DE1ECA369}"/>
          </ac:picMkLst>
        </pc:picChg>
        <pc:picChg chg="add mod modCrop">
          <ac:chgData name="徐志嘉" userId="4f4e22b3-2ff2-4e81-a7cc-1ce68c8c1bc8" providerId="ADAL" clId="{238A2B45-09E7-4A15-8DD6-4D421075114D}" dt="2022-04-11T03:34:14.935" v="773" actId="1036"/>
          <ac:picMkLst>
            <pc:docMk/>
            <pc:sldMk cId="2894109761" sldId="335"/>
            <ac:picMk id="6" creationId="{43033463-5F92-4D16-9A45-63AD9A6C96F0}"/>
          </ac:picMkLst>
        </pc:picChg>
        <pc:picChg chg="add mod modCrop">
          <ac:chgData name="徐志嘉" userId="4f4e22b3-2ff2-4e81-a7cc-1ce68c8c1bc8" providerId="ADAL" clId="{238A2B45-09E7-4A15-8DD6-4D421075114D}" dt="2022-04-11T03:35:53.691" v="862" actId="1037"/>
          <ac:picMkLst>
            <pc:docMk/>
            <pc:sldMk cId="2894109761" sldId="335"/>
            <ac:picMk id="8" creationId="{2BB42DF3-CC43-4F6E-A48A-F7540D586314}"/>
          </ac:picMkLst>
        </pc:picChg>
      </pc:sldChg>
      <pc:sldChg chg="modSp add mod ord">
        <pc:chgData name="徐志嘉" userId="4f4e22b3-2ff2-4e81-a7cc-1ce68c8c1bc8" providerId="ADAL" clId="{238A2B45-09E7-4A15-8DD6-4D421075114D}" dt="2022-04-17T08:07:58.465" v="946" actId="20577"/>
        <pc:sldMkLst>
          <pc:docMk/>
          <pc:sldMk cId="432443039" sldId="344"/>
        </pc:sldMkLst>
        <pc:spChg chg="mod">
          <ac:chgData name="徐志嘉" userId="4f4e22b3-2ff2-4e81-a7cc-1ce68c8c1bc8" providerId="ADAL" clId="{238A2B45-09E7-4A15-8DD6-4D421075114D}" dt="2022-04-17T08:06:52.697" v="941" actId="20577"/>
          <ac:spMkLst>
            <pc:docMk/>
            <pc:sldMk cId="432443039" sldId="344"/>
            <ac:spMk id="4" creationId="{00000000-0000-0000-0000-000000000000}"/>
          </ac:spMkLst>
        </pc:spChg>
        <pc:spChg chg="mod">
          <ac:chgData name="徐志嘉" userId="4f4e22b3-2ff2-4e81-a7cc-1ce68c8c1bc8" providerId="ADAL" clId="{238A2B45-09E7-4A15-8DD6-4D421075114D}" dt="2022-04-17T08:07:58.465" v="946" actId="20577"/>
          <ac:spMkLst>
            <pc:docMk/>
            <pc:sldMk cId="432443039" sldId="344"/>
            <ac:spMk id="5" creationId="{00000000-0000-0000-0000-000000000000}"/>
          </ac:spMkLst>
        </pc:spChg>
      </pc:sldChg>
    </pc:docChg>
  </pc:docChgLst>
  <pc:docChgLst>
    <pc:chgData name="徐志嘉" userId="4f4e22b3-2ff2-4e81-a7cc-1ce68c8c1bc8" providerId="ADAL" clId="{B1A7E9A7-BCE0-436D-9DC6-13BB88633AC2}"/>
    <pc:docChg chg="undo redo custSel addSld delSld modSld sldOrd">
      <pc:chgData name="徐志嘉" userId="4f4e22b3-2ff2-4e81-a7cc-1ce68c8c1bc8" providerId="ADAL" clId="{B1A7E9A7-BCE0-436D-9DC6-13BB88633AC2}" dt="2022-04-28T02:47:18.311" v="1004" actId="1076"/>
      <pc:docMkLst>
        <pc:docMk/>
      </pc:docMkLst>
      <pc:sldChg chg="modSp mod">
        <pc:chgData name="徐志嘉" userId="4f4e22b3-2ff2-4e81-a7cc-1ce68c8c1bc8" providerId="ADAL" clId="{B1A7E9A7-BCE0-436D-9DC6-13BB88633AC2}" dt="2022-04-07T01:48:12.224" v="6" actId="20577"/>
        <pc:sldMkLst>
          <pc:docMk/>
          <pc:sldMk cId="2874967755" sldId="275"/>
        </pc:sldMkLst>
        <pc:spChg chg="mod">
          <ac:chgData name="徐志嘉" userId="4f4e22b3-2ff2-4e81-a7cc-1ce68c8c1bc8" providerId="ADAL" clId="{B1A7E9A7-BCE0-436D-9DC6-13BB88633AC2}" dt="2022-04-07T01:48:12.224" v="6" actId="20577"/>
          <ac:spMkLst>
            <pc:docMk/>
            <pc:sldMk cId="2874967755" sldId="275"/>
            <ac:spMk id="5" creationId="{00000000-0000-0000-0000-000000000000}"/>
          </ac:spMkLst>
        </pc:spChg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3679643068" sldId="276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1717329679" sldId="277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3234466308" sldId="278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3240741048" sldId="279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3118884331" sldId="280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590944454" sldId="281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1922887902" sldId="282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3327363651" sldId="283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78384344" sldId="284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3611152053" sldId="285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2109134250" sldId="286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2161899073" sldId="287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3918165501" sldId="288"/>
        </pc:sldMkLst>
      </pc:sldChg>
      <pc:sldChg chg="modSp mod">
        <pc:chgData name="徐志嘉" userId="4f4e22b3-2ff2-4e81-a7cc-1ce68c8c1bc8" providerId="ADAL" clId="{B1A7E9A7-BCE0-436D-9DC6-13BB88633AC2}" dt="2022-04-18T01:19:15.993" v="535" actId="20577"/>
        <pc:sldMkLst>
          <pc:docMk/>
          <pc:sldMk cId="1205656611" sldId="289"/>
        </pc:sldMkLst>
        <pc:spChg chg="mod">
          <ac:chgData name="徐志嘉" userId="4f4e22b3-2ff2-4e81-a7cc-1ce68c8c1bc8" providerId="ADAL" clId="{B1A7E9A7-BCE0-436D-9DC6-13BB88633AC2}" dt="2022-04-18T01:19:15.993" v="535" actId="20577"/>
          <ac:spMkLst>
            <pc:docMk/>
            <pc:sldMk cId="1205656611" sldId="289"/>
            <ac:spMk id="2" creationId="{F896D434-79F5-4549-9D24-3F8D040A1FC4}"/>
          </ac:spMkLst>
        </pc:spChg>
        <pc:spChg chg="mod">
          <ac:chgData name="徐志嘉" userId="4f4e22b3-2ff2-4e81-a7cc-1ce68c8c1bc8" providerId="ADAL" clId="{B1A7E9A7-BCE0-436D-9DC6-13BB88633AC2}" dt="2022-04-18T01:19:09.575" v="526" actId="20577"/>
          <ac:spMkLst>
            <pc:docMk/>
            <pc:sldMk cId="1205656611" sldId="289"/>
            <ac:spMk id="3" creationId="{BF62C0C2-63F2-4E83-95B1-DFC08E5538AA}"/>
          </ac:spMkLst>
        </pc:spChg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1351446290" sldId="290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2165732050" sldId="291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2215166738" sldId="292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1404406863" sldId="293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3925050124" sldId="294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4149334261" sldId="295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778082176" sldId="296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782627768" sldId="297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1802177968" sldId="298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1334318311" sldId="300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1570533634" sldId="301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483976982" sldId="302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2146977204" sldId="303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451876530" sldId="304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3030854859" sldId="305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2669623890" sldId="306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1947285143" sldId="308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120499376" sldId="309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3540639828" sldId="310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64053434" sldId="311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3592736422" sldId="312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797075773" sldId="314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285839380" sldId="315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3161965771" sldId="316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548245729" sldId="317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577286068" sldId="318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3263960358" sldId="319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2251555642" sldId="320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2293479690" sldId="321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689646172" sldId="322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3057620155" sldId="323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1072862903" sldId="324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1796666854" sldId="325"/>
        </pc:sldMkLst>
      </pc:sldChg>
      <pc:sldChg chg="add del">
        <pc:chgData name="徐志嘉" userId="4f4e22b3-2ff2-4e81-a7cc-1ce68c8c1bc8" providerId="ADAL" clId="{B1A7E9A7-BCE0-436D-9DC6-13BB88633AC2}" dt="2022-04-07T01:48:00.041" v="2" actId="47"/>
        <pc:sldMkLst>
          <pc:docMk/>
          <pc:sldMk cId="56015849" sldId="326"/>
        </pc:sldMkLst>
      </pc:sldChg>
      <pc:sldChg chg="addSp delSp modSp add del mod modClrScheme chgLayout">
        <pc:chgData name="徐志嘉" userId="4f4e22b3-2ff2-4e81-a7cc-1ce68c8c1bc8" providerId="ADAL" clId="{B1A7E9A7-BCE0-436D-9DC6-13BB88633AC2}" dt="2022-04-07T01:48:08.005" v="4" actId="700"/>
        <pc:sldMkLst>
          <pc:docMk/>
          <pc:sldMk cId="4083127163" sldId="327"/>
        </pc:sldMkLst>
        <pc:spChg chg="add mod">
          <ac:chgData name="徐志嘉" userId="4f4e22b3-2ff2-4e81-a7cc-1ce68c8c1bc8" providerId="ADAL" clId="{B1A7E9A7-BCE0-436D-9DC6-13BB88633AC2}" dt="2022-04-07T01:48:08.005" v="4" actId="700"/>
          <ac:spMkLst>
            <pc:docMk/>
            <pc:sldMk cId="4083127163" sldId="327"/>
            <ac:spMk id="2" creationId="{9C2E6B90-26DE-4250-B6BB-36E4D2B0218F}"/>
          </ac:spMkLst>
        </pc:spChg>
        <pc:spChg chg="add mod">
          <ac:chgData name="徐志嘉" userId="4f4e22b3-2ff2-4e81-a7cc-1ce68c8c1bc8" providerId="ADAL" clId="{B1A7E9A7-BCE0-436D-9DC6-13BB88633AC2}" dt="2022-04-07T01:48:08.005" v="4" actId="700"/>
          <ac:spMkLst>
            <pc:docMk/>
            <pc:sldMk cId="4083127163" sldId="327"/>
            <ac:spMk id="4" creationId="{44C85435-26CA-4917-9722-2E822255B756}"/>
          </ac:spMkLst>
        </pc:spChg>
        <pc:picChg chg="del">
          <ac:chgData name="徐志嘉" userId="4f4e22b3-2ff2-4e81-a7cc-1ce68c8c1bc8" providerId="ADAL" clId="{B1A7E9A7-BCE0-436D-9DC6-13BB88633AC2}" dt="2022-04-07T01:48:03.272" v="3" actId="478"/>
          <ac:picMkLst>
            <pc:docMk/>
            <pc:sldMk cId="4083127163" sldId="327"/>
            <ac:picMk id="3" creationId="{8C612DF0-E999-49F3-82AF-9BA4142395BA}"/>
          </ac:picMkLst>
        </pc:picChg>
      </pc:sldChg>
      <pc:sldChg chg="addSp delSp modSp new add del mod modClrScheme chgLayout">
        <pc:chgData name="徐志嘉" userId="4f4e22b3-2ff2-4e81-a7cc-1ce68c8c1bc8" providerId="ADAL" clId="{B1A7E9A7-BCE0-436D-9DC6-13BB88633AC2}" dt="2022-04-13T03:07:04.283" v="15" actId="700"/>
        <pc:sldMkLst>
          <pc:docMk/>
          <pc:sldMk cId="4204869421" sldId="336"/>
        </pc:sldMkLst>
        <pc:spChg chg="del">
          <ac:chgData name="徐志嘉" userId="4f4e22b3-2ff2-4e81-a7cc-1ce68c8c1bc8" providerId="ADAL" clId="{B1A7E9A7-BCE0-436D-9DC6-13BB88633AC2}" dt="2022-04-13T03:07:04.283" v="15" actId="700"/>
          <ac:spMkLst>
            <pc:docMk/>
            <pc:sldMk cId="4204869421" sldId="336"/>
            <ac:spMk id="2" creationId="{E6698DD7-A107-46C9-8D61-2BDFBAAA0797}"/>
          </ac:spMkLst>
        </pc:spChg>
        <pc:spChg chg="add del">
          <ac:chgData name="徐志嘉" userId="4f4e22b3-2ff2-4e81-a7cc-1ce68c8c1bc8" providerId="ADAL" clId="{B1A7E9A7-BCE0-436D-9DC6-13BB88633AC2}" dt="2022-04-13T03:07:04.283" v="15" actId="700"/>
          <ac:spMkLst>
            <pc:docMk/>
            <pc:sldMk cId="4204869421" sldId="336"/>
            <ac:spMk id="3" creationId="{9A580484-862B-4813-B7B5-FC1E809467D8}"/>
          </ac:spMkLst>
        </pc:spChg>
        <pc:picChg chg="add del mod ord">
          <ac:chgData name="徐志嘉" userId="4f4e22b3-2ff2-4e81-a7cc-1ce68c8c1bc8" providerId="ADAL" clId="{B1A7E9A7-BCE0-436D-9DC6-13BB88633AC2}" dt="2022-04-13T03:06:46.681" v="9" actId="22"/>
          <ac:picMkLst>
            <pc:docMk/>
            <pc:sldMk cId="4204869421" sldId="336"/>
            <ac:picMk id="5" creationId="{048479B2-2CEB-470F-8C55-659D62911ACA}"/>
          </ac:picMkLst>
        </pc:picChg>
        <pc:picChg chg="add del mod ord">
          <ac:chgData name="徐志嘉" userId="4f4e22b3-2ff2-4e81-a7cc-1ce68c8c1bc8" providerId="ADAL" clId="{B1A7E9A7-BCE0-436D-9DC6-13BB88633AC2}" dt="2022-04-13T03:06:48.601" v="11" actId="22"/>
          <ac:picMkLst>
            <pc:docMk/>
            <pc:sldMk cId="4204869421" sldId="336"/>
            <ac:picMk id="7" creationId="{90F7F1C2-1705-4D1C-BF4E-59CA7E201008}"/>
          </ac:picMkLst>
        </pc:picChg>
        <pc:picChg chg="add">
          <ac:chgData name="徐志嘉" userId="4f4e22b3-2ff2-4e81-a7cc-1ce68c8c1bc8" providerId="ADAL" clId="{B1A7E9A7-BCE0-436D-9DC6-13BB88633AC2}" dt="2022-04-13T03:06:55.018" v="14" actId="22"/>
          <ac:picMkLst>
            <pc:docMk/>
            <pc:sldMk cId="4204869421" sldId="336"/>
            <ac:picMk id="9" creationId="{7F71C979-6285-4367-BBE6-BFD54ACBB5FC}"/>
          </ac:picMkLst>
        </pc:picChg>
      </pc:sldChg>
      <pc:sldChg chg="modSp add mod ord">
        <pc:chgData name="徐志嘉" userId="4f4e22b3-2ff2-4e81-a7cc-1ce68c8c1bc8" providerId="ADAL" clId="{B1A7E9A7-BCE0-436D-9DC6-13BB88633AC2}" dt="2022-04-14T01:50:50.879" v="56" actId="20577"/>
        <pc:sldMkLst>
          <pc:docMk/>
          <pc:sldMk cId="2095213231" sldId="337"/>
        </pc:sldMkLst>
        <pc:spChg chg="mod">
          <ac:chgData name="徐志嘉" userId="4f4e22b3-2ff2-4e81-a7cc-1ce68c8c1bc8" providerId="ADAL" clId="{B1A7E9A7-BCE0-436D-9DC6-13BB88633AC2}" dt="2022-04-14T01:49:21.257" v="28" actId="20577"/>
          <ac:spMkLst>
            <pc:docMk/>
            <pc:sldMk cId="2095213231" sldId="337"/>
            <ac:spMk id="4" creationId="{00000000-0000-0000-0000-000000000000}"/>
          </ac:spMkLst>
        </pc:spChg>
        <pc:spChg chg="mod">
          <ac:chgData name="徐志嘉" userId="4f4e22b3-2ff2-4e81-a7cc-1ce68c8c1bc8" providerId="ADAL" clId="{B1A7E9A7-BCE0-436D-9DC6-13BB88633AC2}" dt="2022-04-14T01:50:50.879" v="56" actId="20577"/>
          <ac:spMkLst>
            <pc:docMk/>
            <pc:sldMk cId="2095213231" sldId="337"/>
            <ac:spMk id="5" creationId="{00000000-0000-0000-0000-000000000000}"/>
          </ac:spMkLst>
        </pc:spChg>
      </pc:sldChg>
      <pc:sldChg chg="addSp delSp modSp new mod modNotesTx">
        <pc:chgData name="徐志嘉" userId="4f4e22b3-2ff2-4e81-a7cc-1ce68c8c1bc8" providerId="ADAL" clId="{B1A7E9A7-BCE0-436D-9DC6-13BB88633AC2}" dt="2022-04-14T01:54:52.377" v="151" actId="1036"/>
        <pc:sldMkLst>
          <pc:docMk/>
          <pc:sldMk cId="4200228052" sldId="338"/>
        </pc:sldMkLst>
        <pc:spChg chg="del">
          <ac:chgData name="徐志嘉" userId="4f4e22b3-2ff2-4e81-a7cc-1ce68c8c1bc8" providerId="ADAL" clId="{B1A7E9A7-BCE0-436D-9DC6-13BB88633AC2}" dt="2022-04-14T01:53:39.930" v="59" actId="478"/>
          <ac:spMkLst>
            <pc:docMk/>
            <pc:sldMk cId="4200228052" sldId="338"/>
            <ac:spMk id="2" creationId="{2D9AC25F-5E2E-478F-A7ED-9EAAEC50D010}"/>
          </ac:spMkLst>
        </pc:spChg>
        <pc:spChg chg="del">
          <ac:chgData name="徐志嘉" userId="4f4e22b3-2ff2-4e81-a7cc-1ce68c8c1bc8" providerId="ADAL" clId="{B1A7E9A7-BCE0-436D-9DC6-13BB88633AC2}" dt="2022-04-14T01:53:39.042" v="58" actId="478"/>
          <ac:spMkLst>
            <pc:docMk/>
            <pc:sldMk cId="4200228052" sldId="338"/>
            <ac:spMk id="3" creationId="{41198C05-A5EF-4BC0-A387-DECDDEBCEEF1}"/>
          </ac:spMkLst>
        </pc:spChg>
        <pc:picChg chg="add">
          <ac:chgData name="徐志嘉" userId="4f4e22b3-2ff2-4e81-a7cc-1ce68c8c1bc8" providerId="ADAL" clId="{B1A7E9A7-BCE0-436D-9DC6-13BB88633AC2}" dt="2022-04-14T01:53:19.233" v="57" actId="22"/>
          <ac:picMkLst>
            <pc:docMk/>
            <pc:sldMk cId="4200228052" sldId="338"/>
            <ac:picMk id="5" creationId="{84BD2BCA-2C7B-440C-B151-FD50DDAE22D1}"/>
          </ac:picMkLst>
        </pc:picChg>
        <pc:picChg chg="add mod">
          <ac:chgData name="徐志嘉" userId="4f4e22b3-2ff2-4e81-a7cc-1ce68c8c1bc8" providerId="ADAL" clId="{B1A7E9A7-BCE0-436D-9DC6-13BB88633AC2}" dt="2022-04-14T01:54:52.377" v="151" actId="1036"/>
          <ac:picMkLst>
            <pc:docMk/>
            <pc:sldMk cId="4200228052" sldId="338"/>
            <ac:picMk id="7" creationId="{C80B179D-AE19-486B-822C-343118E187ED}"/>
          </ac:picMkLst>
        </pc:picChg>
      </pc:sldChg>
      <pc:sldChg chg="addSp new mod modNotesTx">
        <pc:chgData name="徐志嘉" userId="4f4e22b3-2ff2-4e81-a7cc-1ce68c8c1bc8" providerId="ADAL" clId="{B1A7E9A7-BCE0-436D-9DC6-13BB88633AC2}" dt="2022-04-14T02:07:45.076" v="351" actId="20577"/>
        <pc:sldMkLst>
          <pc:docMk/>
          <pc:sldMk cId="2762859774" sldId="339"/>
        </pc:sldMkLst>
        <pc:picChg chg="add">
          <ac:chgData name="徐志嘉" userId="4f4e22b3-2ff2-4e81-a7cc-1ce68c8c1bc8" providerId="ADAL" clId="{B1A7E9A7-BCE0-436D-9DC6-13BB88633AC2}" dt="2022-04-14T01:55:37.267" v="153" actId="22"/>
          <ac:picMkLst>
            <pc:docMk/>
            <pc:sldMk cId="2762859774" sldId="339"/>
            <ac:picMk id="5" creationId="{0CDE3937-25B9-455D-85A7-C576AD66059C}"/>
          </ac:picMkLst>
        </pc:picChg>
      </pc:sldChg>
      <pc:sldChg chg="addSp delSp modSp new mod modClrScheme chgLayout modNotesTx">
        <pc:chgData name="徐志嘉" userId="4f4e22b3-2ff2-4e81-a7cc-1ce68c8c1bc8" providerId="ADAL" clId="{B1A7E9A7-BCE0-436D-9DC6-13BB88633AC2}" dt="2022-04-14T02:08:54.528" v="352"/>
        <pc:sldMkLst>
          <pc:docMk/>
          <pc:sldMk cId="3769302220" sldId="340"/>
        </pc:sldMkLst>
        <pc:spChg chg="del">
          <ac:chgData name="徐志嘉" userId="4f4e22b3-2ff2-4e81-a7cc-1ce68c8c1bc8" providerId="ADAL" clId="{B1A7E9A7-BCE0-436D-9DC6-13BB88633AC2}" dt="2022-04-14T02:02:50.693" v="184" actId="700"/>
          <ac:spMkLst>
            <pc:docMk/>
            <pc:sldMk cId="3769302220" sldId="340"/>
            <ac:spMk id="2" creationId="{36BCEB00-105F-4EDB-ACC8-BFBAB79F4ABD}"/>
          </ac:spMkLst>
        </pc:spChg>
        <pc:spChg chg="del">
          <ac:chgData name="徐志嘉" userId="4f4e22b3-2ff2-4e81-a7cc-1ce68c8c1bc8" providerId="ADAL" clId="{B1A7E9A7-BCE0-436D-9DC6-13BB88633AC2}" dt="2022-04-14T02:02:50.693" v="184" actId="700"/>
          <ac:spMkLst>
            <pc:docMk/>
            <pc:sldMk cId="3769302220" sldId="340"/>
            <ac:spMk id="3" creationId="{610D7CB5-AC71-4997-9AD5-7F3DD761AAC4}"/>
          </ac:spMkLst>
        </pc:spChg>
        <pc:picChg chg="add mod">
          <ac:chgData name="徐志嘉" userId="4f4e22b3-2ff2-4e81-a7cc-1ce68c8c1bc8" providerId="ADAL" clId="{B1A7E9A7-BCE0-436D-9DC6-13BB88633AC2}" dt="2022-04-14T02:03:42.151" v="248" actId="1036"/>
          <ac:picMkLst>
            <pc:docMk/>
            <pc:sldMk cId="3769302220" sldId="340"/>
            <ac:picMk id="5" creationId="{1B451E58-C3E8-4998-A40C-ED9DCC53DD01}"/>
          </ac:picMkLst>
        </pc:picChg>
        <pc:picChg chg="add mod">
          <ac:chgData name="徐志嘉" userId="4f4e22b3-2ff2-4e81-a7cc-1ce68c8c1bc8" providerId="ADAL" clId="{B1A7E9A7-BCE0-436D-9DC6-13BB88633AC2}" dt="2022-04-14T02:03:52.420" v="250" actId="1076"/>
          <ac:picMkLst>
            <pc:docMk/>
            <pc:sldMk cId="3769302220" sldId="340"/>
            <ac:picMk id="7" creationId="{C5950F01-CBD2-4E0D-B175-D52B1609928A}"/>
          </ac:picMkLst>
        </pc:picChg>
      </pc:sldChg>
      <pc:sldChg chg="addSp new mod">
        <pc:chgData name="徐志嘉" userId="4f4e22b3-2ff2-4e81-a7cc-1ce68c8c1bc8" providerId="ADAL" clId="{B1A7E9A7-BCE0-436D-9DC6-13BB88633AC2}" dt="2022-04-14T02:10:32.408" v="354" actId="22"/>
        <pc:sldMkLst>
          <pc:docMk/>
          <pc:sldMk cId="1157746088" sldId="341"/>
        </pc:sldMkLst>
        <pc:picChg chg="add">
          <ac:chgData name="徐志嘉" userId="4f4e22b3-2ff2-4e81-a7cc-1ce68c8c1bc8" providerId="ADAL" clId="{B1A7E9A7-BCE0-436D-9DC6-13BB88633AC2}" dt="2022-04-14T02:10:32.408" v="354" actId="22"/>
          <ac:picMkLst>
            <pc:docMk/>
            <pc:sldMk cId="1157746088" sldId="341"/>
            <ac:picMk id="3" creationId="{B5E25FF4-2136-438C-B1C6-0736AE03207D}"/>
          </ac:picMkLst>
        </pc:picChg>
      </pc:sldChg>
      <pc:sldChg chg="addSp modSp new mod modNotesTx">
        <pc:chgData name="徐志嘉" userId="4f4e22b3-2ff2-4e81-a7cc-1ce68c8c1bc8" providerId="ADAL" clId="{B1A7E9A7-BCE0-436D-9DC6-13BB88633AC2}" dt="2022-04-14T02:16:22.734" v="437" actId="1076"/>
        <pc:sldMkLst>
          <pc:docMk/>
          <pc:sldMk cId="2797820062" sldId="342"/>
        </pc:sldMkLst>
        <pc:picChg chg="add mod">
          <ac:chgData name="徐志嘉" userId="4f4e22b3-2ff2-4e81-a7cc-1ce68c8c1bc8" providerId="ADAL" clId="{B1A7E9A7-BCE0-436D-9DC6-13BB88633AC2}" dt="2022-04-14T02:16:22.734" v="437" actId="1076"/>
          <ac:picMkLst>
            <pc:docMk/>
            <pc:sldMk cId="2797820062" sldId="342"/>
            <ac:picMk id="3" creationId="{9A2729DF-714C-4109-BCF2-3BA9658D9EC5}"/>
          </ac:picMkLst>
        </pc:picChg>
      </pc:sldChg>
      <pc:sldChg chg="addSp delSp new mod modNotesTx">
        <pc:chgData name="徐志嘉" userId="4f4e22b3-2ff2-4e81-a7cc-1ce68c8c1bc8" providerId="ADAL" clId="{B1A7E9A7-BCE0-436D-9DC6-13BB88633AC2}" dt="2022-04-14T02:16:24.982" v="439" actId="22"/>
        <pc:sldMkLst>
          <pc:docMk/>
          <pc:sldMk cId="439092019" sldId="343"/>
        </pc:sldMkLst>
        <pc:picChg chg="add del">
          <ac:chgData name="徐志嘉" userId="4f4e22b3-2ff2-4e81-a7cc-1ce68c8c1bc8" providerId="ADAL" clId="{B1A7E9A7-BCE0-436D-9DC6-13BB88633AC2}" dt="2022-04-14T02:16:24.982" v="439" actId="22"/>
          <ac:picMkLst>
            <pc:docMk/>
            <pc:sldMk cId="439092019" sldId="343"/>
            <ac:picMk id="3" creationId="{0339769E-9FD3-4890-9465-F38851F61A46}"/>
          </ac:picMkLst>
        </pc:picChg>
      </pc:sldChg>
      <pc:sldChg chg="addSp delSp new mod modClrScheme chgLayout">
        <pc:chgData name="徐志嘉" userId="4f4e22b3-2ff2-4e81-a7cc-1ce68c8c1bc8" providerId="ADAL" clId="{B1A7E9A7-BCE0-436D-9DC6-13BB88633AC2}" dt="2022-04-17T15:24:49.257" v="450" actId="700"/>
        <pc:sldMkLst>
          <pc:docMk/>
          <pc:sldMk cId="1616440848" sldId="345"/>
        </pc:sldMkLst>
        <pc:spChg chg="del">
          <ac:chgData name="徐志嘉" userId="4f4e22b3-2ff2-4e81-a7cc-1ce68c8c1bc8" providerId="ADAL" clId="{B1A7E9A7-BCE0-436D-9DC6-13BB88633AC2}" dt="2022-04-17T15:24:49.257" v="450" actId="700"/>
          <ac:spMkLst>
            <pc:docMk/>
            <pc:sldMk cId="1616440848" sldId="345"/>
            <ac:spMk id="2" creationId="{A97599AE-6035-420E-85A6-DD2E06179A55}"/>
          </ac:spMkLst>
        </pc:spChg>
        <pc:spChg chg="del">
          <ac:chgData name="徐志嘉" userId="4f4e22b3-2ff2-4e81-a7cc-1ce68c8c1bc8" providerId="ADAL" clId="{B1A7E9A7-BCE0-436D-9DC6-13BB88633AC2}" dt="2022-04-17T15:24:49.257" v="450" actId="700"/>
          <ac:spMkLst>
            <pc:docMk/>
            <pc:sldMk cId="1616440848" sldId="345"/>
            <ac:spMk id="3" creationId="{E0F52733-E5E3-43E8-B9E7-6F27D2DEA3FB}"/>
          </ac:spMkLst>
        </pc:spChg>
        <pc:picChg chg="add">
          <ac:chgData name="徐志嘉" userId="4f4e22b3-2ff2-4e81-a7cc-1ce68c8c1bc8" providerId="ADAL" clId="{B1A7E9A7-BCE0-436D-9DC6-13BB88633AC2}" dt="2022-04-17T15:21:45.657" v="443" actId="22"/>
          <ac:picMkLst>
            <pc:docMk/>
            <pc:sldMk cId="1616440848" sldId="345"/>
            <ac:picMk id="5" creationId="{4C18AD82-E1A9-4576-B6E4-F86659406438}"/>
          </ac:picMkLst>
        </pc:picChg>
      </pc:sldChg>
      <pc:sldChg chg="addSp delSp new mod modClrScheme chgLayout">
        <pc:chgData name="徐志嘉" userId="4f4e22b3-2ff2-4e81-a7cc-1ce68c8c1bc8" providerId="ADAL" clId="{B1A7E9A7-BCE0-436D-9DC6-13BB88633AC2}" dt="2022-04-17T15:24:52.010" v="451" actId="700"/>
        <pc:sldMkLst>
          <pc:docMk/>
          <pc:sldMk cId="2901593050" sldId="346"/>
        </pc:sldMkLst>
        <pc:spChg chg="del">
          <ac:chgData name="徐志嘉" userId="4f4e22b3-2ff2-4e81-a7cc-1ce68c8c1bc8" providerId="ADAL" clId="{B1A7E9A7-BCE0-436D-9DC6-13BB88633AC2}" dt="2022-04-17T15:24:52.010" v="451" actId="700"/>
          <ac:spMkLst>
            <pc:docMk/>
            <pc:sldMk cId="2901593050" sldId="346"/>
            <ac:spMk id="2" creationId="{CAE1315A-1432-493C-8EA9-D80AA30DF0B5}"/>
          </ac:spMkLst>
        </pc:spChg>
        <pc:spChg chg="del">
          <ac:chgData name="徐志嘉" userId="4f4e22b3-2ff2-4e81-a7cc-1ce68c8c1bc8" providerId="ADAL" clId="{B1A7E9A7-BCE0-436D-9DC6-13BB88633AC2}" dt="2022-04-17T15:24:52.010" v="451" actId="700"/>
          <ac:spMkLst>
            <pc:docMk/>
            <pc:sldMk cId="2901593050" sldId="346"/>
            <ac:spMk id="3" creationId="{98B6A9B0-1C71-4F43-86EB-B45DF1103D72}"/>
          </ac:spMkLst>
        </pc:spChg>
        <pc:picChg chg="add">
          <ac:chgData name="徐志嘉" userId="4f4e22b3-2ff2-4e81-a7cc-1ce68c8c1bc8" providerId="ADAL" clId="{B1A7E9A7-BCE0-436D-9DC6-13BB88633AC2}" dt="2022-04-17T15:24:10.761" v="445" actId="22"/>
          <ac:picMkLst>
            <pc:docMk/>
            <pc:sldMk cId="2901593050" sldId="346"/>
            <ac:picMk id="5" creationId="{06227DD2-79B6-402A-AD8F-7B0334171818}"/>
          </ac:picMkLst>
        </pc:picChg>
      </pc:sldChg>
      <pc:sldChg chg="addSp delSp modSp new mod modClrScheme chgLayout">
        <pc:chgData name="徐志嘉" userId="4f4e22b3-2ff2-4e81-a7cc-1ce68c8c1bc8" providerId="ADAL" clId="{B1A7E9A7-BCE0-436D-9DC6-13BB88633AC2}" dt="2022-04-17T15:25:51.283" v="466" actId="166"/>
        <pc:sldMkLst>
          <pc:docMk/>
          <pc:sldMk cId="3399690121" sldId="347"/>
        </pc:sldMkLst>
        <pc:spChg chg="del">
          <ac:chgData name="徐志嘉" userId="4f4e22b3-2ff2-4e81-a7cc-1ce68c8c1bc8" providerId="ADAL" clId="{B1A7E9A7-BCE0-436D-9DC6-13BB88633AC2}" dt="2022-04-17T15:24:55.262" v="452" actId="700"/>
          <ac:spMkLst>
            <pc:docMk/>
            <pc:sldMk cId="3399690121" sldId="347"/>
            <ac:spMk id="2" creationId="{30F716E6-2AA3-48A8-B083-CBBC240D7553}"/>
          </ac:spMkLst>
        </pc:spChg>
        <pc:spChg chg="del">
          <ac:chgData name="徐志嘉" userId="4f4e22b3-2ff2-4e81-a7cc-1ce68c8c1bc8" providerId="ADAL" clId="{B1A7E9A7-BCE0-436D-9DC6-13BB88633AC2}" dt="2022-04-17T15:24:55.262" v="452" actId="700"/>
          <ac:spMkLst>
            <pc:docMk/>
            <pc:sldMk cId="3399690121" sldId="347"/>
            <ac:spMk id="3" creationId="{4BDA3459-5DCD-4CBC-AE9F-C54E13338110}"/>
          </ac:spMkLst>
        </pc:spChg>
        <pc:picChg chg="add mod ord">
          <ac:chgData name="徐志嘉" userId="4f4e22b3-2ff2-4e81-a7cc-1ce68c8c1bc8" providerId="ADAL" clId="{B1A7E9A7-BCE0-436D-9DC6-13BB88633AC2}" dt="2022-04-17T15:25:51.283" v="466" actId="166"/>
          <ac:picMkLst>
            <pc:docMk/>
            <pc:sldMk cId="3399690121" sldId="347"/>
            <ac:picMk id="5" creationId="{7299713E-7E9B-464F-A99F-A98FA1F6AD9F}"/>
          </ac:picMkLst>
        </pc:picChg>
        <pc:picChg chg="add del mod modCrop">
          <ac:chgData name="徐志嘉" userId="4f4e22b3-2ff2-4e81-a7cc-1ce68c8c1bc8" providerId="ADAL" clId="{B1A7E9A7-BCE0-436D-9DC6-13BB88633AC2}" dt="2022-04-17T15:25:39.064" v="461" actId="1076"/>
          <ac:picMkLst>
            <pc:docMk/>
            <pc:sldMk cId="3399690121" sldId="347"/>
            <ac:picMk id="7" creationId="{E8C741E9-2458-487A-926D-185353CADCEA}"/>
          </ac:picMkLst>
        </pc:picChg>
        <pc:picChg chg="add mod modCrop">
          <ac:chgData name="徐志嘉" userId="4f4e22b3-2ff2-4e81-a7cc-1ce68c8c1bc8" providerId="ADAL" clId="{B1A7E9A7-BCE0-436D-9DC6-13BB88633AC2}" dt="2022-04-17T15:25:25.959" v="459" actId="1076"/>
          <ac:picMkLst>
            <pc:docMk/>
            <pc:sldMk cId="3399690121" sldId="347"/>
            <ac:picMk id="8" creationId="{84D6D134-6549-4E08-A2C5-6A30CE2B902F}"/>
          </ac:picMkLst>
        </pc:picChg>
      </pc:sldChg>
      <pc:sldChg chg="modSp add mod ord">
        <pc:chgData name="徐志嘉" userId="4f4e22b3-2ff2-4e81-a7cc-1ce68c8c1bc8" providerId="ADAL" clId="{B1A7E9A7-BCE0-436D-9DC6-13BB88633AC2}" dt="2022-04-25T01:32:33.943" v="572" actId="20577"/>
        <pc:sldMkLst>
          <pc:docMk/>
          <pc:sldMk cId="2488276579" sldId="348"/>
        </pc:sldMkLst>
        <pc:spChg chg="mod">
          <ac:chgData name="徐志嘉" userId="4f4e22b3-2ff2-4e81-a7cc-1ce68c8c1bc8" providerId="ADAL" clId="{B1A7E9A7-BCE0-436D-9DC6-13BB88633AC2}" dt="2022-04-25T01:32:33.943" v="572" actId="20577"/>
          <ac:spMkLst>
            <pc:docMk/>
            <pc:sldMk cId="2488276579" sldId="348"/>
            <ac:spMk id="4" creationId="{00000000-0000-0000-0000-000000000000}"/>
          </ac:spMkLst>
        </pc:spChg>
        <pc:spChg chg="mod">
          <ac:chgData name="徐志嘉" userId="4f4e22b3-2ff2-4e81-a7cc-1ce68c8c1bc8" providerId="ADAL" clId="{B1A7E9A7-BCE0-436D-9DC6-13BB88633AC2}" dt="2022-04-21T01:58:41.960" v="543" actId="20577"/>
          <ac:spMkLst>
            <pc:docMk/>
            <pc:sldMk cId="2488276579" sldId="348"/>
            <ac:spMk id="5" creationId="{00000000-0000-0000-0000-000000000000}"/>
          </ac:spMkLst>
        </pc:spChg>
      </pc:sldChg>
      <pc:sldChg chg="modSp add mod">
        <pc:chgData name="徐志嘉" userId="4f4e22b3-2ff2-4e81-a7cc-1ce68c8c1bc8" providerId="ADAL" clId="{B1A7E9A7-BCE0-436D-9DC6-13BB88633AC2}" dt="2022-04-25T01:33:17.422" v="591" actId="20577"/>
        <pc:sldMkLst>
          <pc:docMk/>
          <pc:sldMk cId="3567946032" sldId="349"/>
        </pc:sldMkLst>
        <pc:spChg chg="mod">
          <ac:chgData name="徐志嘉" userId="4f4e22b3-2ff2-4e81-a7cc-1ce68c8c1bc8" providerId="ADAL" clId="{B1A7E9A7-BCE0-436D-9DC6-13BB88633AC2}" dt="2022-04-25T01:33:17.422" v="591" actId="20577"/>
          <ac:spMkLst>
            <pc:docMk/>
            <pc:sldMk cId="3567946032" sldId="349"/>
            <ac:spMk id="4" creationId="{00000000-0000-0000-0000-000000000000}"/>
          </ac:spMkLst>
        </pc:spChg>
        <pc:spChg chg="mod">
          <ac:chgData name="徐志嘉" userId="4f4e22b3-2ff2-4e81-a7cc-1ce68c8c1bc8" providerId="ADAL" clId="{B1A7E9A7-BCE0-436D-9DC6-13BB88633AC2}" dt="2022-04-25T01:32:40.273" v="574" actId="20577"/>
          <ac:spMkLst>
            <pc:docMk/>
            <pc:sldMk cId="3567946032" sldId="349"/>
            <ac:spMk id="5" creationId="{00000000-0000-0000-0000-000000000000}"/>
          </ac:spMkLst>
        </pc:spChg>
      </pc:sldChg>
      <pc:sldChg chg="addSp delSp modSp new mod">
        <pc:chgData name="徐志嘉" userId="4f4e22b3-2ff2-4e81-a7cc-1ce68c8c1bc8" providerId="ADAL" clId="{B1A7E9A7-BCE0-436D-9DC6-13BB88633AC2}" dt="2022-04-25T01:39:43.732" v="688" actId="1076"/>
        <pc:sldMkLst>
          <pc:docMk/>
          <pc:sldMk cId="1520102904" sldId="350"/>
        </pc:sldMkLst>
        <pc:spChg chg="mod">
          <ac:chgData name="徐志嘉" userId="4f4e22b3-2ff2-4e81-a7cc-1ce68c8c1bc8" providerId="ADAL" clId="{B1A7E9A7-BCE0-436D-9DC6-13BB88633AC2}" dt="2022-04-25T01:38:29.247" v="683" actId="20577"/>
          <ac:spMkLst>
            <pc:docMk/>
            <pc:sldMk cId="1520102904" sldId="350"/>
            <ac:spMk id="2" creationId="{7DAB53D2-58BA-41CC-935C-F91F78EA5098}"/>
          </ac:spMkLst>
        </pc:spChg>
        <pc:spChg chg="del">
          <ac:chgData name="徐志嘉" userId="4f4e22b3-2ff2-4e81-a7cc-1ce68c8c1bc8" providerId="ADAL" clId="{B1A7E9A7-BCE0-436D-9DC6-13BB88633AC2}" dt="2022-04-25T01:37:28.678" v="648"/>
          <ac:spMkLst>
            <pc:docMk/>
            <pc:sldMk cId="1520102904" sldId="350"/>
            <ac:spMk id="3" creationId="{7F015663-D9CE-40AB-8815-9698140545FE}"/>
          </ac:spMkLst>
        </pc:spChg>
        <pc:picChg chg="add del">
          <ac:chgData name="徐志嘉" userId="4f4e22b3-2ff2-4e81-a7cc-1ce68c8c1bc8" providerId="ADAL" clId="{B1A7E9A7-BCE0-436D-9DC6-13BB88633AC2}" dt="2022-04-25T01:37:27.890" v="647" actId="21"/>
          <ac:picMkLst>
            <pc:docMk/>
            <pc:sldMk cId="1520102904" sldId="350"/>
            <ac:picMk id="5" creationId="{F3372F92-CF43-4133-8F66-A6F22F90E171}"/>
          </ac:picMkLst>
        </pc:picChg>
        <pc:picChg chg="add mod">
          <ac:chgData name="徐志嘉" userId="4f4e22b3-2ff2-4e81-a7cc-1ce68c8c1bc8" providerId="ADAL" clId="{B1A7E9A7-BCE0-436D-9DC6-13BB88633AC2}" dt="2022-04-25T01:37:28.678" v="648"/>
          <ac:picMkLst>
            <pc:docMk/>
            <pc:sldMk cId="1520102904" sldId="350"/>
            <ac:picMk id="6" creationId="{8B78C5A8-FB01-4144-860B-0B8A7EA7FA27}"/>
          </ac:picMkLst>
        </pc:picChg>
        <pc:picChg chg="add mod">
          <ac:chgData name="徐志嘉" userId="4f4e22b3-2ff2-4e81-a7cc-1ce68c8c1bc8" providerId="ADAL" clId="{B1A7E9A7-BCE0-436D-9DC6-13BB88633AC2}" dt="2022-04-25T01:39:43.732" v="688" actId="1076"/>
          <ac:picMkLst>
            <pc:docMk/>
            <pc:sldMk cId="1520102904" sldId="350"/>
            <ac:picMk id="8" creationId="{0E6C67AD-31E5-4D7E-8957-31E115280CC4}"/>
          </ac:picMkLst>
        </pc:picChg>
      </pc:sldChg>
      <pc:sldChg chg="modSp new mod">
        <pc:chgData name="徐志嘉" userId="4f4e22b3-2ff2-4e81-a7cc-1ce68c8c1bc8" providerId="ADAL" clId="{B1A7E9A7-BCE0-436D-9DC6-13BB88633AC2}" dt="2022-04-25T01:36:30.737" v="645" actId="20577"/>
        <pc:sldMkLst>
          <pc:docMk/>
          <pc:sldMk cId="2605864713" sldId="351"/>
        </pc:sldMkLst>
        <pc:spChg chg="mod">
          <ac:chgData name="徐志嘉" userId="4f4e22b3-2ff2-4e81-a7cc-1ce68c8c1bc8" providerId="ADAL" clId="{B1A7E9A7-BCE0-436D-9DC6-13BB88633AC2}" dt="2022-04-25T01:34:01.513" v="606" actId="20577"/>
          <ac:spMkLst>
            <pc:docMk/>
            <pc:sldMk cId="2605864713" sldId="351"/>
            <ac:spMk id="2" creationId="{C40E595D-6718-4314-924C-40F30C192AF0}"/>
          </ac:spMkLst>
        </pc:spChg>
        <pc:spChg chg="mod">
          <ac:chgData name="徐志嘉" userId="4f4e22b3-2ff2-4e81-a7cc-1ce68c8c1bc8" providerId="ADAL" clId="{B1A7E9A7-BCE0-436D-9DC6-13BB88633AC2}" dt="2022-04-25T01:36:30.737" v="645" actId="20577"/>
          <ac:spMkLst>
            <pc:docMk/>
            <pc:sldMk cId="2605864713" sldId="351"/>
            <ac:spMk id="3" creationId="{1FCD12AD-4903-4E6B-9C59-4F73883A246C}"/>
          </ac:spMkLst>
        </pc:spChg>
      </pc:sldChg>
      <pc:sldChg chg="addSp delSp modSp new mod modNotesTx">
        <pc:chgData name="徐志嘉" userId="4f4e22b3-2ff2-4e81-a7cc-1ce68c8c1bc8" providerId="ADAL" clId="{B1A7E9A7-BCE0-436D-9DC6-13BB88633AC2}" dt="2022-04-25T01:45:03.192" v="834" actId="20577"/>
        <pc:sldMkLst>
          <pc:docMk/>
          <pc:sldMk cId="2183033095" sldId="352"/>
        </pc:sldMkLst>
        <pc:spChg chg="mod">
          <ac:chgData name="徐志嘉" userId="4f4e22b3-2ff2-4e81-a7cc-1ce68c8c1bc8" providerId="ADAL" clId="{B1A7E9A7-BCE0-436D-9DC6-13BB88633AC2}" dt="2022-04-25T01:41:00.261" v="692" actId="20577"/>
          <ac:spMkLst>
            <pc:docMk/>
            <pc:sldMk cId="2183033095" sldId="352"/>
            <ac:spMk id="2" creationId="{FB972FD0-3A0A-425F-B7B4-AF3755E5585A}"/>
          </ac:spMkLst>
        </pc:spChg>
        <pc:spChg chg="del">
          <ac:chgData name="徐志嘉" userId="4f4e22b3-2ff2-4e81-a7cc-1ce68c8c1bc8" providerId="ADAL" clId="{B1A7E9A7-BCE0-436D-9DC6-13BB88633AC2}" dt="2022-04-25T01:40:42.907" v="689" actId="22"/>
          <ac:spMkLst>
            <pc:docMk/>
            <pc:sldMk cId="2183033095" sldId="352"/>
            <ac:spMk id="3" creationId="{92B73BD8-3138-45EB-99DF-C4EA84D7CB8B}"/>
          </ac:spMkLst>
        </pc:spChg>
        <pc:picChg chg="add mod ord">
          <ac:chgData name="徐志嘉" userId="4f4e22b3-2ff2-4e81-a7cc-1ce68c8c1bc8" providerId="ADAL" clId="{B1A7E9A7-BCE0-436D-9DC6-13BB88633AC2}" dt="2022-04-25T01:40:42.907" v="689" actId="22"/>
          <ac:picMkLst>
            <pc:docMk/>
            <pc:sldMk cId="2183033095" sldId="352"/>
            <ac:picMk id="5" creationId="{521F96A9-FB2D-4531-A0AF-5D6AE1933E41}"/>
          </ac:picMkLst>
        </pc:picChg>
        <pc:picChg chg="add mod">
          <ac:chgData name="徐志嘉" userId="4f4e22b3-2ff2-4e81-a7cc-1ce68c8c1bc8" providerId="ADAL" clId="{B1A7E9A7-BCE0-436D-9DC6-13BB88633AC2}" dt="2022-04-25T01:41:35.071" v="694" actId="1076"/>
          <ac:picMkLst>
            <pc:docMk/>
            <pc:sldMk cId="2183033095" sldId="352"/>
            <ac:picMk id="7" creationId="{63AAF273-F851-41D4-A2A2-2488C31AB83C}"/>
          </ac:picMkLst>
        </pc:picChg>
        <pc:picChg chg="add mod">
          <ac:chgData name="徐志嘉" userId="4f4e22b3-2ff2-4e81-a7cc-1ce68c8c1bc8" providerId="ADAL" clId="{B1A7E9A7-BCE0-436D-9DC6-13BB88633AC2}" dt="2022-04-25T01:41:47.451" v="696" actId="1076"/>
          <ac:picMkLst>
            <pc:docMk/>
            <pc:sldMk cId="2183033095" sldId="352"/>
            <ac:picMk id="9" creationId="{FCD10E00-278F-40B8-80D9-537C53385AD8}"/>
          </ac:picMkLst>
        </pc:picChg>
      </pc:sldChg>
      <pc:sldChg chg="addSp delSp new mod modClrScheme chgLayout">
        <pc:chgData name="徐志嘉" userId="4f4e22b3-2ff2-4e81-a7cc-1ce68c8c1bc8" providerId="ADAL" clId="{B1A7E9A7-BCE0-436D-9DC6-13BB88633AC2}" dt="2022-04-25T01:48:35.017" v="851" actId="22"/>
        <pc:sldMkLst>
          <pc:docMk/>
          <pc:sldMk cId="267837724" sldId="353"/>
        </pc:sldMkLst>
        <pc:spChg chg="del">
          <ac:chgData name="徐志嘉" userId="4f4e22b3-2ff2-4e81-a7cc-1ce68c8c1bc8" providerId="ADAL" clId="{B1A7E9A7-BCE0-436D-9DC6-13BB88633AC2}" dt="2022-04-25T01:48:34.573" v="850" actId="700"/>
          <ac:spMkLst>
            <pc:docMk/>
            <pc:sldMk cId="267837724" sldId="353"/>
            <ac:spMk id="2" creationId="{E5DCE8BE-EC32-4A4D-9C4F-51002CDB2092}"/>
          </ac:spMkLst>
        </pc:spChg>
        <pc:spChg chg="del">
          <ac:chgData name="徐志嘉" userId="4f4e22b3-2ff2-4e81-a7cc-1ce68c8c1bc8" providerId="ADAL" clId="{B1A7E9A7-BCE0-436D-9DC6-13BB88633AC2}" dt="2022-04-25T01:48:34.573" v="850" actId="700"/>
          <ac:spMkLst>
            <pc:docMk/>
            <pc:sldMk cId="267837724" sldId="353"/>
            <ac:spMk id="3" creationId="{D0E12650-763B-441D-9C10-54F698D5CEEA}"/>
          </ac:spMkLst>
        </pc:spChg>
        <pc:picChg chg="add">
          <ac:chgData name="徐志嘉" userId="4f4e22b3-2ff2-4e81-a7cc-1ce68c8c1bc8" providerId="ADAL" clId="{B1A7E9A7-BCE0-436D-9DC6-13BB88633AC2}" dt="2022-04-25T01:48:35.017" v="851" actId="22"/>
          <ac:picMkLst>
            <pc:docMk/>
            <pc:sldMk cId="267837724" sldId="353"/>
            <ac:picMk id="5" creationId="{4D2A6069-6383-4BFA-BE95-11BED4641FFA}"/>
          </ac:picMkLst>
        </pc:picChg>
      </pc:sldChg>
      <pc:sldChg chg="addSp delSp modSp new del mod">
        <pc:chgData name="徐志嘉" userId="4f4e22b3-2ff2-4e81-a7cc-1ce68c8c1bc8" providerId="ADAL" clId="{B1A7E9A7-BCE0-436D-9DC6-13BB88633AC2}" dt="2022-04-25T01:48:04.912" v="848" actId="47"/>
        <pc:sldMkLst>
          <pc:docMk/>
          <pc:sldMk cId="3901284231" sldId="353"/>
        </pc:sldMkLst>
        <pc:spChg chg="mod">
          <ac:chgData name="徐志嘉" userId="4f4e22b3-2ff2-4e81-a7cc-1ce68c8c1bc8" providerId="ADAL" clId="{B1A7E9A7-BCE0-436D-9DC6-13BB88633AC2}" dt="2022-04-25T01:47:22.842" v="847" actId="20577"/>
          <ac:spMkLst>
            <pc:docMk/>
            <pc:sldMk cId="3901284231" sldId="353"/>
            <ac:spMk id="2" creationId="{2FD28986-8CDC-469D-8B53-F5CC75DA9B19}"/>
          </ac:spMkLst>
        </pc:spChg>
        <pc:spChg chg="del">
          <ac:chgData name="徐志嘉" userId="4f4e22b3-2ff2-4e81-a7cc-1ce68c8c1bc8" providerId="ADAL" clId="{B1A7E9A7-BCE0-436D-9DC6-13BB88633AC2}" dt="2022-04-25T01:46:13.050" v="836" actId="22"/>
          <ac:spMkLst>
            <pc:docMk/>
            <pc:sldMk cId="3901284231" sldId="353"/>
            <ac:spMk id="3" creationId="{A16BEA11-533D-4ED6-8076-6725CA46122F}"/>
          </ac:spMkLst>
        </pc:spChg>
        <pc:picChg chg="add mod ord">
          <ac:chgData name="徐志嘉" userId="4f4e22b3-2ff2-4e81-a7cc-1ce68c8c1bc8" providerId="ADAL" clId="{B1A7E9A7-BCE0-436D-9DC6-13BB88633AC2}" dt="2022-04-25T01:47:11.667" v="845" actId="1076"/>
          <ac:picMkLst>
            <pc:docMk/>
            <pc:sldMk cId="3901284231" sldId="353"/>
            <ac:picMk id="5" creationId="{157B23E8-07DE-46A4-B274-DF5F260326FF}"/>
          </ac:picMkLst>
        </pc:picChg>
        <pc:picChg chg="add mod">
          <ac:chgData name="徐志嘉" userId="4f4e22b3-2ff2-4e81-a7cc-1ce68c8c1bc8" providerId="ADAL" clId="{B1A7E9A7-BCE0-436D-9DC6-13BB88633AC2}" dt="2022-04-25T01:46:50.708" v="841" actId="1076"/>
          <ac:picMkLst>
            <pc:docMk/>
            <pc:sldMk cId="3901284231" sldId="353"/>
            <ac:picMk id="7" creationId="{0F34D833-E951-4F7A-9120-544DDAC3DE21}"/>
          </ac:picMkLst>
        </pc:picChg>
        <pc:picChg chg="add mod">
          <ac:chgData name="徐志嘉" userId="4f4e22b3-2ff2-4e81-a7cc-1ce68c8c1bc8" providerId="ADAL" clId="{B1A7E9A7-BCE0-436D-9DC6-13BB88633AC2}" dt="2022-04-25T01:47:14.950" v="846" actId="1076"/>
          <ac:picMkLst>
            <pc:docMk/>
            <pc:sldMk cId="3901284231" sldId="353"/>
            <ac:picMk id="9" creationId="{FF71E6F3-9E64-4EA1-842F-B41EDB642F3C}"/>
          </ac:picMkLst>
        </pc:picChg>
      </pc:sldChg>
      <pc:sldChg chg="addSp modSp new mod modClrScheme chgLayout">
        <pc:chgData name="徐志嘉" userId="4f4e22b3-2ff2-4e81-a7cc-1ce68c8c1bc8" providerId="ADAL" clId="{B1A7E9A7-BCE0-436D-9DC6-13BB88633AC2}" dt="2022-04-25T01:52:44.250" v="963" actId="1076"/>
        <pc:sldMkLst>
          <pc:docMk/>
          <pc:sldMk cId="3323117989" sldId="354"/>
        </pc:sldMkLst>
        <pc:spChg chg="add mod">
          <ac:chgData name="徐志嘉" userId="4f4e22b3-2ff2-4e81-a7cc-1ce68c8c1bc8" providerId="ADAL" clId="{B1A7E9A7-BCE0-436D-9DC6-13BB88633AC2}" dt="2022-04-25T01:52:10.298" v="959" actId="6549"/>
          <ac:spMkLst>
            <pc:docMk/>
            <pc:sldMk cId="3323117989" sldId="354"/>
            <ac:spMk id="2" creationId="{2CA78AEF-2779-440F-B912-A2940517DE28}"/>
          </ac:spMkLst>
        </pc:spChg>
        <pc:spChg chg="add mod">
          <ac:chgData name="徐志嘉" userId="4f4e22b3-2ff2-4e81-a7cc-1ce68c8c1bc8" providerId="ADAL" clId="{B1A7E9A7-BCE0-436D-9DC6-13BB88633AC2}" dt="2022-04-25T01:51:55.597" v="953" actId="20577"/>
          <ac:spMkLst>
            <pc:docMk/>
            <pc:sldMk cId="3323117989" sldId="354"/>
            <ac:spMk id="3" creationId="{AA9242B5-79AB-457A-BFAE-3B39AB35B10C}"/>
          </ac:spMkLst>
        </pc:spChg>
        <pc:picChg chg="add mod">
          <ac:chgData name="徐志嘉" userId="4f4e22b3-2ff2-4e81-a7cc-1ce68c8c1bc8" providerId="ADAL" clId="{B1A7E9A7-BCE0-436D-9DC6-13BB88633AC2}" dt="2022-04-25T01:52:44.250" v="963" actId="1076"/>
          <ac:picMkLst>
            <pc:docMk/>
            <pc:sldMk cId="3323117989" sldId="354"/>
            <ac:picMk id="5" creationId="{3F2E5667-2B47-47E3-AD91-EE9950918FD3}"/>
          </ac:picMkLst>
        </pc:picChg>
      </pc:sldChg>
      <pc:sldChg chg="addSp delSp modSp new mod modClrScheme chgLayout">
        <pc:chgData name="徐志嘉" userId="4f4e22b3-2ff2-4e81-a7cc-1ce68c8c1bc8" providerId="ADAL" clId="{B1A7E9A7-BCE0-436D-9DC6-13BB88633AC2}" dt="2022-04-28T02:45:37.238" v="990" actId="1076"/>
        <pc:sldMkLst>
          <pc:docMk/>
          <pc:sldMk cId="576715488" sldId="355"/>
        </pc:sldMkLst>
        <pc:spChg chg="add del">
          <ac:chgData name="徐志嘉" userId="4f4e22b3-2ff2-4e81-a7cc-1ce68c8c1bc8" providerId="ADAL" clId="{B1A7E9A7-BCE0-436D-9DC6-13BB88633AC2}" dt="2022-04-28T02:37:45.702" v="983" actId="700"/>
          <ac:spMkLst>
            <pc:docMk/>
            <pc:sldMk cId="576715488" sldId="355"/>
            <ac:spMk id="2" creationId="{EA7A06E4-D682-42C7-9A82-85CF1EDF6481}"/>
          </ac:spMkLst>
        </pc:spChg>
        <pc:spChg chg="del">
          <ac:chgData name="徐志嘉" userId="4f4e22b3-2ff2-4e81-a7cc-1ce68c8c1bc8" providerId="ADAL" clId="{B1A7E9A7-BCE0-436D-9DC6-13BB88633AC2}" dt="2022-04-28T02:37:24.677" v="980"/>
          <ac:spMkLst>
            <pc:docMk/>
            <pc:sldMk cId="576715488" sldId="355"/>
            <ac:spMk id="3" creationId="{EEA69A3C-9011-4590-A879-833084315AA0}"/>
          </ac:spMkLst>
        </pc:spChg>
        <pc:picChg chg="add del">
          <ac:chgData name="徐志嘉" userId="4f4e22b3-2ff2-4e81-a7cc-1ce68c8c1bc8" providerId="ADAL" clId="{B1A7E9A7-BCE0-436D-9DC6-13BB88633AC2}" dt="2022-04-28T02:37:23.308" v="979"/>
          <ac:picMkLst>
            <pc:docMk/>
            <pc:sldMk cId="576715488" sldId="355"/>
            <ac:picMk id="1026" creationId="{3230D11D-6E5C-4EF7-B35F-C4DB1E740165}"/>
          </ac:picMkLst>
        </pc:picChg>
        <pc:picChg chg="add mod ord">
          <ac:chgData name="徐志嘉" userId="4f4e22b3-2ff2-4e81-a7cc-1ce68c8c1bc8" providerId="ADAL" clId="{B1A7E9A7-BCE0-436D-9DC6-13BB88633AC2}" dt="2022-04-28T02:45:22.713" v="986" actId="1076"/>
          <ac:picMkLst>
            <pc:docMk/>
            <pc:sldMk cId="576715488" sldId="355"/>
            <ac:picMk id="1028" creationId="{BBBB071E-81D6-435C-8076-4785A9DD6046}"/>
          </ac:picMkLst>
        </pc:picChg>
        <pc:picChg chg="add del">
          <ac:chgData name="徐志嘉" userId="4f4e22b3-2ff2-4e81-a7cc-1ce68c8c1bc8" providerId="ADAL" clId="{B1A7E9A7-BCE0-436D-9DC6-13BB88633AC2}" dt="2022-04-28T02:37:51.798" v="985"/>
          <ac:picMkLst>
            <pc:docMk/>
            <pc:sldMk cId="576715488" sldId="355"/>
            <ac:picMk id="1030" creationId="{15D71509-55D8-4332-95A7-2062EC4425EC}"/>
          </ac:picMkLst>
        </pc:picChg>
        <pc:picChg chg="add mod">
          <ac:chgData name="徐志嘉" userId="4f4e22b3-2ff2-4e81-a7cc-1ce68c8c1bc8" providerId="ADAL" clId="{B1A7E9A7-BCE0-436D-9DC6-13BB88633AC2}" dt="2022-04-28T02:45:25.728" v="988" actId="1076"/>
          <ac:picMkLst>
            <pc:docMk/>
            <pc:sldMk cId="576715488" sldId="355"/>
            <ac:picMk id="1032" creationId="{A2E69E57-52F6-426C-BD9D-4EC53193ED4A}"/>
          </ac:picMkLst>
        </pc:picChg>
        <pc:picChg chg="add mod">
          <ac:chgData name="徐志嘉" userId="4f4e22b3-2ff2-4e81-a7cc-1ce68c8c1bc8" providerId="ADAL" clId="{B1A7E9A7-BCE0-436D-9DC6-13BB88633AC2}" dt="2022-04-28T02:45:37.238" v="990" actId="1076"/>
          <ac:picMkLst>
            <pc:docMk/>
            <pc:sldMk cId="576715488" sldId="355"/>
            <ac:picMk id="1034" creationId="{F08EE479-760A-457E-BEE3-C1D1D34E72E0}"/>
          </ac:picMkLst>
        </pc:picChg>
      </pc:sldChg>
      <pc:sldChg chg="modSp add mod">
        <pc:chgData name="徐志嘉" userId="4f4e22b3-2ff2-4e81-a7cc-1ce68c8c1bc8" providerId="ADAL" clId="{B1A7E9A7-BCE0-436D-9DC6-13BB88633AC2}" dt="2022-04-28T02:34:33.200" v="977" actId="20577"/>
        <pc:sldMkLst>
          <pc:docMk/>
          <pc:sldMk cId="2652079648" sldId="356"/>
        </pc:sldMkLst>
        <pc:spChg chg="mod">
          <ac:chgData name="徐志嘉" userId="4f4e22b3-2ff2-4e81-a7cc-1ce68c8c1bc8" providerId="ADAL" clId="{B1A7E9A7-BCE0-436D-9DC6-13BB88633AC2}" dt="2022-04-28T02:34:33.200" v="977" actId="20577"/>
          <ac:spMkLst>
            <pc:docMk/>
            <pc:sldMk cId="2652079648" sldId="356"/>
            <ac:spMk id="4" creationId="{00000000-0000-0000-0000-000000000000}"/>
          </ac:spMkLst>
        </pc:spChg>
        <pc:spChg chg="mod">
          <ac:chgData name="徐志嘉" userId="4f4e22b3-2ff2-4e81-a7cc-1ce68c8c1bc8" providerId="ADAL" clId="{B1A7E9A7-BCE0-436D-9DC6-13BB88633AC2}" dt="2022-04-28T02:34:20.609" v="967" actId="20577"/>
          <ac:spMkLst>
            <pc:docMk/>
            <pc:sldMk cId="2652079648" sldId="356"/>
            <ac:spMk id="5" creationId="{00000000-0000-0000-0000-000000000000}"/>
          </ac:spMkLst>
        </pc:spChg>
      </pc:sldChg>
      <pc:sldChg chg="addSp new">
        <pc:chgData name="徐志嘉" userId="4f4e22b3-2ff2-4e81-a7cc-1ce68c8c1bc8" providerId="ADAL" clId="{B1A7E9A7-BCE0-436D-9DC6-13BB88633AC2}" dt="2022-04-28T02:46:03.408" v="992"/>
        <pc:sldMkLst>
          <pc:docMk/>
          <pc:sldMk cId="1798013747" sldId="357"/>
        </pc:sldMkLst>
        <pc:picChg chg="add">
          <ac:chgData name="徐志嘉" userId="4f4e22b3-2ff2-4e81-a7cc-1ce68c8c1bc8" providerId="ADAL" clId="{B1A7E9A7-BCE0-436D-9DC6-13BB88633AC2}" dt="2022-04-28T02:46:03.408" v="992"/>
          <ac:picMkLst>
            <pc:docMk/>
            <pc:sldMk cId="1798013747" sldId="357"/>
            <ac:picMk id="2050" creationId="{155414DD-92DC-4CC9-B45A-66ABFD6E97B9}"/>
          </ac:picMkLst>
        </pc:picChg>
      </pc:sldChg>
      <pc:sldChg chg="addSp modSp new mod">
        <pc:chgData name="徐志嘉" userId="4f4e22b3-2ff2-4e81-a7cc-1ce68c8c1bc8" providerId="ADAL" clId="{B1A7E9A7-BCE0-436D-9DC6-13BB88633AC2}" dt="2022-04-28T02:47:18.311" v="1004" actId="1076"/>
        <pc:sldMkLst>
          <pc:docMk/>
          <pc:sldMk cId="2534581942" sldId="358"/>
        </pc:sldMkLst>
        <pc:picChg chg="add mod">
          <ac:chgData name="徐志嘉" userId="4f4e22b3-2ff2-4e81-a7cc-1ce68c8c1bc8" providerId="ADAL" clId="{B1A7E9A7-BCE0-436D-9DC6-13BB88633AC2}" dt="2022-04-28T02:47:16.868" v="1003" actId="1076"/>
          <ac:picMkLst>
            <pc:docMk/>
            <pc:sldMk cId="2534581942" sldId="358"/>
            <ac:picMk id="3" creationId="{A302AE68-7667-4BF9-88C5-B5E2BCD490D1}"/>
          </ac:picMkLst>
        </pc:picChg>
        <pc:picChg chg="add mod">
          <ac:chgData name="徐志嘉" userId="4f4e22b3-2ff2-4e81-a7cc-1ce68c8c1bc8" providerId="ADAL" clId="{B1A7E9A7-BCE0-436D-9DC6-13BB88633AC2}" dt="2022-04-28T02:47:18.311" v="1004" actId="1076"/>
          <ac:picMkLst>
            <pc:docMk/>
            <pc:sldMk cId="2534581942" sldId="358"/>
            <ac:picMk id="5" creationId="{CF43E116-A5D4-4BE2-9C0E-D8706AE4103B}"/>
          </ac:picMkLst>
        </pc:picChg>
      </pc:sldChg>
    </pc:docChg>
  </pc:docChgLst>
  <pc:docChgLst>
    <pc:chgData name="徐志嘉" userId="4f4e22b3-2ff2-4e81-a7cc-1ce68c8c1bc8" providerId="ADAL" clId="{3ED00F73-47A8-41C4-AB62-B0F1B29A58A1}"/>
    <pc:docChg chg="undo redo custSel modSld">
      <pc:chgData name="徐志嘉" userId="4f4e22b3-2ff2-4e81-a7cc-1ce68c8c1bc8" providerId="ADAL" clId="{3ED00F73-47A8-41C4-AB62-B0F1B29A58A1}" dt="2021-12-13T14:41:50.628" v="101" actId="20577"/>
      <pc:docMkLst>
        <pc:docMk/>
      </pc:docMkLst>
      <pc:sldChg chg="modSp mod modClrScheme chgLayout">
        <pc:chgData name="徐志嘉" userId="4f4e22b3-2ff2-4e81-a7cc-1ce68c8c1bc8" providerId="ADAL" clId="{3ED00F73-47A8-41C4-AB62-B0F1B29A58A1}" dt="2021-12-13T14:41:50.628" v="101" actId="20577"/>
        <pc:sldMkLst>
          <pc:docMk/>
          <pc:sldMk cId="2874967755" sldId="275"/>
        </pc:sldMkLst>
        <pc:spChg chg="mod ord">
          <ac:chgData name="徐志嘉" userId="4f4e22b3-2ff2-4e81-a7cc-1ce68c8c1bc8" providerId="ADAL" clId="{3ED00F73-47A8-41C4-AB62-B0F1B29A58A1}" dt="2021-12-13T14:41:46.547" v="100" actId="20577"/>
          <ac:spMkLst>
            <pc:docMk/>
            <pc:sldMk cId="2874967755" sldId="275"/>
            <ac:spMk id="4" creationId="{00000000-0000-0000-0000-000000000000}"/>
          </ac:spMkLst>
        </pc:spChg>
        <pc:spChg chg="mod ord">
          <ac:chgData name="徐志嘉" userId="4f4e22b3-2ff2-4e81-a7cc-1ce68c8c1bc8" providerId="ADAL" clId="{3ED00F73-47A8-41C4-AB62-B0F1B29A58A1}" dt="2021-12-13T14:41:50.628" v="101" actId="20577"/>
          <ac:spMkLst>
            <pc:docMk/>
            <pc:sldMk cId="2874967755" sldId="275"/>
            <ac:spMk id="5" creationId="{00000000-0000-0000-0000-000000000000}"/>
          </ac:spMkLst>
        </pc:spChg>
      </pc:sldChg>
    </pc:docChg>
  </pc:docChgLst>
  <pc:docChgLst>
    <pc:chgData name="徐志嘉" userId="4f4e22b3-2ff2-4e81-a7cc-1ce68c8c1bc8" providerId="ADAL" clId="{8FE5560E-E352-4DEE-8EBA-694459070AD4}"/>
    <pc:docChg chg="undo redo custSel addSld delSld modSld sldOrd modMainMaster">
      <pc:chgData name="徐志嘉" userId="4f4e22b3-2ff2-4e81-a7cc-1ce68c8c1bc8" providerId="ADAL" clId="{8FE5560E-E352-4DEE-8EBA-694459070AD4}" dt="2023-03-09T08:23:53.777" v="6932"/>
      <pc:docMkLst>
        <pc:docMk/>
      </pc:docMkLst>
      <pc:sldChg chg="add del">
        <pc:chgData name="徐志嘉" userId="4f4e22b3-2ff2-4e81-a7cc-1ce68c8c1bc8" providerId="ADAL" clId="{8FE5560E-E352-4DEE-8EBA-694459070AD4}" dt="2023-03-07T07:26:03.588" v="778" actId="47"/>
        <pc:sldMkLst>
          <pc:docMk/>
          <pc:sldMk cId="3524915286" sldId="267"/>
        </pc:sldMkLst>
      </pc:sldChg>
      <pc:sldChg chg="addSp delSp modSp add del mod">
        <pc:chgData name="徐志嘉" userId="4f4e22b3-2ff2-4e81-a7cc-1ce68c8c1bc8" providerId="ADAL" clId="{8FE5560E-E352-4DEE-8EBA-694459070AD4}" dt="2023-03-07T06:52:02.765" v="376" actId="20577"/>
        <pc:sldMkLst>
          <pc:docMk/>
          <pc:sldMk cId="875176709" sldId="271"/>
        </pc:sldMkLst>
        <pc:spChg chg="add mod">
          <ac:chgData name="徐志嘉" userId="4f4e22b3-2ff2-4e81-a7cc-1ce68c8c1bc8" providerId="ADAL" clId="{8FE5560E-E352-4DEE-8EBA-694459070AD4}" dt="2023-03-07T06:52:02.765" v="376" actId="20577"/>
          <ac:spMkLst>
            <pc:docMk/>
            <pc:sldMk cId="875176709" sldId="271"/>
            <ac:spMk id="9" creationId="{C146844B-ED9B-B3EE-4FCB-2C08D76779A5}"/>
          </ac:spMkLst>
        </pc:spChg>
        <pc:spChg chg="mod topLvl">
          <ac:chgData name="徐志嘉" userId="4f4e22b3-2ff2-4e81-a7cc-1ce68c8c1bc8" providerId="ADAL" clId="{8FE5560E-E352-4DEE-8EBA-694459070AD4}" dt="2023-03-07T06:51:03.814" v="351" actId="165"/>
          <ac:spMkLst>
            <pc:docMk/>
            <pc:sldMk cId="875176709" sldId="271"/>
            <ac:spMk id="13" creationId="{5CB25454-F0A5-4BEA-ADAC-151C92E29566}"/>
          </ac:spMkLst>
        </pc:spChg>
        <pc:grpChg chg="del">
          <ac:chgData name="徐志嘉" userId="4f4e22b3-2ff2-4e81-a7cc-1ce68c8c1bc8" providerId="ADAL" clId="{8FE5560E-E352-4DEE-8EBA-694459070AD4}" dt="2023-03-07T06:51:03.814" v="351" actId="165"/>
          <ac:grpSpMkLst>
            <pc:docMk/>
            <pc:sldMk cId="875176709" sldId="271"/>
            <ac:grpSpMk id="18" creationId="{CFC06307-99F6-4BEF-B751-1A282F62023C}"/>
          </ac:grpSpMkLst>
        </pc:grpChg>
        <pc:picChg chg="add mod">
          <ac:chgData name="徐志嘉" userId="4f4e22b3-2ff2-4e81-a7cc-1ce68c8c1bc8" providerId="ADAL" clId="{8FE5560E-E352-4DEE-8EBA-694459070AD4}" dt="2023-03-07T06:51:19.418" v="354" actId="1076"/>
          <ac:picMkLst>
            <pc:docMk/>
            <pc:sldMk cId="875176709" sldId="271"/>
            <ac:picMk id="5" creationId="{21E0F71A-E679-6583-91F9-0C805813A9C4}"/>
          </ac:picMkLst>
        </pc:picChg>
        <pc:picChg chg="del mod topLvl">
          <ac:chgData name="徐志嘉" userId="4f4e22b3-2ff2-4e81-a7cc-1ce68c8c1bc8" providerId="ADAL" clId="{8FE5560E-E352-4DEE-8EBA-694459070AD4}" dt="2023-03-07T06:51:23.725" v="355" actId="478"/>
          <ac:picMkLst>
            <pc:docMk/>
            <pc:sldMk cId="875176709" sldId="271"/>
            <ac:picMk id="6" creationId="{A9327FCB-8A1C-4F7C-8158-6C621CFC1483}"/>
          </ac:picMkLst>
        </pc:picChg>
        <pc:picChg chg="add mod">
          <ac:chgData name="徐志嘉" userId="4f4e22b3-2ff2-4e81-a7cc-1ce68c8c1bc8" providerId="ADAL" clId="{8FE5560E-E352-4DEE-8EBA-694459070AD4}" dt="2023-03-07T06:51:29.584" v="357" actId="1076"/>
          <ac:picMkLst>
            <pc:docMk/>
            <pc:sldMk cId="875176709" sldId="271"/>
            <ac:picMk id="7" creationId="{E1F0BE1D-32AF-B579-44E9-2EF2830D09EE}"/>
          </ac:picMkLst>
        </pc:picChg>
        <pc:picChg chg="del mod topLvl">
          <ac:chgData name="徐志嘉" userId="4f4e22b3-2ff2-4e81-a7cc-1ce68c8c1bc8" providerId="ADAL" clId="{8FE5560E-E352-4DEE-8EBA-694459070AD4}" dt="2023-03-07T06:51:11.598" v="352" actId="478"/>
          <ac:picMkLst>
            <pc:docMk/>
            <pc:sldMk cId="875176709" sldId="271"/>
            <ac:picMk id="8" creationId="{1F6F1539-432D-4A8F-9089-E3D7E13536E5}"/>
          </ac:picMkLst>
        </pc:picChg>
        <pc:cxnChg chg="mod topLvl">
          <ac:chgData name="徐志嘉" userId="4f4e22b3-2ff2-4e81-a7cc-1ce68c8c1bc8" providerId="ADAL" clId="{8FE5560E-E352-4DEE-8EBA-694459070AD4}" dt="2023-03-07T06:51:03.814" v="351" actId="165"/>
          <ac:cxnSpMkLst>
            <pc:docMk/>
            <pc:sldMk cId="875176709" sldId="271"/>
            <ac:cxnSpMk id="10" creationId="{BA13496A-C989-472E-98A8-0563C76278E8}"/>
          </ac:cxnSpMkLst>
        </pc:cxnChg>
      </pc:sldChg>
      <pc:sldChg chg="modSp add del mod modShow">
        <pc:chgData name="徐志嘉" userId="4f4e22b3-2ff2-4e81-a7cc-1ce68c8c1bc8" providerId="ADAL" clId="{8FE5560E-E352-4DEE-8EBA-694459070AD4}" dt="2023-03-07T08:56:18.670" v="1831" actId="729"/>
        <pc:sldMkLst>
          <pc:docMk/>
          <pc:sldMk cId="3606242411" sldId="272"/>
        </pc:sldMkLst>
        <pc:spChg chg="mod">
          <ac:chgData name="徐志嘉" userId="4f4e22b3-2ff2-4e81-a7cc-1ce68c8c1bc8" providerId="ADAL" clId="{8FE5560E-E352-4DEE-8EBA-694459070AD4}" dt="2023-03-07T08:45:48.057" v="1825" actId="11530"/>
          <ac:spMkLst>
            <pc:docMk/>
            <pc:sldMk cId="3606242411" sldId="272"/>
            <ac:spMk id="23" creationId="{D60E1040-272A-450E-A1ED-AC65261DC7DD}"/>
          </ac:spMkLst>
        </pc:spChg>
      </pc:sldChg>
      <pc:sldChg chg="modSp add del mod modShow">
        <pc:chgData name="徐志嘉" userId="4f4e22b3-2ff2-4e81-a7cc-1ce68c8c1bc8" providerId="ADAL" clId="{8FE5560E-E352-4DEE-8EBA-694459070AD4}" dt="2023-03-07T08:56:18.670" v="1831" actId="729"/>
        <pc:sldMkLst>
          <pc:docMk/>
          <pc:sldMk cId="1678320007" sldId="274"/>
        </pc:sldMkLst>
        <pc:spChg chg="mod">
          <ac:chgData name="徐志嘉" userId="4f4e22b3-2ff2-4e81-a7cc-1ce68c8c1bc8" providerId="ADAL" clId="{8FE5560E-E352-4DEE-8EBA-694459070AD4}" dt="2023-03-07T06:45:08.541" v="349" actId="20577"/>
          <ac:spMkLst>
            <pc:docMk/>
            <pc:sldMk cId="1678320007" sldId="274"/>
            <ac:spMk id="3" creationId="{DB2943F5-AC6C-4835-B23C-04AC289987AB}"/>
          </ac:spMkLst>
        </pc:spChg>
      </pc:sldChg>
      <pc:sldChg chg="modSp mod">
        <pc:chgData name="徐志嘉" userId="4f4e22b3-2ff2-4e81-a7cc-1ce68c8c1bc8" providerId="ADAL" clId="{8FE5560E-E352-4DEE-8EBA-694459070AD4}" dt="2023-03-09T03:07:55.406" v="5127" actId="20577"/>
        <pc:sldMkLst>
          <pc:docMk/>
          <pc:sldMk cId="2698383243" sldId="331"/>
        </pc:sldMkLst>
        <pc:spChg chg="mod">
          <ac:chgData name="徐志嘉" userId="4f4e22b3-2ff2-4e81-a7cc-1ce68c8c1bc8" providerId="ADAL" clId="{8FE5560E-E352-4DEE-8EBA-694459070AD4}" dt="2023-03-09T03:07:55.406" v="5127" actId="20577"/>
          <ac:spMkLst>
            <pc:docMk/>
            <pc:sldMk cId="2698383243" sldId="331"/>
            <ac:spMk id="4" creationId="{00000000-0000-0000-0000-000000000000}"/>
          </ac:spMkLst>
        </pc:spChg>
        <pc:spChg chg="mod">
          <ac:chgData name="徐志嘉" userId="4f4e22b3-2ff2-4e81-a7cc-1ce68c8c1bc8" providerId="ADAL" clId="{8FE5560E-E352-4DEE-8EBA-694459070AD4}" dt="2023-03-07T05:46:15.884" v="9" actId="20577"/>
          <ac:spMkLst>
            <pc:docMk/>
            <pc:sldMk cId="2698383243" sldId="331"/>
            <ac:spMk id="5" creationId="{00000000-0000-0000-0000-000000000000}"/>
          </ac:spMkLst>
        </pc:spChg>
      </pc:sldChg>
      <pc:sldChg chg="modSp new mod">
        <pc:chgData name="徐志嘉" userId="4f4e22b3-2ff2-4e81-a7cc-1ce68c8c1bc8" providerId="ADAL" clId="{8FE5560E-E352-4DEE-8EBA-694459070AD4}" dt="2023-03-07T06:35:55.262" v="266" actId="20577"/>
        <pc:sldMkLst>
          <pc:docMk/>
          <pc:sldMk cId="3898483853" sldId="332"/>
        </pc:sldMkLst>
        <pc:spChg chg="mod">
          <ac:chgData name="徐志嘉" userId="4f4e22b3-2ff2-4e81-a7cc-1ce68c8c1bc8" providerId="ADAL" clId="{8FE5560E-E352-4DEE-8EBA-694459070AD4}" dt="2023-03-07T06:03:03.331" v="117" actId="20577"/>
          <ac:spMkLst>
            <pc:docMk/>
            <pc:sldMk cId="3898483853" sldId="332"/>
            <ac:spMk id="2" creationId="{9BDC99D8-7A8C-FB77-7056-7F0FFC5BCF17}"/>
          </ac:spMkLst>
        </pc:spChg>
        <pc:spChg chg="mod">
          <ac:chgData name="徐志嘉" userId="4f4e22b3-2ff2-4e81-a7cc-1ce68c8c1bc8" providerId="ADAL" clId="{8FE5560E-E352-4DEE-8EBA-694459070AD4}" dt="2023-03-07T06:35:55.262" v="266" actId="20577"/>
          <ac:spMkLst>
            <pc:docMk/>
            <pc:sldMk cId="3898483853" sldId="332"/>
            <ac:spMk id="3" creationId="{E0F37168-329F-C8A0-4262-5F8D77239542}"/>
          </ac:spMkLst>
        </pc:spChg>
      </pc:sldChg>
      <pc:sldChg chg="addSp delSp modSp new del mod modClrScheme chgLayout">
        <pc:chgData name="徐志嘉" userId="4f4e22b3-2ff2-4e81-a7cc-1ce68c8c1bc8" providerId="ADAL" clId="{8FE5560E-E352-4DEE-8EBA-694459070AD4}" dt="2023-03-07T06:29:33.715" v="177" actId="47"/>
        <pc:sldMkLst>
          <pc:docMk/>
          <pc:sldMk cId="551223806" sldId="333"/>
        </pc:sldMkLst>
        <pc:spChg chg="del mod ord">
          <ac:chgData name="徐志嘉" userId="4f4e22b3-2ff2-4e81-a7cc-1ce68c8c1bc8" providerId="ADAL" clId="{8FE5560E-E352-4DEE-8EBA-694459070AD4}" dt="2023-03-07T06:26:44.757" v="135" actId="700"/>
          <ac:spMkLst>
            <pc:docMk/>
            <pc:sldMk cId="551223806" sldId="333"/>
            <ac:spMk id="2" creationId="{1F454DA9-9BB9-79E5-F802-19EB0855B188}"/>
          </ac:spMkLst>
        </pc:spChg>
        <pc:spChg chg="del mod ord">
          <ac:chgData name="徐志嘉" userId="4f4e22b3-2ff2-4e81-a7cc-1ce68c8c1bc8" providerId="ADAL" clId="{8FE5560E-E352-4DEE-8EBA-694459070AD4}" dt="2023-03-07T06:26:44.757" v="135" actId="700"/>
          <ac:spMkLst>
            <pc:docMk/>
            <pc:sldMk cId="551223806" sldId="333"/>
            <ac:spMk id="3" creationId="{6DC4041F-4863-FB28-564E-7828E7C15772}"/>
          </ac:spMkLst>
        </pc:spChg>
        <pc:spChg chg="add mod ord">
          <ac:chgData name="徐志嘉" userId="4f4e22b3-2ff2-4e81-a7cc-1ce68c8c1bc8" providerId="ADAL" clId="{8FE5560E-E352-4DEE-8EBA-694459070AD4}" dt="2023-03-07T06:26:49.717" v="137" actId="27636"/>
          <ac:spMkLst>
            <pc:docMk/>
            <pc:sldMk cId="551223806" sldId="333"/>
            <ac:spMk id="4" creationId="{E4D88A4C-9D92-4281-AFFC-126A069FA739}"/>
          </ac:spMkLst>
        </pc:spChg>
        <pc:spChg chg="add mod ord">
          <ac:chgData name="徐志嘉" userId="4f4e22b3-2ff2-4e81-a7cc-1ce68c8c1bc8" providerId="ADAL" clId="{8FE5560E-E352-4DEE-8EBA-694459070AD4}" dt="2023-03-07T06:26:44.757" v="135" actId="700"/>
          <ac:spMkLst>
            <pc:docMk/>
            <pc:sldMk cId="551223806" sldId="333"/>
            <ac:spMk id="5" creationId="{40B1DC3E-4D9A-C4B5-2D5F-3EF457B2ECD6}"/>
          </ac:spMkLst>
        </pc:spChg>
      </pc:sldChg>
      <pc:sldChg chg="modSp new del mod">
        <pc:chgData name="徐志嘉" userId="4f4e22b3-2ff2-4e81-a7cc-1ce68c8c1bc8" providerId="ADAL" clId="{8FE5560E-E352-4DEE-8EBA-694459070AD4}" dt="2023-03-09T06:01:23.344" v="5233" actId="47"/>
        <pc:sldMkLst>
          <pc:docMk/>
          <pc:sldMk cId="1554677152" sldId="334"/>
        </pc:sldMkLst>
        <pc:spChg chg="mod">
          <ac:chgData name="徐志嘉" userId="4f4e22b3-2ff2-4e81-a7cc-1ce68c8c1bc8" providerId="ADAL" clId="{8FE5560E-E352-4DEE-8EBA-694459070AD4}" dt="2023-03-07T07:01:13.813" v="423" actId="20577"/>
          <ac:spMkLst>
            <pc:docMk/>
            <pc:sldMk cId="1554677152" sldId="334"/>
            <ac:spMk id="2" creationId="{0769B628-8BE9-815A-FFD6-086093DE3236}"/>
          </ac:spMkLst>
        </pc:spChg>
        <pc:spChg chg="mod">
          <ac:chgData name="徐志嘉" userId="4f4e22b3-2ff2-4e81-a7cc-1ce68c8c1bc8" providerId="ADAL" clId="{8FE5560E-E352-4DEE-8EBA-694459070AD4}" dt="2023-03-09T02:01:00.205" v="5088" actId="20577"/>
          <ac:spMkLst>
            <pc:docMk/>
            <pc:sldMk cId="1554677152" sldId="334"/>
            <ac:spMk id="3" creationId="{FE7E1904-06D8-31FE-F86D-A653CB38CD1D}"/>
          </ac:spMkLst>
        </pc:spChg>
      </pc:sldChg>
      <pc:sldChg chg="addSp delSp modSp new del mod modClrScheme chgLayout">
        <pc:chgData name="徐志嘉" userId="4f4e22b3-2ff2-4e81-a7cc-1ce68c8c1bc8" providerId="ADAL" clId="{8FE5560E-E352-4DEE-8EBA-694459070AD4}" dt="2023-03-07T06:35:03.026" v="218" actId="47"/>
        <pc:sldMkLst>
          <pc:docMk/>
          <pc:sldMk cId="372983019" sldId="335"/>
        </pc:sldMkLst>
        <pc:spChg chg="add del mod ord">
          <ac:chgData name="徐志嘉" userId="4f4e22b3-2ff2-4e81-a7cc-1ce68c8c1bc8" providerId="ADAL" clId="{8FE5560E-E352-4DEE-8EBA-694459070AD4}" dt="2023-03-07T06:35:01.577" v="217" actId="700"/>
          <ac:spMkLst>
            <pc:docMk/>
            <pc:sldMk cId="372983019" sldId="335"/>
            <ac:spMk id="2" creationId="{5ED252A7-7005-F00A-9E30-13F95EE60F76}"/>
          </ac:spMkLst>
        </pc:spChg>
        <pc:spChg chg="add del mod ord">
          <ac:chgData name="徐志嘉" userId="4f4e22b3-2ff2-4e81-a7cc-1ce68c8c1bc8" providerId="ADAL" clId="{8FE5560E-E352-4DEE-8EBA-694459070AD4}" dt="2023-03-07T06:35:01.577" v="217" actId="700"/>
          <ac:spMkLst>
            <pc:docMk/>
            <pc:sldMk cId="372983019" sldId="335"/>
            <ac:spMk id="3" creationId="{5CB819A1-9C1A-9985-3917-75BD3FF677C3}"/>
          </ac:spMkLst>
        </pc:spChg>
        <pc:spChg chg="add del mod ord">
          <ac:chgData name="徐志嘉" userId="4f4e22b3-2ff2-4e81-a7cc-1ce68c8c1bc8" providerId="ADAL" clId="{8FE5560E-E352-4DEE-8EBA-694459070AD4}" dt="2023-03-07T06:35:01.577" v="217" actId="700"/>
          <ac:spMkLst>
            <pc:docMk/>
            <pc:sldMk cId="372983019" sldId="335"/>
            <ac:spMk id="4" creationId="{25CCCB30-7B8B-E8BE-48C6-F0045AB52422}"/>
          </ac:spMkLst>
        </pc:spChg>
        <pc:spChg chg="add del mod ord">
          <ac:chgData name="徐志嘉" userId="4f4e22b3-2ff2-4e81-a7cc-1ce68c8c1bc8" providerId="ADAL" clId="{8FE5560E-E352-4DEE-8EBA-694459070AD4}" dt="2023-03-07T06:35:01.577" v="217" actId="700"/>
          <ac:spMkLst>
            <pc:docMk/>
            <pc:sldMk cId="372983019" sldId="335"/>
            <ac:spMk id="5" creationId="{A6C1A14F-0219-AEE6-547B-45548A6A4123}"/>
          </ac:spMkLst>
        </pc:spChg>
      </pc:sldChg>
      <pc:sldChg chg="del">
        <pc:chgData name="徐志嘉" userId="4f4e22b3-2ff2-4e81-a7cc-1ce68c8c1bc8" providerId="ADAL" clId="{8FE5560E-E352-4DEE-8EBA-694459070AD4}" dt="2023-03-07T05:52:48.098" v="60" actId="47"/>
        <pc:sldMkLst>
          <pc:docMk/>
          <pc:sldMk cId="1991300374" sldId="342"/>
        </pc:sldMkLst>
      </pc:sldChg>
      <pc:sldChg chg="del">
        <pc:chgData name="徐志嘉" userId="4f4e22b3-2ff2-4e81-a7cc-1ce68c8c1bc8" providerId="ADAL" clId="{8FE5560E-E352-4DEE-8EBA-694459070AD4}" dt="2023-03-07T05:52:48.098" v="60" actId="47"/>
        <pc:sldMkLst>
          <pc:docMk/>
          <pc:sldMk cId="1982440015" sldId="343"/>
        </pc:sldMkLst>
      </pc:sldChg>
      <pc:sldChg chg="del">
        <pc:chgData name="徐志嘉" userId="4f4e22b3-2ff2-4e81-a7cc-1ce68c8c1bc8" providerId="ADAL" clId="{8FE5560E-E352-4DEE-8EBA-694459070AD4}" dt="2023-03-07T05:52:48.098" v="60" actId="47"/>
        <pc:sldMkLst>
          <pc:docMk/>
          <pc:sldMk cId="1006155257" sldId="344"/>
        </pc:sldMkLst>
      </pc:sldChg>
      <pc:sldChg chg="del">
        <pc:chgData name="徐志嘉" userId="4f4e22b3-2ff2-4e81-a7cc-1ce68c8c1bc8" providerId="ADAL" clId="{8FE5560E-E352-4DEE-8EBA-694459070AD4}" dt="2023-03-07T05:52:48.098" v="60" actId="47"/>
        <pc:sldMkLst>
          <pc:docMk/>
          <pc:sldMk cId="1343831476" sldId="345"/>
        </pc:sldMkLst>
      </pc:sldChg>
      <pc:sldChg chg="del">
        <pc:chgData name="徐志嘉" userId="4f4e22b3-2ff2-4e81-a7cc-1ce68c8c1bc8" providerId="ADAL" clId="{8FE5560E-E352-4DEE-8EBA-694459070AD4}" dt="2023-03-07T05:52:48.098" v="60" actId="47"/>
        <pc:sldMkLst>
          <pc:docMk/>
          <pc:sldMk cId="3865846103" sldId="346"/>
        </pc:sldMkLst>
      </pc:sldChg>
      <pc:sldChg chg="del">
        <pc:chgData name="徐志嘉" userId="4f4e22b3-2ff2-4e81-a7cc-1ce68c8c1bc8" providerId="ADAL" clId="{8FE5560E-E352-4DEE-8EBA-694459070AD4}" dt="2023-03-07T05:52:48.098" v="60" actId="47"/>
        <pc:sldMkLst>
          <pc:docMk/>
          <pc:sldMk cId="1291507325" sldId="347"/>
        </pc:sldMkLst>
      </pc:sldChg>
      <pc:sldChg chg="del">
        <pc:chgData name="徐志嘉" userId="4f4e22b3-2ff2-4e81-a7cc-1ce68c8c1bc8" providerId="ADAL" clId="{8FE5560E-E352-4DEE-8EBA-694459070AD4}" dt="2023-03-07T05:52:48.098" v="60" actId="47"/>
        <pc:sldMkLst>
          <pc:docMk/>
          <pc:sldMk cId="4021056816" sldId="348"/>
        </pc:sldMkLst>
      </pc:sldChg>
      <pc:sldChg chg="del">
        <pc:chgData name="徐志嘉" userId="4f4e22b3-2ff2-4e81-a7cc-1ce68c8c1bc8" providerId="ADAL" clId="{8FE5560E-E352-4DEE-8EBA-694459070AD4}" dt="2023-03-07T05:52:48.098" v="60" actId="47"/>
        <pc:sldMkLst>
          <pc:docMk/>
          <pc:sldMk cId="3755913292" sldId="349"/>
        </pc:sldMkLst>
      </pc:sldChg>
      <pc:sldChg chg="del">
        <pc:chgData name="徐志嘉" userId="4f4e22b3-2ff2-4e81-a7cc-1ce68c8c1bc8" providerId="ADAL" clId="{8FE5560E-E352-4DEE-8EBA-694459070AD4}" dt="2023-03-07T05:52:48.098" v="60" actId="47"/>
        <pc:sldMkLst>
          <pc:docMk/>
          <pc:sldMk cId="692660933" sldId="351"/>
        </pc:sldMkLst>
      </pc:sldChg>
      <pc:sldChg chg="del">
        <pc:chgData name="徐志嘉" userId="4f4e22b3-2ff2-4e81-a7cc-1ce68c8c1bc8" providerId="ADAL" clId="{8FE5560E-E352-4DEE-8EBA-694459070AD4}" dt="2023-03-07T05:52:48.098" v="60" actId="47"/>
        <pc:sldMkLst>
          <pc:docMk/>
          <pc:sldMk cId="2265850440" sldId="352"/>
        </pc:sldMkLst>
      </pc:sldChg>
      <pc:sldChg chg="add del">
        <pc:chgData name="徐志嘉" userId="4f4e22b3-2ff2-4e81-a7cc-1ce68c8c1bc8" providerId="ADAL" clId="{8FE5560E-E352-4DEE-8EBA-694459070AD4}" dt="2023-03-07T07:26:03.588" v="778" actId="47"/>
        <pc:sldMkLst>
          <pc:docMk/>
          <pc:sldMk cId="2898548207" sldId="458"/>
        </pc:sldMkLst>
      </pc:sldChg>
      <pc:sldChg chg="add del">
        <pc:chgData name="徐志嘉" userId="4f4e22b3-2ff2-4e81-a7cc-1ce68c8c1bc8" providerId="ADAL" clId="{8FE5560E-E352-4DEE-8EBA-694459070AD4}" dt="2023-03-07T07:26:03.588" v="778" actId="47"/>
        <pc:sldMkLst>
          <pc:docMk/>
          <pc:sldMk cId="2673895450" sldId="460"/>
        </pc:sldMkLst>
      </pc:sldChg>
      <pc:sldChg chg="add del">
        <pc:chgData name="徐志嘉" userId="4f4e22b3-2ff2-4e81-a7cc-1ce68c8c1bc8" providerId="ADAL" clId="{8FE5560E-E352-4DEE-8EBA-694459070AD4}" dt="2023-03-07T07:26:03.588" v="778" actId="47"/>
        <pc:sldMkLst>
          <pc:docMk/>
          <pc:sldMk cId="3515298158" sldId="462"/>
        </pc:sldMkLst>
      </pc:sldChg>
      <pc:sldChg chg="modSp add del">
        <pc:chgData name="徐志嘉" userId="4f4e22b3-2ff2-4e81-a7cc-1ce68c8c1bc8" providerId="ADAL" clId="{8FE5560E-E352-4DEE-8EBA-694459070AD4}" dt="2023-03-07T07:34:57.786" v="1126" actId="47"/>
        <pc:sldMkLst>
          <pc:docMk/>
          <pc:sldMk cId="409590748" sldId="474"/>
        </pc:sldMkLst>
        <pc:spChg chg="mod">
          <ac:chgData name="徐志嘉" userId="4f4e22b3-2ff2-4e81-a7cc-1ce68c8c1bc8" providerId="ADAL" clId="{8FE5560E-E352-4DEE-8EBA-694459070AD4}" dt="2023-03-07T07:29:08.586" v="844" actId="20577"/>
          <ac:spMkLst>
            <pc:docMk/>
            <pc:sldMk cId="409590748" sldId="474"/>
            <ac:spMk id="21" creationId="{9C4D3703-A82A-87AF-B8B3-3B9889ADDF5C}"/>
          </ac:spMkLst>
        </pc:spChg>
        <pc:spChg chg="mod">
          <ac:chgData name="徐志嘉" userId="4f4e22b3-2ff2-4e81-a7cc-1ce68c8c1bc8" providerId="ADAL" clId="{8FE5560E-E352-4DEE-8EBA-694459070AD4}" dt="2023-03-07T07:29:17.209" v="846" actId="20577"/>
          <ac:spMkLst>
            <pc:docMk/>
            <pc:sldMk cId="409590748" sldId="474"/>
            <ac:spMk id="22" creationId="{C4DD21FC-887C-52D3-A8C6-73984DDEEA47}"/>
          </ac:spMkLst>
        </pc:spChg>
      </pc:sldChg>
      <pc:sldChg chg="modSp add del mod">
        <pc:chgData name="徐志嘉" userId="4f4e22b3-2ff2-4e81-a7cc-1ce68c8c1bc8" providerId="ADAL" clId="{8FE5560E-E352-4DEE-8EBA-694459070AD4}" dt="2023-03-07T07:26:03.588" v="778" actId="47"/>
        <pc:sldMkLst>
          <pc:docMk/>
          <pc:sldMk cId="222424" sldId="478"/>
        </pc:sldMkLst>
        <pc:spChg chg="mod">
          <ac:chgData name="徐志嘉" userId="4f4e22b3-2ff2-4e81-a7cc-1ce68c8c1bc8" providerId="ADAL" clId="{8FE5560E-E352-4DEE-8EBA-694459070AD4}" dt="2023-03-07T06:54:04.334" v="392" actId="20577"/>
          <ac:spMkLst>
            <pc:docMk/>
            <pc:sldMk cId="222424" sldId="478"/>
            <ac:spMk id="3" creationId="{93A86F00-AFF3-40E3-A1AA-5F9FC9A72AD2}"/>
          </ac:spMkLst>
        </pc:spChg>
      </pc:sldChg>
      <pc:sldChg chg="addSp delSp modSp add mod modClrScheme chgLayout">
        <pc:chgData name="徐志嘉" userId="4f4e22b3-2ff2-4e81-a7cc-1ce68c8c1bc8" providerId="ADAL" clId="{8FE5560E-E352-4DEE-8EBA-694459070AD4}" dt="2023-03-09T07:01:43.099" v="6483" actId="20577"/>
        <pc:sldMkLst>
          <pc:docMk/>
          <pc:sldMk cId="1740342789" sldId="492"/>
        </pc:sldMkLst>
        <pc:spChg chg="mod ord">
          <ac:chgData name="徐志嘉" userId="4f4e22b3-2ff2-4e81-a7cc-1ce68c8c1bc8" providerId="ADAL" clId="{8FE5560E-E352-4DEE-8EBA-694459070AD4}" dt="2023-03-08T05:59:58.835" v="2568" actId="20577"/>
          <ac:spMkLst>
            <pc:docMk/>
            <pc:sldMk cId="1740342789" sldId="492"/>
            <ac:spMk id="4" creationId="{33614785-AF81-5FE8-491B-CDE6838BA289}"/>
          </ac:spMkLst>
        </pc:spChg>
        <pc:spChg chg="add del mod ord">
          <ac:chgData name="徐志嘉" userId="4f4e22b3-2ff2-4e81-a7cc-1ce68c8c1bc8" providerId="ADAL" clId="{8FE5560E-E352-4DEE-8EBA-694459070AD4}" dt="2023-03-07T09:02:21.053" v="1839"/>
          <ac:spMkLst>
            <pc:docMk/>
            <pc:sldMk cId="1740342789" sldId="492"/>
            <ac:spMk id="5" creationId="{416EB32B-0073-065C-F305-D7E7D8CA5676}"/>
          </ac:spMkLst>
        </pc:spChg>
        <pc:spChg chg="mod">
          <ac:chgData name="徐志嘉" userId="4f4e22b3-2ff2-4e81-a7cc-1ce68c8c1bc8" providerId="ADAL" clId="{8FE5560E-E352-4DEE-8EBA-694459070AD4}" dt="2023-03-07T16:20:32.789" v="2244" actId="164"/>
          <ac:spMkLst>
            <pc:docMk/>
            <pc:sldMk cId="1740342789" sldId="492"/>
            <ac:spMk id="10" creationId="{6096D33B-21DA-2922-B2DC-221F50C73B94}"/>
          </ac:spMkLst>
        </pc:spChg>
        <pc:spChg chg="mod">
          <ac:chgData name="徐志嘉" userId="4f4e22b3-2ff2-4e81-a7cc-1ce68c8c1bc8" providerId="ADAL" clId="{8FE5560E-E352-4DEE-8EBA-694459070AD4}" dt="2023-03-07T16:20:32.789" v="2244" actId="164"/>
          <ac:spMkLst>
            <pc:docMk/>
            <pc:sldMk cId="1740342789" sldId="492"/>
            <ac:spMk id="11" creationId="{F7AE20BB-050E-EA0F-5303-E012C721ED69}"/>
          </ac:spMkLst>
        </pc:spChg>
        <pc:spChg chg="mod">
          <ac:chgData name="徐志嘉" userId="4f4e22b3-2ff2-4e81-a7cc-1ce68c8c1bc8" providerId="ADAL" clId="{8FE5560E-E352-4DEE-8EBA-694459070AD4}" dt="2023-03-07T16:20:32.789" v="2244" actId="164"/>
          <ac:spMkLst>
            <pc:docMk/>
            <pc:sldMk cId="1740342789" sldId="492"/>
            <ac:spMk id="12" creationId="{FB7FD9E4-52F2-89C4-5AFE-9A36A1AFE182}"/>
          </ac:spMkLst>
        </pc:spChg>
        <pc:spChg chg="mod">
          <ac:chgData name="徐志嘉" userId="4f4e22b3-2ff2-4e81-a7cc-1ce68c8c1bc8" providerId="ADAL" clId="{8FE5560E-E352-4DEE-8EBA-694459070AD4}" dt="2023-03-07T16:20:32.789" v="2244" actId="164"/>
          <ac:spMkLst>
            <pc:docMk/>
            <pc:sldMk cId="1740342789" sldId="492"/>
            <ac:spMk id="13" creationId="{8EACFFD7-EFDD-6FE4-EB28-EB1B28D0229C}"/>
          </ac:spMkLst>
        </pc:spChg>
        <pc:spChg chg="mod">
          <ac:chgData name="徐志嘉" userId="4f4e22b3-2ff2-4e81-a7cc-1ce68c8c1bc8" providerId="ADAL" clId="{8FE5560E-E352-4DEE-8EBA-694459070AD4}" dt="2023-03-07T16:20:32.789" v="2244" actId="164"/>
          <ac:spMkLst>
            <pc:docMk/>
            <pc:sldMk cId="1740342789" sldId="492"/>
            <ac:spMk id="14" creationId="{B8BA03F9-43AF-8AA4-5E52-437E1299CB8D}"/>
          </ac:spMkLst>
        </pc:spChg>
        <pc:spChg chg="mod">
          <ac:chgData name="徐志嘉" userId="4f4e22b3-2ff2-4e81-a7cc-1ce68c8c1bc8" providerId="ADAL" clId="{8FE5560E-E352-4DEE-8EBA-694459070AD4}" dt="2023-03-07T16:20:32.789" v="2244" actId="164"/>
          <ac:spMkLst>
            <pc:docMk/>
            <pc:sldMk cId="1740342789" sldId="492"/>
            <ac:spMk id="15" creationId="{73957A8C-6D2C-937B-CC05-E9A53A27219E}"/>
          </ac:spMkLst>
        </pc:spChg>
        <pc:spChg chg="mod">
          <ac:chgData name="徐志嘉" userId="4f4e22b3-2ff2-4e81-a7cc-1ce68c8c1bc8" providerId="ADAL" clId="{8FE5560E-E352-4DEE-8EBA-694459070AD4}" dt="2023-03-07T16:20:32.789" v="2244" actId="164"/>
          <ac:spMkLst>
            <pc:docMk/>
            <pc:sldMk cId="1740342789" sldId="492"/>
            <ac:spMk id="19" creationId="{07D4FE7D-66DE-5A10-9947-5E0D5278C4F3}"/>
          </ac:spMkLst>
        </pc:spChg>
        <pc:spChg chg="mod">
          <ac:chgData name="徐志嘉" userId="4f4e22b3-2ff2-4e81-a7cc-1ce68c8c1bc8" providerId="ADAL" clId="{8FE5560E-E352-4DEE-8EBA-694459070AD4}" dt="2023-03-07T16:20:32.789" v="2244" actId="164"/>
          <ac:spMkLst>
            <pc:docMk/>
            <pc:sldMk cId="1740342789" sldId="492"/>
            <ac:spMk id="21" creationId="{7A6A937C-B86B-10EC-C47E-B4137012428D}"/>
          </ac:spMkLst>
        </pc:spChg>
        <pc:spChg chg="add del mod">
          <ac:chgData name="徐志嘉" userId="4f4e22b3-2ff2-4e81-a7cc-1ce68c8c1bc8" providerId="ADAL" clId="{8FE5560E-E352-4DEE-8EBA-694459070AD4}" dt="2023-03-07T16:19:25.233" v="2181"/>
          <ac:spMkLst>
            <pc:docMk/>
            <pc:sldMk cId="1740342789" sldId="492"/>
            <ac:spMk id="23" creationId="{B194D57B-8F0C-69D0-AC48-F180613AA9D0}"/>
          </ac:spMkLst>
        </pc:spChg>
        <pc:spChg chg="add mod">
          <ac:chgData name="徐志嘉" userId="4f4e22b3-2ff2-4e81-a7cc-1ce68c8c1bc8" providerId="ADAL" clId="{8FE5560E-E352-4DEE-8EBA-694459070AD4}" dt="2023-03-09T07:01:43.099" v="6483" actId="20577"/>
          <ac:spMkLst>
            <pc:docMk/>
            <pc:sldMk cId="1740342789" sldId="492"/>
            <ac:spMk id="26" creationId="{9FE8884A-CE08-E7DD-21FE-4E8A9EB7771A}"/>
          </ac:spMkLst>
        </pc:spChg>
        <pc:grpChg chg="add del mod">
          <ac:chgData name="徐志嘉" userId="4f4e22b3-2ff2-4e81-a7cc-1ce68c8c1bc8" providerId="ADAL" clId="{8FE5560E-E352-4DEE-8EBA-694459070AD4}" dt="2023-03-08T05:59:36.646" v="2558" actId="478"/>
          <ac:grpSpMkLst>
            <pc:docMk/>
            <pc:sldMk cId="1740342789" sldId="492"/>
            <ac:grpSpMk id="28" creationId="{7330FF20-8FEA-BA6C-943B-38CB9BB75CBA}"/>
          </ac:grpSpMkLst>
        </pc:grpChg>
        <pc:picChg chg="add del mod">
          <ac:chgData name="徐志嘉" userId="4f4e22b3-2ff2-4e81-a7cc-1ce68c8c1bc8" providerId="ADAL" clId="{8FE5560E-E352-4DEE-8EBA-694459070AD4}" dt="2023-03-07T09:02:06.960" v="1836" actId="21"/>
          <ac:picMkLst>
            <pc:docMk/>
            <pc:sldMk cId="1740342789" sldId="492"/>
            <ac:picMk id="3" creationId="{054F83C5-E31D-CF8E-ECD4-59893F7CBC20}"/>
          </ac:picMkLst>
        </pc:picChg>
        <pc:picChg chg="add del mod">
          <ac:chgData name="徐志嘉" userId="4f4e22b3-2ff2-4e81-a7cc-1ce68c8c1bc8" providerId="ADAL" clId="{8FE5560E-E352-4DEE-8EBA-694459070AD4}" dt="2023-03-07T16:19:21.948" v="2179" actId="478"/>
          <ac:picMkLst>
            <pc:docMk/>
            <pc:sldMk cId="1740342789" sldId="492"/>
            <ac:picMk id="7" creationId="{AD0F2E90-1A19-D940-26DF-2774ECD372DA}"/>
          </ac:picMkLst>
        </pc:picChg>
        <pc:picChg chg="add del">
          <ac:chgData name="徐志嘉" userId="4f4e22b3-2ff2-4e81-a7cc-1ce68c8c1bc8" providerId="ADAL" clId="{8FE5560E-E352-4DEE-8EBA-694459070AD4}" dt="2023-03-07T16:19:24.485" v="2180" actId="21"/>
          <ac:picMkLst>
            <pc:docMk/>
            <pc:sldMk cId="1740342789" sldId="492"/>
            <ac:picMk id="20" creationId="{889FC25C-C3C9-7928-27C5-26CED05CBCA5}"/>
          </ac:picMkLst>
        </pc:picChg>
        <pc:picChg chg="add del mod">
          <ac:chgData name="徐志嘉" userId="4f4e22b3-2ff2-4e81-a7cc-1ce68c8c1bc8" providerId="ADAL" clId="{8FE5560E-E352-4DEE-8EBA-694459070AD4}" dt="2023-03-07T16:19:42.495" v="2221" actId="21"/>
          <ac:picMkLst>
            <pc:docMk/>
            <pc:sldMk cId="1740342789" sldId="492"/>
            <ac:picMk id="24" creationId="{2EF909AE-C17F-DCB9-6E58-C53E1E3FC5B8}"/>
          </ac:picMkLst>
        </pc:picChg>
        <pc:picChg chg="add del mod">
          <ac:chgData name="徐志嘉" userId="4f4e22b3-2ff2-4e81-a7cc-1ce68c8c1bc8" providerId="ADAL" clId="{8FE5560E-E352-4DEE-8EBA-694459070AD4}" dt="2023-03-07T16:20:11" v="2238"/>
          <ac:picMkLst>
            <pc:docMk/>
            <pc:sldMk cId="1740342789" sldId="492"/>
            <ac:picMk id="27" creationId="{135DD412-C68A-28A4-66F4-037F8C046575}"/>
          </ac:picMkLst>
        </pc:picChg>
        <pc:picChg chg="add mod">
          <ac:chgData name="徐志嘉" userId="4f4e22b3-2ff2-4e81-a7cc-1ce68c8c1bc8" providerId="ADAL" clId="{8FE5560E-E352-4DEE-8EBA-694459070AD4}" dt="2023-03-09T06:59:25.657" v="6437" actId="1076"/>
          <ac:picMkLst>
            <pc:docMk/>
            <pc:sldMk cId="1740342789" sldId="492"/>
            <ac:picMk id="29" creationId="{C3E4E3C9-7472-E8B4-7A4C-74318C427398}"/>
          </ac:picMkLst>
        </pc:picChg>
        <pc:picChg chg="add mod modCrop">
          <ac:chgData name="徐志嘉" userId="4f4e22b3-2ff2-4e81-a7cc-1ce68c8c1bc8" providerId="ADAL" clId="{8FE5560E-E352-4DEE-8EBA-694459070AD4}" dt="2023-03-09T07:00:58.229" v="6460" actId="1076"/>
          <ac:picMkLst>
            <pc:docMk/>
            <pc:sldMk cId="1740342789" sldId="492"/>
            <ac:picMk id="31" creationId="{77EB5C81-C194-E581-16D6-992BDDE4C434}"/>
          </ac:picMkLst>
        </pc:picChg>
        <pc:cxnChg chg="mod">
          <ac:chgData name="徐志嘉" userId="4f4e22b3-2ff2-4e81-a7cc-1ce68c8c1bc8" providerId="ADAL" clId="{8FE5560E-E352-4DEE-8EBA-694459070AD4}" dt="2023-03-07T16:20:32.789" v="2244" actId="164"/>
          <ac:cxnSpMkLst>
            <pc:docMk/>
            <pc:sldMk cId="1740342789" sldId="492"/>
            <ac:cxnSpMk id="6" creationId="{4EED87E8-B7FA-BAEA-54FE-D0EDAECF09B0}"/>
          </ac:cxnSpMkLst>
        </pc:cxnChg>
        <pc:cxnChg chg="mod">
          <ac:chgData name="徐志嘉" userId="4f4e22b3-2ff2-4e81-a7cc-1ce68c8c1bc8" providerId="ADAL" clId="{8FE5560E-E352-4DEE-8EBA-694459070AD4}" dt="2023-03-07T16:20:32.789" v="2244" actId="164"/>
          <ac:cxnSpMkLst>
            <pc:docMk/>
            <pc:sldMk cId="1740342789" sldId="492"/>
            <ac:cxnSpMk id="8" creationId="{1DAA3A0A-3B59-587E-3768-9DA1CD321BCF}"/>
          </ac:cxnSpMkLst>
        </pc:cxnChg>
        <pc:cxnChg chg="mod">
          <ac:chgData name="徐志嘉" userId="4f4e22b3-2ff2-4e81-a7cc-1ce68c8c1bc8" providerId="ADAL" clId="{8FE5560E-E352-4DEE-8EBA-694459070AD4}" dt="2023-03-07T16:20:32.789" v="2244" actId="164"/>
          <ac:cxnSpMkLst>
            <pc:docMk/>
            <pc:sldMk cId="1740342789" sldId="492"/>
            <ac:cxnSpMk id="9" creationId="{7C467CA3-C3D0-3006-A7B7-AE0FC1B978ED}"/>
          </ac:cxnSpMkLst>
        </pc:cxnChg>
        <pc:cxnChg chg="mod">
          <ac:chgData name="徐志嘉" userId="4f4e22b3-2ff2-4e81-a7cc-1ce68c8c1bc8" providerId="ADAL" clId="{8FE5560E-E352-4DEE-8EBA-694459070AD4}" dt="2023-03-07T16:20:32.789" v="2244" actId="164"/>
          <ac:cxnSpMkLst>
            <pc:docMk/>
            <pc:sldMk cId="1740342789" sldId="492"/>
            <ac:cxnSpMk id="17" creationId="{7473EC7B-9423-227C-64AC-59C908D122EA}"/>
          </ac:cxnSpMkLst>
        </pc:cxnChg>
        <pc:cxnChg chg="mod">
          <ac:chgData name="徐志嘉" userId="4f4e22b3-2ff2-4e81-a7cc-1ce68c8c1bc8" providerId="ADAL" clId="{8FE5560E-E352-4DEE-8EBA-694459070AD4}" dt="2023-03-07T16:20:32.789" v="2244" actId="164"/>
          <ac:cxnSpMkLst>
            <pc:docMk/>
            <pc:sldMk cId="1740342789" sldId="492"/>
            <ac:cxnSpMk id="18" creationId="{F89A220F-7689-0E6B-B300-F35638A657D3}"/>
          </ac:cxnSpMkLst>
        </pc:cxnChg>
      </pc:sldChg>
      <pc:sldChg chg="add del">
        <pc:chgData name="徐志嘉" userId="4f4e22b3-2ff2-4e81-a7cc-1ce68c8c1bc8" providerId="ADAL" clId="{8FE5560E-E352-4DEE-8EBA-694459070AD4}" dt="2023-03-07T07:26:03.588" v="778" actId="47"/>
        <pc:sldMkLst>
          <pc:docMk/>
          <pc:sldMk cId="1670287883" sldId="527"/>
        </pc:sldMkLst>
      </pc:sldChg>
      <pc:sldChg chg="add del">
        <pc:chgData name="徐志嘉" userId="4f4e22b3-2ff2-4e81-a7cc-1ce68c8c1bc8" providerId="ADAL" clId="{8FE5560E-E352-4DEE-8EBA-694459070AD4}" dt="2023-03-07T07:26:03.588" v="778" actId="47"/>
        <pc:sldMkLst>
          <pc:docMk/>
          <pc:sldMk cId="697330238" sldId="528"/>
        </pc:sldMkLst>
      </pc:sldChg>
      <pc:sldChg chg="modSp add mod">
        <pc:chgData name="徐志嘉" userId="4f4e22b3-2ff2-4e81-a7cc-1ce68c8c1bc8" providerId="ADAL" clId="{8FE5560E-E352-4DEE-8EBA-694459070AD4}" dt="2023-03-09T06:06:25.227" v="5400" actId="20577"/>
        <pc:sldMkLst>
          <pc:docMk/>
          <pc:sldMk cId="3917991048" sldId="529"/>
        </pc:sldMkLst>
        <pc:spChg chg="mod">
          <ac:chgData name="徐志嘉" userId="4f4e22b3-2ff2-4e81-a7cc-1ce68c8c1bc8" providerId="ADAL" clId="{8FE5560E-E352-4DEE-8EBA-694459070AD4}" dt="2023-03-09T06:06:25.227" v="5400" actId="20577"/>
          <ac:spMkLst>
            <pc:docMk/>
            <pc:sldMk cId="3917991048" sldId="529"/>
            <ac:spMk id="3" creationId="{FE7E1904-06D8-31FE-F86D-A653CB38CD1D}"/>
          </ac:spMkLst>
        </pc:spChg>
      </pc:sldChg>
      <pc:sldChg chg="addSp modSp new mod modNotesTx">
        <pc:chgData name="徐志嘉" userId="4f4e22b3-2ff2-4e81-a7cc-1ce68c8c1bc8" providerId="ADAL" clId="{8FE5560E-E352-4DEE-8EBA-694459070AD4}" dt="2023-03-09T06:09:18.191" v="5771" actId="20577"/>
        <pc:sldMkLst>
          <pc:docMk/>
          <pc:sldMk cId="3513744940" sldId="530"/>
        </pc:sldMkLst>
        <pc:spChg chg="mod">
          <ac:chgData name="徐志嘉" userId="4f4e22b3-2ff2-4e81-a7cc-1ce68c8c1bc8" providerId="ADAL" clId="{8FE5560E-E352-4DEE-8EBA-694459070AD4}" dt="2023-03-07T07:30:14.565" v="863" actId="20577"/>
          <ac:spMkLst>
            <pc:docMk/>
            <pc:sldMk cId="3513744940" sldId="530"/>
            <ac:spMk id="2" creationId="{B66BA351-4ED3-3141-7C13-82F486D7E2F4}"/>
          </ac:spMkLst>
        </pc:spChg>
        <pc:spChg chg="mod">
          <ac:chgData name="徐志嘉" userId="4f4e22b3-2ff2-4e81-a7cc-1ce68c8c1bc8" providerId="ADAL" clId="{8FE5560E-E352-4DEE-8EBA-694459070AD4}" dt="2023-03-07T07:31:52.132" v="888" actId="20577"/>
          <ac:spMkLst>
            <pc:docMk/>
            <pc:sldMk cId="3513744940" sldId="530"/>
            <ac:spMk id="3" creationId="{50757B4D-F810-0C25-9A48-304B7AD4A649}"/>
          </ac:spMkLst>
        </pc:spChg>
        <pc:spChg chg="add mod">
          <ac:chgData name="徐志嘉" userId="4f4e22b3-2ff2-4e81-a7cc-1ce68c8c1bc8" providerId="ADAL" clId="{8FE5560E-E352-4DEE-8EBA-694459070AD4}" dt="2023-03-07T07:34:26.071" v="1125" actId="1038"/>
          <ac:spMkLst>
            <pc:docMk/>
            <pc:sldMk cId="3513744940" sldId="530"/>
            <ac:spMk id="4" creationId="{03634123-ACCC-1806-FE96-50F6DCFBFD46}"/>
          </ac:spMkLst>
        </pc:spChg>
        <pc:spChg chg="add mod">
          <ac:chgData name="徐志嘉" userId="4f4e22b3-2ff2-4e81-a7cc-1ce68c8c1bc8" providerId="ADAL" clId="{8FE5560E-E352-4DEE-8EBA-694459070AD4}" dt="2023-03-07T07:34:26.071" v="1125" actId="1038"/>
          <ac:spMkLst>
            <pc:docMk/>
            <pc:sldMk cId="3513744940" sldId="530"/>
            <ac:spMk id="7" creationId="{4053AC7C-4C5A-D8DB-C2ED-9A9FCCCF4DB4}"/>
          </ac:spMkLst>
        </pc:spChg>
        <pc:spChg chg="add mod">
          <ac:chgData name="徐志嘉" userId="4f4e22b3-2ff2-4e81-a7cc-1ce68c8c1bc8" providerId="ADAL" clId="{8FE5560E-E352-4DEE-8EBA-694459070AD4}" dt="2023-03-07T07:34:26.071" v="1125" actId="1038"/>
          <ac:spMkLst>
            <pc:docMk/>
            <pc:sldMk cId="3513744940" sldId="530"/>
            <ac:spMk id="8" creationId="{F8B7D490-02A7-5141-57D5-3B2A5EE290B9}"/>
          </ac:spMkLst>
        </pc:spChg>
        <pc:spChg chg="add mod">
          <ac:chgData name="徐志嘉" userId="4f4e22b3-2ff2-4e81-a7cc-1ce68c8c1bc8" providerId="ADAL" clId="{8FE5560E-E352-4DEE-8EBA-694459070AD4}" dt="2023-03-07T07:34:26.071" v="1125" actId="1038"/>
          <ac:spMkLst>
            <pc:docMk/>
            <pc:sldMk cId="3513744940" sldId="530"/>
            <ac:spMk id="11" creationId="{471B01EA-3D68-4004-716F-67111DFDA07A}"/>
          </ac:spMkLst>
        </pc:spChg>
        <pc:spChg chg="add mod">
          <ac:chgData name="徐志嘉" userId="4f4e22b3-2ff2-4e81-a7cc-1ce68c8c1bc8" providerId="ADAL" clId="{8FE5560E-E352-4DEE-8EBA-694459070AD4}" dt="2023-03-07T07:34:26.071" v="1125" actId="1038"/>
          <ac:spMkLst>
            <pc:docMk/>
            <pc:sldMk cId="3513744940" sldId="530"/>
            <ac:spMk id="12" creationId="{F752A52F-B381-7E71-C752-EEF6221531D8}"/>
          </ac:spMkLst>
        </pc:spChg>
        <pc:spChg chg="add mod">
          <ac:chgData name="徐志嘉" userId="4f4e22b3-2ff2-4e81-a7cc-1ce68c8c1bc8" providerId="ADAL" clId="{8FE5560E-E352-4DEE-8EBA-694459070AD4}" dt="2023-03-07T07:34:26.071" v="1125" actId="1038"/>
          <ac:spMkLst>
            <pc:docMk/>
            <pc:sldMk cId="3513744940" sldId="530"/>
            <ac:spMk id="13" creationId="{F8D95514-88DE-52A5-CF88-9BF2C418D329}"/>
          </ac:spMkLst>
        </pc:spChg>
        <pc:spChg chg="add mod">
          <ac:chgData name="徐志嘉" userId="4f4e22b3-2ff2-4e81-a7cc-1ce68c8c1bc8" providerId="ADAL" clId="{8FE5560E-E352-4DEE-8EBA-694459070AD4}" dt="2023-03-07T07:34:26.071" v="1125" actId="1038"/>
          <ac:spMkLst>
            <pc:docMk/>
            <pc:sldMk cId="3513744940" sldId="530"/>
            <ac:spMk id="15" creationId="{337D6E0C-647E-51A3-1C53-18468CF0AF47}"/>
          </ac:spMkLst>
        </pc:spChg>
        <pc:spChg chg="add mod">
          <ac:chgData name="徐志嘉" userId="4f4e22b3-2ff2-4e81-a7cc-1ce68c8c1bc8" providerId="ADAL" clId="{8FE5560E-E352-4DEE-8EBA-694459070AD4}" dt="2023-03-07T07:34:26.071" v="1125" actId="1038"/>
          <ac:spMkLst>
            <pc:docMk/>
            <pc:sldMk cId="3513744940" sldId="530"/>
            <ac:spMk id="24" creationId="{8751ADFA-EFA4-96F0-D1FC-D267D2513C7A}"/>
          </ac:spMkLst>
        </pc:spChg>
        <pc:spChg chg="mod">
          <ac:chgData name="徐志嘉" userId="4f4e22b3-2ff2-4e81-a7cc-1ce68c8c1bc8" providerId="ADAL" clId="{8FE5560E-E352-4DEE-8EBA-694459070AD4}" dt="2023-03-07T07:32:23.476" v="1051"/>
          <ac:spMkLst>
            <pc:docMk/>
            <pc:sldMk cId="3513744940" sldId="530"/>
            <ac:spMk id="26" creationId="{0D153026-A725-2E4F-5CBE-91DA84C0CC51}"/>
          </ac:spMkLst>
        </pc:spChg>
        <pc:spChg chg="mod">
          <ac:chgData name="徐志嘉" userId="4f4e22b3-2ff2-4e81-a7cc-1ce68c8c1bc8" providerId="ADAL" clId="{8FE5560E-E352-4DEE-8EBA-694459070AD4}" dt="2023-03-07T07:32:23.476" v="1051"/>
          <ac:spMkLst>
            <pc:docMk/>
            <pc:sldMk cId="3513744940" sldId="530"/>
            <ac:spMk id="27" creationId="{5D9E5E3E-E6DB-177D-93A6-6BAFC7049B88}"/>
          </ac:spMkLst>
        </pc:spChg>
        <pc:spChg chg="mod">
          <ac:chgData name="徐志嘉" userId="4f4e22b3-2ff2-4e81-a7cc-1ce68c8c1bc8" providerId="ADAL" clId="{8FE5560E-E352-4DEE-8EBA-694459070AD4}" dt="2023-03-07T07:32:23.476" v="1051"/>
          <ac:spMkLst>
            <pc:docMk/>
            <pc:sldMk cId="3513744940" sldId="530"/>
            <ac:spMk id="29" creationId="{5B286055-CF90-7371-2974-364755C5423A}"/>
          </ac:spMkLst>
        </pc:spChg>
        <pc:spChg chg="mod">
          <ac:chgData name="徐志嘉" userId="4f4e22b3-2ff2-4e81-a7cc-1ce68c8c1bc8" providerId="ADAL" clId="{8FE5560E-E352-4DEE-8EBA-694459070AD4}" dt="2023-03-07T07:32:23.476" v="1051"/>
          <ac:spMkLst>
            <pc:docMk/>
            <pc:sldMk cId="3513744940" sldId="530"/>
            <ac:spMk id="30" creationId="{55D9FDC8-CA8C-9FDF-0531-08168D72A42B}"/>
          </ac:spMkLst>
        </pc:spChg>
        <pc:spChg chg="mod">
          <ac:chgData name="徐志嘉" userId="4f4e22b3-2ff2-4e81-a7cc-1ce68c8c1bc8" providerId="ADAL" clId="{8FE5560E-E352-4DEE-8EBA-694459070AD4}" dt="2023-03-07T07:32:23.476" v="1051"/>
          <ac:spMkLst>
            <pc:docMk/>
            <pc:sldMk cId="3513744940" sldId="530"/>
            <ac:spMk id="32" creationId="{EA1BE032-41B6-DE17-1828-39F7F0D81B81}"/>
          </ac:spMkLst>
        </pc:spChg>
        <pc:spChg chg="mod">
          <ac:chgData name="徐志嘉" userId="4f4e22b3-2ff2-4e81-a7cc-1ce68c8c1bc8" providerId="ADAL" clId="{8FE5560E-E352-4DEE-8EBA-694459070AD4}" dt="2023-03-07T07:32:23.476" v="1051"/>
          <ac:spMkLst>
            <pc:docMk/>
            <pc:sldMk cId="3513744940" sldId="530"/>
            <ac:spMk id="33" creationId="{46B95FE7-B1D3-2930-48EC-1423504D3F6C}"/>
          </ac:spMkLst>
        </pc:spChg>
        <pc:spChg chg="add mod">
          <ac:chgData name="徐志嘉" userId="4f4e22b3-2ff2-4e81-a7cc-1ce68c8c1bc8" providerId="ADAL" clId="{8FE5560E-E352-4DEE-8EBA-694459070AD4}" dt="2023-03-07T07:34:26.071" v="1125" actId="1038"/>
          <ac:spMkLst>
            <pc:docMk/>
            <pc:sldMk cId="3513744940" sldId="530"/>
            <ac:spMk id="35" creationId="{AFE1F639-06A6-B653-9CA6-825EBFB205A3}"/>
          </ac:spMkLst>
        </pc:spChg>
        <pc:spChg chg="add mod">
          <ac:chgData name="徐志嘉" userId="4f4e22b3-2ff2-4e81-a7cc-1ce68c8c1bc8" providerId="ADAL" clId="{8FE5560E-E352-4DEE-8EBA-694459070AD4}" dt="2023-03-07T07:34:26.071" v="1125" actId="1038"/>
          <ac:spMkLst>
            <pc:docMk/>
            <pc:sldMk cId="3513744940" sldId="530"/>
            <ac:spMk id="43" creationId="{B60069C0-EF79-B0D4-85B9-40EF1839D4B5}"/>
          </ac:spMkLst>
        </pc:spChg>
        <pc:spChg chg="add mod">
          <ac:chgData name="徐志嘉" userId="4f4e22b3-2ff2-4e81-a7cc-1ce68c8c1bc8" providerId="ADAL" clId="{8FE5560E-E352-4DEE-8EBA-694459070AD4}" dt="2023-03-07T07:34:26.071" v="1125" actId="1038"/>
          <ac:spMkLst>
            <pc:docMk/>
            <pc:sldMk cId="3513744940" sldId="530"/>
            <ac:spMk id="45" creationId="{8E85AFDA-40B6-CCAC-214F-327CAF3740B3}"/>
          </ac:spMkLst>
        </pc:spChg>
        <pc:spChg chg="add mod">
          <ac:chgData name="徐志嘉" userId="4f4e22b3-2ff2-4e81-a7cc-1ce68c8c1bc8" providerId="ADAL" clId="{8FE5560E-E352-4DEE-8EBA-694459070AD4}" dt="2023-03-07T07:34:26.071" v="1125" actId="1038"/>
          <ac:spMkLst>
            <pc:docMk/>
            <pc:sldMk cId="3513744940" sldId="530"/>
            <ac:spMk id="46" creationId="{3F6ED777-3D2E-EED9-1703-6E8DDE8AF69F}"/>
          </ac:spMkLst>
        </pc:spChg>
        <pc:spChg chg="add mod">
          <ac:chgData name="徐志嘉" userId="4f4e22b3-2ff2-4e81-a7cc-1ce68c8c1bc8" providerId="ADAL" clId="{8FE5560E-E352-4DEE-8EBA-694459070AD4}" dt="2023-03-07T07:34:26.071" v="1125" actId="1038"/>
          <ac:spMkLst>
            <pc:docMk/>
            <pc:sldMk cId="3513744940" sldId="530"/>
            <ac:spMk id="47" creationId="{B09BA466-F685-1D27-3697-BEC1E0BAD56E}"/>
          </ac:spMkLst>
        </pc:spChg>
        <pc:spChg chg="add mod">
          <ac:chgData name="徐志嘉" userId="4f4e22b3-2ff2-4e81-a7cc-1ce68c8c1bc8" providerId="ADAL" clId="{8FE5560E-E352-4DEE-8EBA-694459070AD4}" dt="2023-03-07T07:34:26.071" v="1125" actId="1038"/>
          <ac:spMkLst>
            <pc:docMk/>
            <pc:sldMk cId="3513744940" sldId="530"/>
            <ac:spMk id="48" creationId="{CEA38BA0-107E-3C48-7C63-601DE0B6BBB9}"/>
          </ac:spMkLst>
        </pc:spChg>
        <pc:spChg chg="add mod">
          <ac:chgData name="徐志嘉" userId="4f4e22b3-2ff2-4e81-a7cc-1ce68c8c1bc8" providerId="ADAL" clId="{8FE5560E-E352-4DEE-8EBA-694459070AD4}" dt="2023-03-07T07:34:26.071" v="1125" actId="1038"/>
          <ac:spMkLst>
            <pc:docMk/>
            <pc:sldMk cId="3513744940" sldId="530"/>
            <ac:spMk id="49" creationId="{7B0E16B6-39C9-EBDD-3801-C1554E9A1B99}"/>
          </ac:spMkLst>
        </pc:spChg>
        <pc:spChg chg="add mod">
          <ac:chgData name="徐志嘉" userId="4f4e22b3-2ff2-4e81-a7cc-1ce68c8c1bc8" providerId="ADAL" clId="{8FE5560E-E352-4DEE-8EBA-694459070AD4}" dt="2023-03-07T07:34:26.071" v="1125" actId="1038"/>
          <ac:spMkLst>
            <pc:docMk/>
            <pc:sldMk cId="3513744940" sldId="530"/>
            <ac:spMk id="56" creationId="{87A641DA-D035-FE64-C474-9D6142D16D57}"/>
          </ac:spMkLst>
        </pc:spChg>
        <pc:spChg chg="add mod">
          <ac:chgData name="徐志嘉" userId="4f4e22b3-2ff2-4e81-a7cc-1ce68c8c1bc8" providerId="ADAL" clId="{8FE5560E-E352-4DEE-8EBA-694459070AD4}" dt="2023-03-07T07:34:26.071" v="1125" actId="1038"/>
          <ac:spMkLst>
            <pc:docMk/>
            <pc:sldMk cId="3513744940" sldId="530"/>
            <ac:spMk id="57" creationId="{F9C673F7-E642-2575-B271-D300A926FC4A}"/>
          </ac:spMkLst>
        </pc:spChg>
        <pc:spChg chg="add mod">
          <ac:chgData name="徐志嘉" userId="4f4e22b3-2ff2-4e81-a7cc-1ce68c8c1bc8" providerId="ADAL" clId="{8FE5560E-E352-4DEE-8EBA-694459070AD4}" dt="2023-03-07T07:34:26.071" v="1125" actId="1038"/>
          <ac:spMkLst>
            <pc:docMk/>
            <pc:sldMk cId="3513744940" sldId="530"/>
            <ac:spMk id="58" creationId="{2FAD1035-9F8E-235B-DCD1-6D8DA2CF33BF}"/>
          </ac:spMkLst>
        </pc:spChg>
        <pc:spChg chg="add mod">
          <ac:chgData name="徐志嘉" userId="4f4e22b3-2ff2-4e81-a7cc-1ce68c8c1bc8" providerId="ADAL" clId="{8FE5560E-E352-4DEE-8EBA-694459070AD4}" dt="2023-03-07T07:34:26.071" v="1125" actId="1038"/>
          <ac:spMkLst>
            <pc:docMk/>
            <pc:sldMk cId="3513744940" sldId="530"/>
            <ac:spMk id="59" creationId="{E1B08DDC-7284-D885-D952-877CF07CDA56}"/>
          </ac:spMkLst>
        </pc:spChg>
        <pc:grpChg chg="add mod">
          <ac:chgData name="徐志嘉" userId="4f4e22b3-2ff2-4e81-a7cc-1ce68c8c1bc8" providerId="ADAL" clId="{8FE5560E-E352-4DEE-8EBA-694459070AD4}" dt="2023-03-07T07:34:26.071" v="1125" actId="1038"/>
          <ac:grpSpMkLst>
            <pc:docMk/>
            <pc:sldMk cId="3513744940" sldId="530"/>
            <ac:grpSpMk id="25" creationId="{370491DF-EAFA-4996-6173-A995527148A1}"/>
          </ac:grpSpMkLst>
        </pc:grpChg>
        <pc:grpChg chg="add mod">
          <ac:chgData name="徐志嘉" userId="4f4e22b3-2ff2-4e81-a7cc-1ce68c8c1bc8" providerId="ADAL" clId="{8FE5560E-E352-4DEE-8EBA-694459070AD4}" dt="2023-03-07T07:34:26.071" v="1125" actId="1038"/>
          <ac:grpSpMkLst>
            <pc:docMk/>
            <pc:sldMk cId="3513744940" sldId="530"/>
            <ac:grpSpMk id="28" creationId="{651596DF-531E-BE98-48EC-CC13651F9616}"/>
          </ac:grpSpMkLst>
        </pc:grpChg>
        <pc:grpChg chg="add mod">
          <ac:chgData name="徐志嘉" userId="4f4e22b3-2ff2-4e81-a7cc-1ce68c8c1bc8" providerId="ADAL" clId="{8FE5560E-E352-4DEE-8EBA-694459070AD4}" dt="2023-03-07T07:34:26.071" v="1125" actId="1038"/>
          <ac:grpSpMkLst>
            <pc:docMk/>
            <pc:sldMk cId="3513744940" sldId="530"/>
            <ac:grpSpMk id="31" creationId="{F60B1C6F-9E2B-323A-CA0F-8ADD4D4B571B}"/>
          </ac:grpSpMkLst>
        </pc:grpChg>
        <pc:graphicFrameChg chg="add mod">
          <ac:chgData name="徐志嘉" userId="4f4e22b3-2ff2-4e81-a7cc-1ce68c8c1bc8" providerId="ADAL" clId="{8FE5560E-E352-4DEE-8EBA-694459070AD4}" dt="2023-03-07T07:34:26.071" v="1125" actId="1038"/>
          <ac:graphicFrameMkLst>
            <pc:docMk/>
            <pc:sldMk cId="3513744940" sldId="530"/>
            <ac:graphicFrameMk id="50" creationId="{665F1DD9-3C35-55D0-37DC-0863DF976EB0}"/>
          </ac:graphicFrameMkLst>
        </pc:graphicFrameChg>
        <pc:graphicFrameChg chg="add mod">
          <ac:chgData name="徐志嘉" userId="4f4e22b3-2ff2-4e81-a7cc-1ce68c8c1bc8" providerId="ADAL" clId="{8FE5560E-E352-4DEE-8EBA-694459070AD4}" dt="2023-03-07T07:34:26.071" v="1125" actId="1038"/>
          <ac:graphicFrameMkLst>
            <pc:docMk/>
            <pc:sldMk cId="3513744940" sldId="530"/>
            <ac:graphicFrameMk id="51" creationId="{ADE56994-FA6E-A902-A62F-05F57CEA6889}"/>
          </ac:graphicFrameMkLst>
        </pc:graphicFrameChg>
        <pc:graphicFrameChg chg="add mod">
          <ac:chgData name="徐志嘉" userId="4f4e22b3-2ff2-4e81-a7cc-1ce68c8c1bc8" providerId="ADAL" clId="{8FE5560E-E352-4DEE-8EBA-694459070AD4}" dt="2023-03-07T07:34:26.071" v="1125" actId="1038"/>
          <ac:graphicFrameMkLst>
            <pc:docMk/>
            <pc:sldMk cId="3513744940" sldId="530"/>
            <ac:graphicFrameMk id="52" creationId="{1635F397-FABA-2877-27BF-E167706AD799}"/>
          </ac:graphicFrameMkLst>
        </pc:graphicFrameChg>
        <pc:graphicFrameChg chg="add mod">
          <ac:chgData name="徐志嘉" userId="4f4e22b3-2ff2-4e81-a7cc-1ce68c8c1bc8" providerId="ADAL" clId="{8FE5560E-E352-4DEE-8EBA-694459070AD4}" dt="2023-03-07T07:34:26.071" v="1125" actId="1038"/>
          <ac:graphicFrameMkLst>
            <pc:docMk/>
            <pc:sldMk cId="3513744940" sldId="530"/>
            <ac:graphicFrameMk id="53" creationId="{B1149A72-9386-E3B1-8460-3F79B97BA07F}"/>
          </ac:graphicFrameMkLst>
        </pc:graphicFrameChg>
        <pc:graphicFrameChg chg="add mod">
          <ac:chgData name="徐志嘉" userId="4f4e22b3-2ff2-4e81-a7cc-1ce68c8c1bc8" providerId="ADAL" clId="{8FE5560E-E352-4DEE-8EBA-694459070AD4}" dt="2023-03-07T07:34:26.071" v="1125" actId="1038"/>
          <ac:graphicFrameMkLst>
            <pc:docMk/>
            <pc:sldMk cId="3513744940" sldId="530"/>
            <ac:graphicFrameMk id="55" creationId="{15B059F7-F385-641C-A754-156949ED4B5A}"/>
          </ac:graphicFrameMkLst>
        </pc:graphicFrameChg>
        <pc:picChg chg="add mod">
          <ac:chgData name="徐志嘉" userId="4f4e22b3-2ff2-4e81-a7cc-1ce68c8c1bc8" providerId="ADAL" clId="{8FE5560E-E352-4DEE-8EBA-694459070AD4}" dt="2023-03-07T07:34:26.071" v="1125" actId="1038"/>
          <ac:picMkLst>
            <pc:docMk/>
            <pc:sldMk cId="3513744940" sldId="530"/>
            <ac:picMk id="5" creationId="{629A2391-0689-459C-0F2A-70D209665C3A}"/>
          </ac:picMkLst>
        </pc:picChg>
        <pc:picChg chg="add mod">
          <ac:chgData name="徐志嘉" userId="4f4e22b3-2ff2-4e81-a7cc-1ce68c8c1bc8" providerId="ADAL" clId="{8FE5560E-E352-4DEE-8EBA-694459070AD4}" dt="2023-03-07T07:34:26.071" v="1125" actId="1038"/>
          <ac:picMkLst>
            <pc:docMk/>
            <pc:sldMk cId="3513744940" sldId="530"/>
            <ac:picMk id="6" creationId="{ECC70F45-572E-9C7D-D164-6E0C60B5B7FF}"/>
          </ac:picMkLst>
        </pc:picChg>
        <pc:cxnChg chg="add mod">
          <ac:chgData name="徐志嘉" userId="4f4e22b3-2ff2-4e81-a7cc-1ce68c8c1bc8" providerId="ADAL" clId="{8FE5560E-E352-4DEE-8EBA-694459070AD4}" dt="2023-03-07T07:34:26.071" v="1125" actId="1038"/>
          <ac:cxnSpMkLst>
            <pc:docMk/>
            <pc:sldMk cId="3513744940" sldId="530"/>
            <ac:cxnSpMk id="9" creationId="{EA3B3624-34DA-0EBD-FEDA-73BE57F0467E}"/>
          </ac:cxnSpMkLst>
        </pc:cxnChg>
        <pc:cxnChg chg="add mod">
          <ac:chgData name="徐志嘉" userId="4f4e22b3-2ff2-4e81-a7cc-1ce68c8c1bc8" providerId="ADAL" clId="{8FE5560E-E352-4DEE-8EBA-694459070AD4}" dt="2023-03-07T07:34:26.071" v="1125" actId="1038"/>
          <ac:cxnSpMkLst>
            <pc:docMk/>
            <pc:sldMk cId="3513744940" sldId="530"/>
            <ac:cxnSpMk id="10" creationId="{3FBB6D05-E5B2-6668-1767-852D7B7592B8}"/>
          </ac:cxnSpMkLst>
        </pc:cxnChg>
        <pc:cxnChg chg="add mod">
          <ac:chgData name="徐志嘉" userId="4f4e22b3-2ff2-4e81-a7cc-1ce68c8c1bc8" providerId="ADAL" clId="{8FE5560E-E352-4DEE-8EBA-694459070AD4}" dt="2023-03-07T07:34:26.071" v="1125" actId="1038"/>
          <ac:cxnSpMkLst>
            <pc:docMk/>
            <pc:sldMk cId="3513744940" sldId="530"/>
            <ac:cxnSpMk id="14" creationId="{302A561D-9627-59BF-9BA7-02CB2F86DE40}"/>
          </ac:cxnSpMkLst>
        </pc:cxnChg>
        <pc:cxnChg chg="add mod">
          <ac:chgData name="徐志嘉" userId="4f4e22b3-2ff2-4e81-a7cc-1ce68c8c1bc8" providerId="ADAL" clId="{8FE5560E-E352-4DEE-8EBA-694459070AD4}" dt="2023-03-07T07:34:26.071" v="1125" actId="1038"/>
          <ac:cxnSpMkLst>
            <pc:docMk/>
            <pc:sldMk cId="3513744940" sldId="530"/>
            <ac:cxnSpMk id="16" creationId="{E7966DDD-C69E-78E5-24D0-036FEA6A1A83}"/>
          </ac:cxnSpMkLst>
        </pc:cxnChg>
        <pc:cxnChg chg="add mod">
          <ac:chgData name="徐志嘉" userId="4f4e22b3-2ff2-4e81-a7cc-1ce68c8c1bc8" providerId="ADAL" clId="{8FE5560E-E352-4DEE-8EBA-694459070AD4}" dt="2023-03-07T07:34:26.071" v="1125" actId="1038"/>
          <ac:cxnSpMkLst>
            <pc:docMk/>
            <pc:sldMk cId="3513744940" sldId="530"/>
            <ac:cxnSpMk id="17" creationId="{5EC1B06C-C94B-29CF-0A20-2E3DE1C9EA6E}"/>
          </ac:cxnSpMkLst>
        </pc:cxnChg>
        <pc:cxnChg chg="add mod">
          <ac:chgData name="徐志嘉" userId="4f4e22b3-2ff2-4e81-a7cc-1ce68c8c1bc8" providerId="ADAL" clId="{8FE5560E-E352-4DEE-8EBA-694459070AD4}" dt="2023-03-07T07:34:26.071" v="1125" actId="1038"/>
          <ac:cxnSpMkLst>
            <pc:docMk/>
            <pc:sldMk cId="3513744940" sldId="530"/>
            <ac:cxnSpMk id="18" creationId="{243ADE54-20F3-5878-E3E5-2204DDA974F0}"/>
          </ac:cxnSpMkLst>
        </pc:cxnChg>
        <pc:cxnChg chg="add mod">
          <ac:chgData name="徐志嘉" userId="4f4e22b3-2ff2-4e81-a7cc-1ce68c8c1bc8" providerId="ADAL" clId="{8FE5560E-E352-4DEE-8EBA-694459070AD4}" dt="2023-03-07T07:34:26.071" v="1125" actId="1038"/>
          <ac:cxnSpMkLst>
            <pc:docMk/>
            <pc:sldMk cId="3513744940" sldId="530"/>
            <ac:cxnSpMk id="19" creationId="{7119D14D-625F-F44D-AA5D-D8D62A9434B4}"/>
          </ac:cxnSpMkLst>
        </pc:cxnChg>
        <pc:cxnChg chg="add mod">
          <ac:chgData name="徐志嘉" userId="4f4e22b3-2ff2-4e81-a7cc-1ce68c8c1bc8" providerId="ADAL" clId="{8FE5560E-E352-4DEE-8EBA-694459070AD4}" dt="2023-03-07T07:34:26.071" v="1125" actId="1038"/>
          <ac:cxnSpMkLst>
            <pc:docMk/>
            <pc:sldMk cId="3513744940" sldId="530"/>
            <ac:cxnSpMk id="20" creationId="{667B6732-B250-4C7A-043A-67A035FFC4C8}"/>
          </ac:cxnSpMkLst>
        </pc:cxnChg>
        <pc:cxnChg chg="add mod">
          <ac:chgData name="徐志嘉" userId="4f4e22b3-2ff2-4e81-a7cc-1ce68c8c1bc8" providerId="ADAL" clId="{8FE5560E-E352-4DEE-8EBA-694459070AD4}" dt="2023-03-07T07:34:26.071" v="1125" actId="1038"/>
          <ac:cxnSpMkLst>
            <pc:docMk/>
            <pc:sldMk cId="3513744940" sldId="530"/>
            <ac:cxnSpMk id="21" creationId="{270F9A3F-B7A5-A85D-97F6-30EC75C04885}"/>
          </ac:cxnSpMkLst>
        </pc:cxnChg>
        <pc:cxnChg chg="add mod">
          <ac:chgData name="徐志嘉" userId="4f4e22b3-2ff2-4e81-a7cc-1ce68c8c1bc8" providerId="ADAL" clId="{8FE5560E-E352-4DEE-8EBA-694459070AD4}" dt="2023-03-07T07:34:26.071" v="1125" actId="1038"/>
          <ac:cxnSpMkLst>
            <pc:docMk/>
            <pc:sldMk cId="3513744940" sldId="530"/>
            <ac:cxnSpMk id="22" creationId="{F49515A9-3183-6ABF-C1F7-51ACAB731495}"/>
          </ac:cxnSpMkLst>
        </pc:cxnChg>
        <pc:cxnChg chg="add mod">
          <ac:chgData name="徐志嘉" userId="4f4e22b3-2ff2-4e81-a7cc-1ce68c8c1bc8" providerId="ADAL" clId="{8FE5560E-E352-4DEE-8EBA-694459070AD4}" dt="2023-03-07T07:34:26.071" v="1125" actId="1038"/>
          <ac:cxnSpMkLst>
            <pc:docMk/>
            <pc:sldMk cId="3513744940" sldId="530"/>
            <ac:cxnSpMk id="23" creationId="{1A45B33F-AC6E-017B-0C72-DC05D5C92158}"/>
          </ac:cxnSpMkLst>
        </pc:cxnChg>
        <pc:cxnChg chg="add mod">
          <ac:chgData name="徐志嘉" userId="4f4e22b3-2ff2-4e81-a7cc-1ce68c8c1bc8" providerId="ADAL" clId="{8FE5560E-E352-4DEE-8EBA-694459070AD4}" dt="2023-03-07T07:34:26.071" v="1125" actId="1038"/>
          <ac:cxnSpMkLst>
            <pc:docMk/>
            <pc:sldMk cId="3513744940" sldId="530"/>
            <ac:cxnSpMk id="34" creationId="{2B93AA44-60D9-6E51-A398-C4D7B8C64BF6}"/>
          </ac:cxnSpMkLst>
        </pc:cxnChg>
        <pc:cxnChg chg="add mod">
          <ac:chgData name="徐志嘉" userId="4f4e22b3-2ff2-4e81-a7cc-1ce68c8c1bc8" providerId="ADAL" clId="{8FE5560E-E352-4DEE-8EBA-694459070AD4}" dt="2023-03-07T07:34:26.071" v="1125" actId="1038"/>
          <ac:cxnSpMkLst>
            <pc:docMk/>
            <pc:sldMk cId="3513744940" sldId="530"/>
            <ac:cxnSpMk id="36" creationId="{8A696616-1F2E-D1E1-42A7-730023D0EA7A}"/>
          </ac:cxnSpMkLst>
        </pc:cxnChg>
        <pc:cxnChg chg="add mod">
          <ac:chgData name="徐志嘉" userId="4f4e22b3-2ff2-4e81-a7cc-1ce68c8c1bc8" providerId="ADAL" clId="{8FE5560E-E352-4DEE-8EBA-694459070AD4}" dt="2023-03-07T07:34:26.071" v="1125" actId="1038"/>
          <ac:cxnSpMkLst>
            <pc:docMk/>
            <pc:sldMk cId="3513744940" sldId="530"/>
            <ac:cxnSpMk id="37" creationId="{CF73FC5D-67F1-5BF9-0523-D23DA1E55514}"/>
          </ac:cxnSpMkLst>
        </pc:cxnChg>
        <pc:cxnChg chg="add mod">
          <ac:chgData name="徐志嘉" userId="4f4e22b3-2ff2-4e81-a7cc-1ce68c8c1bc8" providerId="ADAL" clId="{8FE5560E-E352-4DEE-8EBA-694459070AD4}" dt="2023-03-07T07:34:26.071" v="1125" actId="1038"/>
          <ac:cxnSpMkLst>
            <pc:docMk/>
            <pc:sldMk cId="3513744940" sldId="530"/>
            <ac:cxnSpMk id="38" creationId="{2BF03FAE-2981-12E3-15DC-2AE37228F3BE}"/>
          </ac:cxnSpMkLst>
        </pc:cxnChg>
        <pc:cxnChg chg="add mod">
          <ac:chgData name="徐志嘉" userId="4f4e22b3-2ff2-4e81-a7cc-1ce68c8c1bc8" providerId="ADAL" clId="{8FE5560E-E352-4DEE-8EBA-694459070AD4}" dt="2023-03-07T07:34:26.071" v="1125" actId="1038"/>
          <ac:cxnSpMkLst>
            <pc:docMk/>
            <pc:sldMk cId="3513744940" sldId="530"/>
            <ac:cxnSpMk id="39" creationId="{B055B9C6-4462-44D3-D613-AD52985FFC1D}"/>
          </ac:cxnSpMkLst>
        </pc:cxnChg>
        <pc:cxnChg chg="add mod">
          <ac:chgData name="徐志嘉" userId="4f4e22b3-2ff2-4e81-a7cc-1ce68c8c1bc8" providerId="ADAL" clId="{8FE5560E-E352-4DEE-8EBA-694459070AD4}" dt="2023-03-07T07:34:26.071" v="1125" actId="1038"/>
          <ac:cxnSpMkLst>
            <pc:docMk/>
            <pc:sldMk cId="3513744940" sldId="530"/>
            <ac:cxnSpMk id="40" creationId="{1954560C-B0C3-7C49-4C14-CF93C6488E94}"/>
          </ac:cxnSpMkLst>
        </pc:cxnChg>
        <pc:cxnChg chg="add mod">
          <ac:chgData name="徐志嘉" userId="4f4e22b3-2ff2-4e81-a7cc-1ce68c8c1bc8" providerId="ADAL" clId="{8FE5560E-E352-4DEE-8EBA-694459070AD4}" dt="2023-03-07T07:34:26.071" v="1125" actId="1038"/>
          <ac:cxnSpMkLst>
            <pc:docMk/>
            <pc:sldMk cId="3513744940" sldId="530"/>
            <ac:cxnSpMk id="41" creationId="{088AFA29-6603-03A8-D9C2-E6F522E72CBB}"/>
          </ac:cxnSpMkLst>
        </pc:cxnChg>
        <pc:cxnChg chg="add mod">
          <ac:chgData name="徐志嘉" userId="4f4e22b3-2ff2-4e81-a7cc-1ce68c8c1bc8" providerId="ADAL" clId="{8FE5560E-E352-4DEE-8EBA-694459070AD4}" dt="2023-03-07T07:34:26.071" v="1125" actId="1038"/>
          <ac:cxnSpMkLst>
            <pc:docMk/>
            <pc:sldMk cId="3513744940" sldId="530"/>
            <ac:cxnSpMk id="42" creationId="{AE55671A-01C0-B1B0-FD07-B072B96FB75F}"/>
          </ac:cxnSpMkLst>
        </pc:cxnChg>
        <pc:cxnChg chg="add mod">
          <ac:chgData name="徐志嘉" userId="4f4e22b3-2ff2-4e81-a7cc-1ce68c8c1bc8" providerId="ADAL" clId="{8FE5560E-E352-4DEE-8EBA-694459070AD4}" dt="2023-03-07T07:34:26.071" v="1125" actId="1038"/>
          <ac:cxnSpMkLst>
            <pc:docMk/>
            <pc:sldMk cId="3513744940" sldId="530"/>
            <ac:cxnSpMk id="44" creationId="{78F57F58-A25D-1536-F4F5-AF8A54565A75}"/>
          </ac:cxnSpMkLst>
        </pc:cxnChg>
        <pc:cxnChg chg="add mod">
          <ac:chgData name="徐志嘉" userId="4f4e22b3-2ff2-4e81-a7cc-1ce68c8c1bc8" providerId="ADAL" clId="{8FE5560E-E352-4DEE-8EBA-694459070AD4}" dt="2023-03-07T07:34:26.071" v="1125" actId="1038"/>
          <ac:cxnSpMkLst>
            <pc:docMk/>
            <pc:sldMk cId="3513744940" sldId="530"/>
            <ac:cxnSpMk id="54" creationId="{9FFE4A11-335B-CB17-24A8-F542A85FDDF8}"/>
          </ac:cxnSpMkLst>
        </pc:cxnChg>
        <pc:cxnChg chg="add mod">
          <ac:chgData name="徐志嘉" userId="4f4e22b3-2ff2-4e81-a7cc-1ce68c8c1bc8" providerId="ADAL" clId="{8FE5560E-E352-4DEE-8EBA-694459070AD4}" dt="2023-03-07T07:34:26.071" v="1125" actId="1038"/>
          <ac:cxnSpMkLst>
            <pc:docMk/>
            <pc:sldMk cId="3513744940" sldId="530"/>
            <ac:cxnSpMk id="60" creationId="{A6C4385C-BD72-506D-33F8-A4F2880BA813}"/>
          </ac:cxnSpMkLst>
        </pc:cxnChg>
        <pc:cxnChg chg="add mod">
          <ac:chgData name="徐志嘉" userId="4f4e22b3-2ff2-4e81-a7cc-1ce68c8c1bc8" providerId="ADAL" clId="{8FE5560E-E352-4DEE-8EBA-694459070AD4}" dt="2023-03-07T07:34:26.071" v="1125" actId="1038"/>
          <ac:cxnSpMkLst>
            <pc:docMk/>
            <pc:sldMk cId="3513744940" sldId="530"/>
            <ac:cxnSpMk id="61" creationId="{256595A6-E6B8-0F22-3A6E-69968598E14C}"/>
          </ac:cxnSpMkLst>
        </pc:cxnChg>
      </pc:sldChg>
      <pc:sldChg chg="add del">
        <pc:chgData name="徐志嘉" userId="4f4e22b3-2ff2-4e81-a7cc-1ce68c8c1bc8" providerId="ADAL" clId="{8FE5560E-E352-4DEE-8EBA-694459070AD4}" dt="2023-03-08T05:54:13.702" v="2532" actId="47"/>
        <pc:sldMkLst>
          <pc:docMk/>
          <pc:sldMk cId="1848083603" sldId="531"/>
        </pc:sldMkLst>
      </pc:sldChg>
      <pc:sldChg chg="addSp delSp modSp new del mod modShow">
        <pc:chgData name="徐志嘉" userId="4f4e22b3-2ff2-4e81-a7cc-1ce68c8c1bc8" providerId="ADAL" clId="{8FE5560E-E352-4DEE-8EBA-694459070AD4}" dt="2023-03-07T16:42:46.413" v="2524" actId="2696"/>
        <pc:sldMkLst>
          <pc:docMk/>
          <pc:sldMk cId="3291319683" sldId="531"/>
        </pc:sldMkLst>
        <pc:spChg chg="mod">
          <ac:chgData name="徐志嘉" userId="4f4e22b3-2ff2-4e81-a7cc-1ce68c8c1bc8" providerId="ADAL" clId="{8FE5560E-E352-4DEE-8EBA-694459070AD4}" dt="2023-03-07T07:48:22.958" v="1147" actId="20577"/>
          <ac:spMkLst>
            <pc:docMk/>
            <pc:sldMk cId="3291319683" sldId="531"/>
            <ac:spMk id="2" creationId="{9493B10C-A5F8-D229-3708-E9342D44CD89}"/>
          </ac:spMkLst>
        </pc:spChg>
        <pc:spChg chg="mod">
          <ac:chgData name="徐志嘉" userId="4f4e22b3-2ff2-4e81-a7cc-1ce68c8c1bc8" providerId="ADAL" clId="{8FE5560E-E352-4DEE-8EBA-694459070AD4}" dt="2023-03-07T08:18:45.090" v="1500" actId="1076"/>
          <ac:spMkLst>
            <pc:docMk/>
            <pc:sldMk cId="3291319683" sldId="531"/>
            <ac:spMk id="3" creationId="{6AC08893-FA68-7082-07AA-324E931F33F3}"/>
          </ac:spMkLst>
        </pc:spChg>
        <pc:spChg chg="add mod">
          <ac:chgData name="徐志嘉" userId="4f4e22b3-2ff2-4e81-a7cc-1ce68c8c1bc8" providerId="ADAL" clId="{8FE5560E-E352-4DEE-8EBA-694459070AD4}" dt="2023-03-07T08:21:59.716" v="1619" actId="1036"/>
          <ac:spMkLst>
            <pc:docMk/>
            <pc:sldMk cId="3291319683" sldId="531"/>
            <ac:spMk id="12" creationId="{E909FBDF-5391-5591-5DEB-3DC6A8B09864}"/>
          </ac:spMkLst>
        </pc:spChg>
        <pc:spChg chg="add del mod">
          <ac:chgData name="徐志嘉" userId="4f4e22b3-2ff2-4e81-a7cc-1ce68c8c1bc8" providerId="ADAL" clId="{8FE5560E-E352-4DEE-8EBA-694459070AD4}" dt="2023-03-07T07:55:36.964" v="1217" actId="478"/>
          <ac:spMkLst>
            <pc:docMk/>
            <pc:sldMk cId="3291319683" sldId="531"/>
            <ac:spMk id="13" creationId="{3755F194-49DE-24A3-7FCB-F471F0EC3673}"/>
          </ac:spMkLst>
        </pc:spChg>
        <pc:spChg chg="add del mod">
          <ac:chgData name="徐志嘉" userId="4f4e22b3-2ff2-4e81-a7cc-1ce68c8c1bc8" providerId="ADAL" clId="{8FE5560E-E352-4DEE-8EBA-694459070AD4}" dt="2023-03-07T07:56:34.417" v="1221" actId="478"/>
          <ac:spMkLst>
            <pc:docMk/>
            <pc:sldMk cId="3291319683" sldId="531"/>
            <ac:spMk id="14" creationId="{EFFD5B55-BDB8-2664-1898-674237B17D9B}"/>
          </ac:spMkLst>
        </pc:spChg>
        <pc:spChg chg="add mod">
          <ac:chgData name="徐志嘉" userId="4f4e22b3-2ff2-4e81-a7cc-1ce68c8c1bc8" providerId="ADAL" clId="{8FE5560E-E352-4DEE-8EBA-694459070AD4}" dt="2023-03-07T08:21:59.716" v="1619" actId="1036"/>
          <ac:spMkLst>
            <pc:docMk/>
            <pc:sldMk cId="3291319683" sldId="531"/>
            <ac:spMk id="15" creationId="{0B186B4C-50FE-C228-781A-AA71549CC3CE}"/>
          </ac:spMkLst>
        </pc:spChg>
        <pc:spChg chg="add mod">
          <ac:chgData name="徐志嘉" userId="4f4e22b3-2ff2-4e81-a7cc-1ce68c8c1bc8" providerId="ADAL" clId="{8FE5560E-E352-4DEE-8EBA-694459070AD4}" dt="2023-03-07T08:21:59.716" v="1619" actId="1036"/>
          <ac:spMkLst>
            <pc:docMk/>
            <pc:sldMk cId="3291319683" sldId="531"/>
            <ac:spMk id="35" creationId="{945C53F5-8461-2A9C-E552-91365760BBBE}"/>
          </ac:spMkLst>
        </pc:spChg>
        <pc:spChg chg="add del">
          <ac:chgData name="徐志嘉" userId="4f4e22b3-2ff2-4e81-a7cc-1ce68c8c1bc8" providerId="ADAL" clId="{8FE5560E-E352-4DEE-8EBA-694459070AD4}" dt="2023-03-07T08:14:28.545" v="1421" actId="478"/>
          <ac:spMkLst>
            <pc:docMk/>
            <pc:sldMk cId="3291319683" sldId="531"/>
            <ac:spMk id="36" creationId="{A567A40B-701A-FDA0-AEBF-CF03134C5CB7}"/>
          </ac:spMkLst>
        </pc:spChg>
        <pc:spChg chg="add mod">
          <ac:chgData name="徐志嘉" userId="4f4e22b3-2ff2-4e81-a7cc-1ce68c8c1bc8" providerId="ADAL" clId="{8FE5560E-E352-4DEE-8EBA-694459070AD4}" dt="2023-03-07T08:21:59.716" v="1619" actId="1036"/>
          <ac:spMkLst>
            <pc:docMk/>
            <pc:sldMk cId="3291319683" sldId="531"/>
            <ac:spMk id="39" creationId="{C43AC795-C1C5-F580-E51C-7AB04A3A511A}"/>
          </ac:spMkLst>
        </pc:spChg>
        <pc:spChg chg="add mod">
          <ac:chgData name="徐志嘉" userId="4f4e22b3-2ff2-4e81-a7cc-1ce68c8c1bc8" providerId="ADAL" clId="{8FE5560E-E352-4DEE-8EBA-694459070AD4}" dt="2023-03-07T08:21:59.716" v="1619" actId="1036"/>
          <ac:spMkLst>
            <pc:docMk/>
            <pc:sldMk cId="3291319683" sldId="531"/>
            <ac:spMk id="45" creationId="{B2EDD657-89D2-78AE-F4EF-2AD7C08E1EE2}"/>
          </ac:spMkLst>
        </pc:spChg>
        <pc:spChg chg="add mod">
          <ac:chgData name="徐志嘉" userId="4f4e22b3-2ff2-4e81-a7cc-1ce68c8c1bc8" providerId="ADAL" clId="{8FE5560E-E352-4DEE-8EBA-694459070AD4}" dt="2023-03-07T08:21:59.716" v="1619" actId="1036"/>
          <ac:spMkLst>
            <pc:docMk/>
            <pc:sldMk cId="3291319683" sldId="531"/>
            <ac:spMk id="50" creationId="{0BEF98A4-3FA4-DEC5-1246-4C86EE0B13BB}"/>
          </ac:spMkLst>
        </pc:spChg>
        <pc:spChg chg="add mod">
          <ac:chgData name="徐志嘉" userId="4f4e22b3-2ff2-4e81-a7cc-1ce68c8c1bc8" providerId="ADAL" clId="{8FE5560E-E352-4DEE-8EBA-694459070AD4}" dt="2023-03-07T08:26:53.289" v="1699" actId="1076"/>
          <ac:spMkLst>
            <pc:docMk/>
            <pc:sldMk cId="3291319683" sldId="531"/>
            <ac:spMk id="51" creationId="{B4A213C5-2E12-95A5-EA20-54E6C41E6925}"/>
          </ac:spMkLst>
        </pc:spChg>
        <pc:picChg chg="add del mod">
          <ac:chgData name="徐志嘉" userId="4f4e22b3-2ff2-4e81-a7cc-1ce68c8c1bc8" providerId="ADAL" clId="{8FE5560E-E352-4DEE-8EBA-694459070AD4}" dt="2023-03-07T08:00:46.750" v="1248" actId="478"/>
          <ac:picMkLst>
            <pc:docMk/>
            <pc:sldMk cId="3291319683" sldId="531"/>
            <ac:picMk id="5" creationId="{16C9E67A-0933-1C5F-3260-D86149DE9939}"/>
          </ac:picMkLst>
        </pc:picChg>
        <pc:picChg chg="add del mod">
          <ac:chgData name="徐志嘉" userId="4f4e22b3-2ff2-4e81-a7cc-1ce68c8c1bc8" providerId="ADAL" clId="{8FE5560E-E352-4DEE-8EBA-694459070AD4}" dt="2023-03-07T08:00:46.750" v="1248" actId="478"/>
          <ac:picMkLst>
            <pc:docMk/>
            <pc:sldMk cId="3291319683" sldId="531"/>
            <ac:picMk id="7" creationId="{25C4617C-DD32-4A30-9C17-0F66C8E2CA68}"/>
          </ac:picMkLst>
        </pc:picChg>
        <pc:picChg chg="add del mod">
          <ac:chgData name="徐志嘉" userId="4f4e22b3-2ff2-4e81-a7cc-1ce68c8c1bc8" providerId="ADAL" clId="{8FE5560E-E352-4DEE-8EBA-694459070AD4}" dt="2023-03-07T08:00:46.750" v="1248" actId="478"/>
          <ac:picMkLst>
            <pc:docMk/>
            <pc:sldMk cId="3291319683" sldId="531"/>
            <ac:picMk id="9" creationId="{D187AAED-3C73-7CD5-9C67-6272A91A9FF5}"/>
          </ac:picMkLst>
        </pc:picChg>
        <pc:picChg chg="add del mod">
          <ac:chgData name="徐志嘉" userId="4f4e22b3-2ff2-4e81-a7cc-1ce68c8c1bc8" providerId="ADAL" clId="{8FE5560E-E352-4DEE-8EBA-694459070AD4}" dt="2023-03-07T08:00:46.750" v="1248" actId="478"/>
          <ac:picMkLst>
            <pc:docMk/>
            <pc:sldMk cId="3291319683" sldId="531"/>
            <ac:picMk id="11" creationId="{9DAB1005-A168-0FC7-F3AA-9A05242E3FF0}"/>
          </ac:picMkLst>
        </pc:picChg>
        <pc:picChg chg="add mod">
          <ac:chgData name="徐志嘉" userId="4f4e22b3-2ff2-4e81-a7cc-1ce68c8c1bc8" providerId="ADAL" clId="{8FE5560E-E352-4DEE-8EBA-694459070AD4}" dt="2023-03-07T08:21:59.716" v="1619" actId="1036"/>
          <ac:picMkLst>
            <pc:docMk/>
            <pc:sldMk cId="3291319683" sldId="531"/>
            <ac:picMk id="17" creationId="{734C1456-792E-1928-B623-685D44099C40}"/>
          </ac:picMkLst>
        </pc:picChg>
        <pc:picChg chg="add mod">
          <ac:chgData name="徐志嘉" userId="4f4e22b3-2ff2-4e81-a7cc-1ce68c8c1bc8" providerId="ADAL" clId="{8FE5560E-E352-4DEE-8EBA-694459070AD4}" dt="2023-03-07T08:21:59.716" v="1619" actId="1036"/>
          <ac:picMkLst>
            <pc:docMk/>
            <pc:sldMk cId="3291319683" sldId="531"/>
            <ac:picMk id="19" creationId="{CEE906C9-BCFB-A0C9-AA58-2F50BA3CD557}"/>
          </ac:picMkLst>
        </pc:picChg>
        <pc:picChg chg="add del mod">
          <ac:chgData name="徐志嘉" userId="4f4e22b3-2ff2-4e81-a7cc-1ce68c8c1bc8" providerId="ADAL" clId="{8FE5560E-E352-4DEE-8EBA-694459070AD4}" dt="2023-03-07T08:02:23.749" v="1259" actId="478"/>
          <ac:picMkLst>
            <pc:docMk/>
            <pc:sldMk cId="3291319683" sldId="531"/>
            <ac:picMk id="21" creationId="{AD2B3B41-620E-06DA-09ED-D2D5AC925A23}"/>
          </ac:picMkLst>
        </pc:picChg>
        <pc:picChg chg="add del mod">
          <ac:chgData name="徐志嘉" userId="4f4e22b3-2ff2-4e81-a7cc-1ce68c8c1bc8" providerId="ADAL" clId="{8FE5560E-E352-4DEE-8EBA-694459070AD4}" dt="2023-03-07T08:02:45.469" v="1263" actId="478"/>
          <ac:picMkLst>
            <pc:docMk/>
            <pc:sldMk cId="3291319683" sldId="531"/>
            <ac:picMk id="23" creationId="{5F141120-3102-2B93-29CC-3E12480238D3}"/>
          </ac:picMkLst>
        </pc:picChg>
        <pc:picChg chg="add mod">
          <ac:chgData name="徐志嘉" userId="4f4e22b3-2ff2-4e81-a7cc-1ce68c8c1bc8" providerId="ADAL" clId="{8FE5560E-E352-4DEE-8EBA-694459070AD4}" dt="2023-03-07T08:21:59.716" v="1619" actId="1036"/>
          <ac:picMkLst>
            <pc:docMk/>
            <pc:sldMk cId="3291319683" sldId="531"/>
            <ac:picMk id="25" creationId="{E3FCF3C7-B622-5318-EDB0-2922A1504280}"/>
          </ac:picMkLst>
        </pc:picChg>
        <pc:picChg chg="add mod">
          <ac:chgData name="徐志嘉" userId="4f4e22b3-2ff2-4e81-a7cc-1ce68c8c1bc8" providerId="ADAL" clId="{8FE5560E-E352-4DEE-8EBA-694459070AD4}" dt="2023-03-07T08:21:59.716" v="1619" actId="1036"/>
          <ac:picMkLst>
            <pc:docMk/>
            <pc:sldMk cId="3291319683" sldId="531"/>
            <ac:picMk id="26" creationId="{1FEBC673-71CF-195A-6142-57B6BE411205}"/>
          </ac:picMkLst>
        </pc:picChg>
        <pc:picChg chg="add mod">
          <ac:chgData name="徐志嘉" userId="4f4e22b3-2ff2-4e81-a7cc-1ce68c8c1bc8" providerId="ADAL" clId="{8FE5560E-E352-4DEE-8EBA-694459070AD4}" dt="2023-03-07T08:21:59.716" v="1619" actId="1036"/>
          <ac:picMkLst>
            <pc:docMk/>
            <pc:sldMk cId="3291319683" sldId="531"/>
            <ac:picMk id="27" creationId="{C818A3AF-72C8-81FF-FE7E-128C8BA7A1D7}"/>
          </ac:picMkLst>
        </pc:picChg>
        <pc:picChg chg="add mod">
          <ac:chgData name="徐志嘉" userId="4f4e22b3-2ff2-4e81-a7cc-1ce68c8c1bc8" providerId="ADAL" clId="{8FE5560E-E352-4DEE-8EBA-694459070AD4}" dt="2023-03-07T08:21:59.716" v="1619" actId="1036"/>
          <ac:picMkLst>
            <pc:docMk/>
            <pc:sldMk cId="3291319683" sldId="531"/>
            <ac:picMk id="28" creationId="{2C1CB5C1-8C20-72AC-5EF1-CD0FC5BC77C9}"/>
          </ac:picMkLst>
        </pc:picChg>
        <pc:picChg chg="add del mod">
          <ac:chgData name="徐志嘉" userId="4f4e22b3-2ff2-4e81-a7cc-1ce68c8c1bc8" providerId="ADAL" clId="{8FE5560E-E352-4DEE-8EBA-694459070AD4}" dt="2023-03-07T08:05:54.535" v="1286" actId="478"/>
          <ac:picMkLst>
            <pc:docMk/>
            <pc:sldMk cId="3291319683" sldId="531"/>
            <ac:picMk id="29" creationId="{BD8198E5-5BF0-3C10-C342-878B5F546C2C}"/>
          </ac:picMkLst>
        </pc:picChg>
        <pc:picChg chg="add del mod">
          <ac:chgData name="徐志嘉" userId="4f4e22b3-2ff2-4e81-a7cc-1ce68c8c1bc8" providerId="ADAL" clId="{8FE5560E-E352-4DEE-8EBA-694459070AD4}" dt="2023-03-07T08:05:54.535" v="1286" actId="478"/>
          <ac:picMkLst>
            <pc:docMk/>
            <pc:sldMk cId="3291319683" sldId="531"/>
            <ac:picMk id="30" creationId="{2527E88B-863D-C61C-8627-75E36FDF5D39}"/>
          </ac:picMkLst>
        </pc:picChg>
        <pc:picChg chg="add del mod">
          <ac:chgData name="徐志嘉" userId="4f4e22b3-2ff2-4e81-a7cc-1ce68c8c1bc8" providerId="ADAL" clId="{8FE5560E-E352-4DEE-8EBA-694459070AD4}" dt="2023-03-07T08:05:54.535" v="1286" actId="478"/>
          <ac:picMkLst>
            <pc:docMk/>
            <pc:sldMk cId="3291319683" sldId="531"/>
            <ac:picMk id="31" creationId="{17A1BA78-6F83-BFAD-3307-6024E2B93281}"/>
          </ac:picMkLst>
        </pc:picChg>
        <pc:picChg chg="add del mod">
          <ac:chgData name="徐志嘉" userId="4f4e22b3-2ff2-4e81-a7cc-1ce68c8c1bc8" providerId="ADAL" clId="{8FE5560E-E352-4DEE-8EBA-694459070AD4}" dt="2023-03-07T08:06:49.627" v="1294" actId="478"/>
          <ac:picMkLst>
            <pc:docMk/>
            <pc:sldMk cId="3291319683" sldId="531"/>
            <ac:picMk id="32" creationId="{5251080B-5C6C-C175-1606-299CD298D14C}"/>
          </ac:picMkLst>
        </pc:picChg>
        <pc:picChg chg="add del mod">
          <ac:chgData name="徐志嘉" userId="4f4e22b3-2ff2-4e81-a7cc-1ce68c8c1bc8" providerId="ADAL" clId="{8FE5560E-E352-4DEE-8EBA-694459070AD4}" dt="2023-03-07T08:06:49.627" v="1294" actId="478"/>
          <ac:picMkLst>
            <pc:docMk/>
            <pc:sldMk cId="3291319683" sldId="531"/>
            <ac:picMk id="33" creationId="{84C2F768-0577-A341-0343-9F44021FDEB2}"/>
          </ac:picMkLst>
        </pc:picChg>
        <pc:picChg chg="add del mod">
          <ac:chgData name="徐志嘉" userId="4f4e22b3-2ff2-4e81-a7cc-1ce68c8c1bc8" providerId="ADAL" clId="{8FE5560E-E352-4DEE-8EBA-694459070AD4}" dt="2023-03-07T08:06:49.627" v="1294" actId="478"/>
          <ac:picMkLst>
            <pc:docMk/>
            <pc:sldMk cId="3291319683" sldId="531"/>
            <ac:picMk id="34" creationId="{3D9EF67C-4D0B-8346-3A91-C43619B4F157}"/>
          </ac:picMkLst>
        </pc:picChg>
        <pc:picChg chg="add mod">
          <ac:chgData name="徐志嘉" userId="4f4e22b3-2ff2-4e81-a7cc-1ce68c8c1bc8" providerId="ADAL" clId="{8FE5560E-E352-4DEE-8EBA-694459070AD4}" dt="2023-03-07T08:21:59.716" v="1619" actId="1036"/>
          <ac:picMkLst>
            <pc:docMk/>
            <pc:sldMk cId="3291319683" sldId="531"/>
            <ac:picMk id="42" creationId="{DA80075F-F1C8-B7CF-EF5F-BC864FB356A5}"/>
          </ac:picMkLst>
        </pc:picChg>
        <pc:picChg chg="add mod">
          <ac:chgData name="徐志嘉" userId="4f4e22b3-2ff2-4e81-a7cc-1ce68c8c1bc8" providerId="ADAL" clId="{8FE5560E-E352-4DEE-8EBA-694459070AD4}" dt="2023-03-07T08:21:59.716" v="1619" actId="1036"/>
          <ac:picMkLst>
            <pc:docMk/>
            <pc:sldMk cId="3291319683" sldId="531"/>
            <ac:picMk id="43" creationId="{AB3D9A9D-6D8F-FE06-22B5-C894FA4CB132}"/>
          </ac:picMkLst>
        </pc:picChg>
        <pc:picChg chg="add mod">
          <ac:chgData name="徐志嘉" userId="4f4e22b3-2ff2-4e81-a7cc-1ce68c8c1bc8" providerId="ADAL" clId="{8FE5560E-E352-4DEE-8EBA-694459070AD4}" dt="2023-03-07T08:21:59.716" v="1619" actId="1036"/>
          <ac:picMkLst>
            <pc:docMk/>
            <pc:sldMk cId="3291319683" sldId="531"/>
            <ac:picMk id="44" creationId="{9D09F4D7-D7B2-FC2C-7188-19EC99240A5B}"/>
          </ac:picMkLst>
        </pc:picChg>
        <pc:cxnChg chg="add mod">
          <ac:chgData name="徐志嘉" userId="4f4e22b3-2ff2-4e81-a7cc-1ce68c8c1bc8" providerId="ADAL" clId="{8FE5560E-E352-4DEE-8EBA-694459070AD4}" dt="2023-03-07T08:21:59.716" v="1619" actId="1036"/>
          <ac:cxnSpMkLst>
            <pc:docMk/>
            <pc:sldMk cId="3291319683" sldId="531"/>
            <ac:cxnSpMk id="38" creationId="{BEEFCAF9-D8C0-9ACC-1928-2215E195207B}"/>
          </ac:cxnSpMkLst>
        </pc:cxnChg>
        <pc:cxnChg chg="add mod">
          <ac:chgData name="徐志嘉" userId="4f4e22b3-2ff2-4e81-a7cc-1ce68c8c1bc8" providerId="ADAL" clId="{8FE5560E-E352-4DEE-8EBA-694459070AD4}" dt="2023-03-07T08:21:59.716" v="1619" actId="1036"/>
          <ac:cxnSpMkLst>
            <pc:docMk/>
            <pc:sldMk cId="3291319683" sldId="531"/>
            <ac:cxnSpMk id="40" creationId="{E2D813DD-652F-BDC3-75BE-F16EEBF54BB5}"/>
          </ac:cxnSpMkLst>
        </pc:cxnChg>
        <pc:cxnChg chg="add mod">
          <ac:chgData name="徐志嘉" userId="4f4e22b3-2ff2-4e81-a7cc-1ce68c8c1bc8" providerId="ADAL" clId="{8FE5560E-E352-4DEE-8EBA-694459070AD4}" dt="2023-03-07T08:21:59.716" v="1619" actId="1036"/>
          <ac:cxnSpMkLst>
            <pc:docMk/>
            <pc:sldMk cId="3291319683" sldId="531"/>
            <ac:cxnSpMk id="46" creationId="{97395656-6A3B-7329-E45B-11869D6FFFFA}"/>
          </ac:cxnSpMkLst>
        </pc:cxnChg>
        <pc:cxnChg chg="add mod">
          <ac:chgData name="徐志嘉" userId="4f4e22b3-2ff2-4e81-a7cc-1ce68c8c1bc8" providerId="ADAL" clId="{8FE5560E-E352-4DEE-8EBA-694459070AD4}" dt="2023-03-07T08:21:59.716" v="1619" actId="1036"/>
          <ac:cxnSpMkLst>
            <pc:docMk/>
            <pc:sldMk cId="3291319683" sldId="531"/>
            <ac:cxnSpMk id="47" creationId="{D6FFE95D-1E52-2800-F78E-6FE673716834}"/>
          </ac:cxnSpMkLst>
        </pc:cxnChg>
      </pc:sldChg>
      <pc:sldChg chg="addSp delSp modSp new del mod">
        <pc:chgData name="徐志嘉" userId="4f4e22b3-2ff2-4e81-a7cc-1ce68c8c1bc8" providerId="ADAL" clId="{8FE5560E-E352-4DEE-8EBA-694459070AD4}" dt="2023-03-07T11:58:54.808" v="2161" actId="47"/>
        <pc:sldMkLst>
          <pc:docMk/>
          <pc:sldMk cId="220488333" sldId="532"/>
        </pc:sldMkLst>
        <pc:spChg chg="mod">
          <ac:chgData name="徐志嘉" userId="4f4e22b3-2ff2-4e81-a7cc-1ce68c8c1bc8" providerId="ADAL" clId="{8FE5560E-E352-4DEE-8EBA-694459070AD4}" dt="2023-03-07T07:49:14.740" v="1167" actId="20577"/>
          <ac:spMkLst>
            <pc:docMk/>
            <pc:sldMk cId="220488333" sldId="532"/>
            <ac:spMk id="2" creationId="{ABAF137D-0684-4E77-A8EB-4D9DF095A4B1}"/>
          </ac:spMkLst>
        </pc:spChg>
        <pc:spChg chg="del">
          <ac:chgData name="徐志嘉" userId="4f4e22b3-2ff2-4e81-a7cc-1ce68c8c1bc8" providerId="ADAL" clId="{8FE5560E-E352-4DEE-8EBA-694459070AD4}" dt="2023-03-07T08:43:34.844" v="1822" actId="478"/>
          <ac:spMkLst>
            <pc:docMk/>
            <pc:sldMk cId="220488333" sldId="532"/>
            <ac:spMk id="3" creationId="{250EBC0E-7C0B-4804-9046-69EAEA3C3295}"/>
          </ac:spMkLst>
        </pc:spChg>
        <pc:spChg chg="add mod">
          <ac:chgData name="徐志嘉" userId="4f4e22b3-2ff2-4e81-a7cc-1ce68c8c1bc8" providerId="ADAL" clId="{8FE5560E-E352-4DEE-8EBA-694459070AD4}" dt="2023-03-07T11:46:04.345" v="2002" actId="20577"/>
          <ac:spMkLst>
            <pc:docMk/>
            <pc:sldMk cId="220488333" sldId="532"/>
            <ac:spMk id="57" creationId="{EEEC7DFC-03B6-92DD-E58C-580E4E72FDFC}"/>
          </ac:spMkLst>
        </pc:spChg>
        <pc:spChg chg="add mod">
          <ac:chgData name="徐志嘉" userId="4f4e22b3-2ff2-4e81-a7cc-1ce68c8c1bc8" providerId="ADAL" clId="{8FE5560E-E352-4DEE-8EBA-694459070AD4}" dt="2023-03-07T11:45:25.117" v="1998" actId="1076"/>
          <ac:spMkLst>
            <pc:docMk/>
            <pc:sldMk cId="220488333" sldId="532"/>
            <ac:spMk id="58" creationId="{101644DD-C7A5-5372-2D02-A6BBECFAE218}"/>
          </ac:spMkLst>
        </pc:spChg>
        <pc:grpChg chg="add del mod">
          <ac:chgData name="徐志嘉" userId="4f4e22b3-2ff2-4e81-a7cc-1ce68c8c1bc8" providerId="ADAL" clId="{8FE5560E-E352-4DEE-8EBA-694459070AD4}" dt="2023-03-07T11:38:42.773" v="1928" actId="165"/>
          <ac:grpSpMkLst>
            <pc:docMk/>
            <pc:sldMk cId="220488333" sldId="532"/>
            <ac:grpSpMk id="30" creationId="{AF99746F-37E9-0DE9-097A-DDB681E3D851}"/>
          </ac:grpSpMkLst>
        </pc:grpChg>
        <pc:picChg chg="add del mod">
          <ac:chgData name="徐志嘉" userId="4f4e22b3-2ff2-4e81-a7cc-1ce68c8c1bc8" providerId="ADAL" clId="{8FE5560E-E352-4DEE-8EBA-694459070AD4}" dt="2023-03-07T09:03:44.733" v="1841" actId="478"/>
          <ac:picMkLst>
            <pc:docMk/>
            <pc:sldMk cId="220488333" sldId="532"/>
            <ac:picMk id="4" creationId="{A558131A-865B-FFD7-06AD-CE6497AC118E}"/>
          </ac:picMkLst>
        </pc:picChg>
        <pc:picChg chg="add del mod">
          <ac:chgData name="徐志嘉" userId="4f4e22b3-2ff2-4e81-a7cc-1ce68c8c1bc8" providerId="ADAL" clId="{8FE5560E-E352-4DEE-8EBA-694459070AD4}" dt="2023-03-07T09:03:45.460" v="1842" actId="478"/>
          <ac:picMkLst>
            <pc:docMk/>
            <pc:sldMk cId="220488333" sldId="532"/>
            <ac:picMk id="5" creationId="{A60CC9F5-F772-44CF-7EFA-CC1A2E645D5A}"/>
          </ac:picMkLst>
        </pc:picChg>
        <pc:picChg chg="add del mod">
          <ac:chgData name="徐志嘉" userId="4f4e22b3-2ff2-4e81-a7cc-1ce68c8c1bc8" providerId="ADAL" clId="{8FE5560E-E352-4DEE-8EBA-694459070AD4}" dt="2023-03-07T09:20:01.307" v="1848" actId="478"/>
          <ac:picMkLst>
            <pc:docMk/>
            <pc:sldMk cId="220488333" sldId="532"/>
            <ac:picMk id="7" creationId="{AF24ABF4-697D-B94A-E48F-1557F200B7C8}"/>
          </ac:picMkLst>
        </pc:picChg>
        <pc:picChg chg="add del mod">
          <ac:chgData name="徐志嘉" userId="4f4e22b3-2ff2-4e81-a7cc-1ce68c8c1bc8" providerId="ADAL" clId="{8FE5560E-E352-4DEE-8EBA-694459070AD4}" dt="2023-03-07T11:31:32.612" v="1861"/>
          <ac:picMkLst>
            <pc:docMk/>
            <pc:sldMk cId="220488333" sldId="532"/>
            <ac:picMk id="9" creationId="{813940B7-7CBE-CD7F-3B5C-54B9FB0CFE5C}"/>
          </ac:picMkLst>
        </pc:picChg>
        <pc:picChg chg="add del mod">
          <ac:chgData name="徐志嘉" userId="4f4e22b3-2ff2-4e81-a7cc-1ce68c8c1bc8" providerId="ADAL" clId="{8FE5560E-E352-4DEE-8EBA-694459070AD4}" dt="2023-03-07T11:31:32.612" v="1861"/>
          <ac:picMkLst>
            <pc:docMk/>
            <pc:sldMk cId="220488333" sldId="532"/>
            <ac:picMk id="11" creationId="{93315ED9-1C89-DA22-0A48-14AB8EFFBB30}"/>
          </ac:picMkLst>
        </pc:picChg>
        <pc:picChg chg="add del mod">
          <ac:chgData name="徐志嘉" userId="4f4e22b3-2ff2-4e81-a7cc-1ce68c8c1bc8" providerId="ADAL" clId="{8FE5560E-E352-4DEE-8EBA-694459070AD4}" dt="2023-03-07T11:31:32.612" v="1861"/>
          <ac:picMkLst>
            <pc:docMk/>
            <pc:sldMk cId="220488333" sldId="532"/>
            <ac:picMk id="13" creationId="{8D131808-D1C2-E3FF-1F2F-ED8D095713CB}"/>
          </ac:picMkLst>
        </pc:picChg>
        <pc:picChg chg="add del mod">
          <ac:chgData name="徐志嘉" userId="4f4e22b3-2ff2-4e81-a7cc-1ce68c8c1bc8" providerId="ADAL" clId="{8FE5560E-E352-4DEE-8EBA-694459070AD4}" dt="2023-03-07T11:31:32.612" v="1861"/>
          <ac:picMkLst>
            <pc:docMk/>
            <pc:sldMk cId="220488333" sldId="532"/>
            <ac:picMk id="15" creationId="{30F3FF10-07A1-8B2B-DF93-519C8808BFE2}"/>
          </ac:picMkLst>
        </pc:picChg>
        <pc:picChg chg="add del mod">
          <ac:chgData name="徐志嘉" userId="4f4e22b3-2ff2-4e81-a7cc-1ce68c8c1bc8" providerId="ADAL" clId="{8FE5560E-E352-4DEE-8EBA-694459070AD4}" dt="2023-03-07T11:32:32.895" v="1865" actId="478"/>
          <ac:picMkLst>
            <pc:docMk/>
            <pc:sldMk cId="220488333" sldId="532"/>
            <ac:picMk id="17" creationId="{92811E53-709A-E6CD-94DD-8BCFA2C45C12}"/>
          </ac:picMkLst>
        </pc:picChg>
        <pc:picChg chg="add mod">
          <ac:chgData name="徐志嘉" userId="4f4e22b3-2ff2-4e81-a7cc-1ce68c8c1bc8" providerId="ADAL" clId="{8FE5560E-E352-4DEE-8EBA-694459070AD4}" dt="2023-03-07T11:33:37.428" v="1875" actId="1076"/>
          <ac:picMkLst>
            <pc:docMk/>
            <pc:sldMk cId="220488333" sldId="532"/>
            <ac:picMk id="19" creationId="{B7E8078B-B577-5FE5-773B-216EECAEFB7E}"/>
          </ac:picMkLst>
        </pc:picChg>
        <pc:picChg chg="add mod">
          <ac:chgData name="徐志嘉" userId="4f4e22b3-2ff2-4e81-a7cc-1ce68c8c1bc8" providerId="ADAL" clId="{8FE5560E-E352-4DEE-8EBA-694459070AD4}" dt="2023-03-07T11:37:54.280" v="1912" actId="1076"/>
          <ac:picMkLst>
            <pc:docMk/>
            <pc:sldMk cId="220488333" sldId="532"/>
            <ac:picMk id="20" creationId="{B8E49AB1-A8E3-C16A-AB75-AE26147E69DE}"/>
          </ac:picMkLst>
        </pc:picChg>
        <pc:picChg chg="add del mod topLvl">
          <ac:chgData name="徐志嘉" userId="4f4e22b3-2ff2-4e81-a7cc-1ce68c8c1bc8" providerId="ADAL" clId="{8FE5560E-E352-4DEE-8EBA-694459070AD4}" dt="2023-03-07T11:40:25.266" v="1956" actId="1076"/>
          <ac:picMkLst>
            <pc:docMk/>
            <pc:sldMk cId="220488333" sldId="532"/>
            <ac:picMk id="25" creationId="{1178EF8B-B8A4-1C87-C81B-02A48443B4B4}"/>
          </ac:picMkLst>
        </pc:picChg>
        <pc:picChg chg="add del mod topLvl">
          <ac:chgData name="徐志嘉" userId="4f4e22b3-2ff2-4e81-a7cc-1ce68c8c1bc8" providerId="ADAL" clId="{8FE5560E-E352-4DEE-8EBA-694459070AD4}" dt="2023-03-07T11:40:25.266" v="1956" actId="1076"/>
          <ac:picMkLst>
            <pc:docMk/>
            <pc:sldMk cId="220488333" sldId="532"/>
            <ac:picMk id="27" creationId="{F4A7A274-FE10-063D-C88C-C463B80F73D6}"/>
          </ac:picMkLst>
        </pc:picChg>
        <pc:picChg chg="add del mod topLvl">
          <ac:chgData name="徐志嘉" userId="4f4e22b3-2ff2-4e81-a7cc-1ce68c8c1bc8" providerId="ADAL" clId="{8FE5560E-E352-4DEE-8EBA-694459070AD4}" dt="2023-03-07T11:38:44.725" v="1929" actId="478"/>
          <ac:picMkLst>
            <pc:docMk/>
            <pc:sldMk cId="220488333" sldId="532"/>
            <ac:picMk id="29" creationId="{5A6413C8-CDF8-FA60-5329-7612C68F0FF5}"/>
          </ac:picMkLst>
        </pc:picChg>
        <pc:picChg chg="add mod">
          <ac:chgData name="徐志嘉" userId="4f4e22b3-2ff2-4e81-a7cc-1ce68c8c1bc8" providerId="ADAL" clId="{8FE5560E-E352-4DEE-8EBA-694459070AD4}" dt="2023-03-07T11:40:32.146" v="1958" actId="1076"/>
          <ac:picMkLst>
            <pc:docMk/>
            <pc:sldMk cId="220488333" sldId="532"/>
            <ac:picMk id="36" creationId="{1006C413-4F8B-8122-D682-F41EDDECC00B}"/>
          </ac:picMkLst>
        </pc:picChg>
        <pc:picChg chg="add mod">
          <ac:chgData name="徐志嘉" userId="4f4e22b3-2ff2-4e81-a7cc-1ce68c8c1bc8" providerId="ADAL" clId="{8FE5560E-E352-4DEE-8EBA-694459070AD4}" dt="2023-03-07T11:40:34.172" v="1959" actId="1076"/>
          <ac:picMkLst>
            <pc:docMk/>
            <pc:sldMk cId="220488333" sldId="532"/>
            <ac:picMk id="38" creationId="{81AC2DA5-6DC8-7A44-C493-9637487DD41D}"/>
          </ac:picMkLst>
        </pc:picChg>
        <pc:picChg chg="add del mod">
          <ac:chgData name="徐志嘉" userId="4f4e22b3-2ff2-4e81-a7cc-1ce68c8c1bc8" providerId="ADAL" clId="{8FE5560E-E352-4DEE-8EBA-694459070AD4}" dt="2023-03-07T11:40:25.266" v="1956" actId="1076"/>
          <ac:picMkLst>
            <pc:docMk/>
            <pc:sldMk cId="220488333" sldId="532"/>
            <ac:picMk id="40" creationId="{39F6753E-3806-3DAA-16EC-6711BB0E00A3}"/>
          </ac:picMkLst>
        </pc:picChg>
        <pc:picChg chg="add mod">
          <ac:chgData name="徐志嘉" userId="4f4e22b3-2ff2-4e81-a7cc-1ce68c8c1bc8" providerId="ADAL" clId="{8FE5560E-E352-4DEE-8EBA-694459070AD4}" dt="2023-03-07T11:40:37.132" v="1960" actId="1076"/>
          <ac:picMkLst>
            <pc:docMk/>
            <pc:sldMk cId="220488333" sldId="532"/>
            <ac:picMk id="42" creationId="{96358095-0D80-5F9F-8306-4649E7CDC85C}"/>
          </ac:picMkLst>
        </pc:picChg>
        <pc:picChg chg="add del mod">
          <ac:chgData name="徐志嘉" userId="4f4e22b3-2ff2-4e81-a7cc-1ce68c8c1bc8" providerId="ADAL" clId="{8FE5560E-E352-4DEE-8EBA-694459070AD4}" dt="2023-03-07T11:40:38.839" v="1963" actId="478"/>
          <ac:picMkLst>
            <pc:docMk/>
            <pc:sldMk cId="220488333" sldId="532"/>
            <ac:picMk id="43" creationId="{7698E1C8-3844-1716-815C-24F7E63F021C}"/>
          </ac:picMkLst>
        </pc:picChg>
        <pc:picChg chg="add del mod">
          <ac:chgData name="徐志嘉" userId="4f4e22b3-2ff2-4e81-a7cc-1ce68c8c1bc8" providerId="ADAL" clId="{8FE5560E-E352-4DEE-8EBA-694459070AD4}" dt="2023-03-07T11:40:38.479" v="1962" actId="478"/>
          <ac:picMkLst>
            <pc:docMk/>
            <pc:sldMk cId="220488333" sldId="532"/>
            <ac:picMk id="44" creationId="{8EEF1D30-9F84-F48B-2F00-72FA87BF373A}"/>
          </ac:picMkLst>
        </pc:picChg>
        <pc:picChg chg="add del mod">
          <ac:chgData name="徐志嘉" userId="4f4e22b3-2ff2-4e81-a7cc-1ce68c8c1bc8" providerId="ADAL" clId="{8FE5560E-E352-4DEE-8EBA-694459070AD4}" dt="2023-03-07T11:40:38.107" v="1961" actId="478"/>
          <ac:picMkLst>
            <pc:docMk/>
            <pc:sldMk cId="220488333" sldId="532"/>
            <ac:picMk id="45" creationId="{3BA08D97-B286-A0D4-873E-DC3C814C6AED}"/>
          </ac:picMkLst>
        </pc:picChg>
        <pc:picChg chg="add del mod">
          <ac:chgData name="徐志嘉" userId="4f4e22b3-2ff2-4e81-a7cc-1ce68c8c1bc8" providerId="ADAL" clId="{8FE5560E-E352-4DEE-8EBA-694459070AD4}" dt="2023-03-07T11:40:52.466" v="1967" actId="478"/>
          <ac:picMkLst>
            <pc:docMk/>
            <pc:sldMk cId="220488333" sldId="532"/>
            <ac:picMk id="47" creationId="{CDEBE4ED-8220-BE4B-7C42-58554E7F14FF}"/>
          </ac:picMkLst>
        </pc:picChg>
        <pc:picChg chg="add del mod">
          <ac:chgData name="徐志嘉" userId="4f4e22b3-2ff2-4e81-a7cc-1ce68c8c1bc8" providerId="ADAL" clId="{8FE5560E-E352-4DEE-8EBA-694459070AD4}" dt="2023-03-07T11:41:07.066" v="1972" actId="478"/>
          <ac:picMkLst>
            <pc:docMk/>
            <pc:sldMk cId="220488333" sldId="532"/>
            <ac:picMk id="49" creationId="{53FA56B2-A625-A3E1-0402-393064F58CFC}"/>
          </ac:picMkLst>
        </pc:picChg>
        <pc:picChg chg="add mod">
          <ac:chgData name="徐志嘉" userId="4f4e22b3-2ff2-4e81-a7cc-1ce68c8c1bc8" providerId="ADAL" clId="{8FE5560E-E352-4DEE-8EBA-694459070AD4}" dt="2023-03-07T11:44:43.104" v="1996" actId="1076"/>
          <ac:picMkLst>
            <pc:docMk/>
            <pc:sldMk cId="220488333" sldId="532"/>
            <ac:picMk id="51" creationId="{372DD5D8-8D01-CA29-B436-686E01125B57}"/>
          </ac:picMkLst>
        </pc:picChg>
        <pc:picChg chg="add mod">
          <ac:chgData name="徐志嘉" userId="4f4e22b3-2ff2-4e81-a7cc-1ce68c8c1bc8" providerId="ADAL" clId="{8FE5560E-E352-4DEE-8EBA-694459070AD4}" dt="2023-03-07T11:44:43.104" v="1996" actId="1076"/>
          <ac:picMkLst>
            <pc:docMk/>
            <pc:sldMk cId="220488333" sldId="532"/>
            <ac:picMk id="53" creationId="{BBBF38AB-4D9F-3CFD-A9A1-39AC890059CC}"/>
          </ac:picMkLst>
        </pc:picChg>
        <pc:picChg chg="add mod">
          <ac:chgData name="徐志嘉" userId="4f4e22b3-2ff2-4e81-a7cc-1ce68c8c1bc8" providerId="ADAL" clId="{8FE5560E-E352-4DEE-8EBA-694459070AD4}" dt="2023-03-07T11:44:43.104" v="1996" actId="1076"/>
          <ac:picMkLst>
            <pc:docMk/>
            <pc:sldMk cId="220488333" sldId="532"/>
            <ac:picMk id="55" creationId="{7842EFB9-DE86-F7C5-DAAF-05F644E47CA1}"/>
          </ac:picMkLst>
        </pc:picChg>
        <pc:cxnChg chg="add mod">
          <ac:chgData name="徐志嘉" userId="4f4e22b3-2ff2-4e81-a7cc-1ce68c8c1bc8" providerId="ADAL" clId="{8FE5560E-E352-4DEE-8EBA-694459070AD4}" dt="2023-03-07T11:44:24.798" v="1995" actId="14100"/>
          <ac:cxnSpMkLst>
            <pc:docMk/>
            <pc:sldMk cId="220488333" sldId="532"/>
            <ac:cxnSpMk id="21" creationId="{88ADA704-7412-7A35-267E-86B24089F8DF}"/>
          </ac:cxnSpMkLst>
        </pc:cxnChg>
      </pc:sldChg>
      <pc:sldChg chg="add del">
        <pc:chgData name="徐志嘉" userId="4f4e22b3-2ff2-4e81-a7cc-1ce68c8c1bc8" providerId="ADAL" clId="{8FE5560E-E352-4DEE-8EBA-694459070AD4}" dt="2023-03-08T05:54:12.818" v="2531" actId="47"/>
        <pc:sldMkLst>
          <pc:docMk/>
          <pc:sldMk cId="83020439" sldId="533"/>
        </pc:sldMkLst>
      </pc:sldChg>
      <pc:sldChg chg="addSp delSp modSp add del mod modShow">
        <pc:chgData name="徐志嘉" userId="4f4e22b3-2ff2-4e81-a7cc-1ce68c8c1bc8" providerId="ADAL" clId="{8FE5560E-E352-4DEE-8EBA-694459070AD4}" dt="2023-03-07T16:42:46.413" v="2524" actId="2696"/>
        <pc:sldMkLst>
          <pc:docMk/>
          <pc:sldMk cId="1743006584" sldId="533"/>
        </pc:sldMkLst>
        <pc:spChg chg="mod">
          <ac:chgData name="徐志嘉" userId="4f4e22b3-2ff2-4e81-a7cc-1ce68c8c1bc8" providerId="ADAL" clId="{8FE5560E-E352-4DEE-8EBA-694459070AD4}" dt="2023-03-07T07:49:54.780" v="1190" actId="20577"/>
          <ac:spMkLst>
            <pc:docMk/>
            <pc:sldMk cId="1743006584" sldId="533"/>
            <ac:spMk id="3" creationId="{6AC08893-FA68-7082-07AA-324E931F33F3}"/>
          </ac:spMkLst>
        </pc:spChg>
        <pc:spChg chg="add mod">
          <ac:chgData name="徐志嘉" userId="4f4e22b3-2ff2-4e81-a7cc-1ce68c8c1bc8" providerId="ADAL" clId="{8FE5560E-E352-4DEE-8EBA-694459070AD4}" dt="2023-03-07T08:23:03.102" v="1659" actId="1035"/>
          <ac:spMkLst>
            <pc:docMk/>
            <pc:sldMk cId="1743006584" sldId="533"/>
            <ac:spMk id="4" creationId="{10022BA8-4574-0CA4-E917-902A269DA158}"/>
          </ac:spMkLst>
        </pc:spChg>
        <pc:spChg chg="add mod">
          <ac:chgData name="徐志嘉" userId="4f4e22b3-2ff2-4e81-a7cc-1ce68c8c1bc8" providerId="ADAL" clId="{8FE5560E-E352-4DEE-8EBA-694459070AD4}" dt="2023-03-07T08:23:03.102" v="1659" actId="1035"/>
          <ac:spMkLst>
            <pc:docMk/>
            <pc:sldMk cId="1743006584" sldId="533"/>
            <ac:spMk id="5" creationId="{819E4C9E-EE4C-4D29-107E-AA35E160774B}"/>
          </ac:spMkLst>
        </pc:spChg>
        <pc:spChg chg="add mod">
          <ac:chgData name="徐志嘉" userId="4f4e22b3-2ff2-4e81-a7cc-1ce68c8c1bc8" providerId="ADAL" clId="{8FE5560E-E352-4DEE-8EBA-694459070AD4}" dt="2023-03-07T08:23:03.102" v="1659" actId="1035"/>
          <ac:spMkLst>
            <pc:docMk/>
            <pc:sldMk cId="1743006584" sldId="533"/>
            <ac:spMk id="12" creationId="{C7B2A347-36D8-D98B-BB49-1E1B73E43536}"/>
          </ac:spMkLst>
        </pc:spChg>
        <pc:spChg chg="add mod">
          <ac:chgData name="徐志嘉" userId="4f4e22b3-2ff2-4e81-a7cc-1ce68c8c1bc8" providerId="ADAL" clId="{8FE5560E-E352-4DEE-8EBA-694459070AD4}" dt="2023-03-07T08:23:03.102" v="1659" actId="1035"/>
          <ac:spMkLst>
            <pc:docMk/>
            <pc:sldMk cId="1743006584" sldId="533"/>
            <ac:spMk id="14" creationId="{82D05C8C-3C8A-095D-4FF1-D8AFA9060B1F}"/>
          </ac:spMkLst>
        </pc:spChg>
        <pc:spChg chg="add mod">
          <ac:chgData name="徐志嘉" userId="4f4e22b3-2ff2-4e81-a7cc-1ce68c8c1bc8" providerId="ADAL" clId="{8FE5560E-E352-4DEE-8EBA-694459070AD4}" dt="2023-03-07T08:23:03.102" v="1659" actId="1035"/>
          <ac:spMkLst>
            <pc:docMk/>
            <pc:sldMk cId="1743006584" sldId="533"/>
            <ac:spMk id="19" creationId="{96E8E0DD-E578-B548-4731-DD09EACD260C}"/>
          </ac:spMkLst>
        </pc:spChg>
        <pc:spChg chg="add mod">
          <ac:chgData name="徐志嘉" userId="4f4e22b3-2ff2-4e81-a7cc-1ce68c8c1bc8" providerId="ADAL" clId="{8FE5560E-E352-4DEE-8EBA-694459070AD4}" dt="2023-03-07T08:23:03.102" v="1659" actId="1035"/>
          <ac:spMkLst>
            <pc:docMk/>
            <pc:sldMk cId="1743006584" sldId="533"/>
            <ac:spMk id="22" creationId="{C99E30A2-7B21-5C7B-130F-0CF5702D3D90}"/>
          </ac:spMkLst>
        </pc:spChg>
        <pc:spChg chg="add mod">
          <ac:chgData name="徐志嘉" userId="4f4e22b3-2ff2-4e81-a7cc-1ce68c8c1bc8" providerId="ADAL" clId="{8FE5560E-E352-4DEE-8EBA-694459070AD4}" dt="2023-03-07T08:30:49.500" v="1763" actId="403"/>
          <ac:spMkLst>
            <pc:docMk/>
            <pc:sldMk cId="1743006584" sldId="533"/>
            <ac:spMk id="23" creationId="{0356DC8E-25A1-B577-4C91-5CB3D97B5DE1}"/>
          </ac:spMkLst>
        </pc:spChg>
        <pc:spChg chg="add mod">
          <ac:chgData name="徐志嘉" userId="4f4e22b3-2ff2-4e81-a7cc-1ce68c8c1bc8" providerId="ADAL" clId="{8FE5560E-E352-4DEE-8EBA-694459070AD4}" dt="2023-03-07T08:31:09.007" v="1792" actId="14100"/>
          <ac:spMkLst>
            <pc:docMk/>
            <pc:sldMk cId="1743006584" sldId="533"/>
            <ac:spMk id="24" creationId="{9ADBF80F-CD97-C5AA-1FD5-65221A338AB8}"/>
          </ac:spMkLst>
        </pc:spChg>
        <pc:spChg chg="add mod">
          <ac:chgData name="徐志嘉" userId="4f4e22b3-2ff2-4e81-a7cc-1ce68c8c1bc8" providerId="ADAL" clId="{8FE5560E-E352-4DEE-8EBA-694459070AD4}" dt="2023-03-07T08:30:58.193" v="1791" actId="1038"/>
          <ac:spMkLst>
            <pc:docMk/>
            <pc:sldMk cId="1743006584" sldId="533"/>
            <ac:spMk id="29" creationId="{BC165C53-254F-DB23-C9B8-2AB6C5EFD66A}"/>
          </ac:spMkLst>
        </pc:spChg>
        <pc:spChg chg="add mod">
          <ac:chgData name="徐志嘉" userId="4f4e22b3-2ff2-4e81-a7cc-1ce68c8c1bc8" providerId="ADAL" clId="{8FE5560E-E352-4DEE-8EBA-694459070AD4}" dt="2023-03-07T08:31:51.593" v="1819" actId="1038"/>
          <ac:spMkLst>
            <pc:docMk/>
            <pc:sldMk cId="1743006584" sldId="533"/>
            <ac:spMk id="31" creationId="{68D46A49-F974-6498-0D00-A9C53C78E19F}"/>
          </ac:spMkLst>
        </pc:spChg>
        <pc:spChg chg="add mod">
          <ac:chgData name="徐志嘉" userId="4f4e22b3-2ff2-4e81-a7cc-1ce68c8c1bc8" providerId="ADAL" clId="{8FE5560E-E352-4DEE-8EBA-694459070AD4}" dt="2023-03-07T08:32:01.340" v="1821" actId="1076"/>
          <ac:spMkLst>
            <pc:docMk/>
            <pc:sldMk cId="1743006584" sldId="533"/>
            <ac:spMk id="41" creationId="{28C9ACF3-2317-3A3F-0983-C3AA3E821968}"/>
          </ac:spMkLst>
        </pc:spChg>
        <pc:picChg chg="add mod">
          <ac:chgData name="徐志嘉" userId="4f4e22b3-2ff2-4e81-a7cc-1ce68c8c1bc8" providerId="ADAL" clId="{8FE5560E-E352-4DEE-8EBA-694459070AD4}" dt="2023-03-07T08:23:03.102" v="1659" actId="1035"/>
          <ac:picMkLst>
            <pc:docMk/>
            <pc:sldMk cId="1743006584" sldId="533"/>
            <ac:picMk id="6" creationId="{546E43BC-C860-8B04-94A6-2DF2219023CF}"/>
          </ac:picMkLst>
        </pc:picChg>
        <pc:picChg chg="add mod">
          <ac:chgData name="徐志嘉" userId="4f4e22b3-2ff2-4e81-a7cc-1ce68c8c1bc8" providerId="ADAL" clId="{8FE5560E-E352-4DEE-8EBA-694459070AD4}" dt="2023-03-07T08:23:03.102" v="1659" actId="1035"/>
          <ac:picMkLst>
            <pc:docMk/>
            <pc:sldMk cId="1743006584" sldId="533"/>
            <ac:picMk id="7" creationId="{7E6956F9-4083-7A19-DA9D-B577E8451590}"/>
          </ac:picMkLst>
        </pc:picChg>
        <pc:picChg chg="add mod">
          <ac:chgData name="徐志嘉" userId="4f4e22b3-2ff2-4e81-a7cc-1ce68c8c1bc8" providerId="ADAL" clId="{8FE5560E-E352-4DEE-8EBA-694459070AD4}" dt="2023-03-07T08:23:03.102" v="1659" actId="1035"/>
          <ac:picMkLst>
            <pc:docMk/>
            <pc:sldMk cId="1743006584" sldId="533"/>
            <ac:picMk id="8" creationId="{566FF61D-FE7E-8513-39F4-CB9AA848E1CC}"/>
          </ac:picMkLst>
        </pc:picChg>
        <pc:picChg chg="add del mod">
          <ac:chgData name="徐志嘉" userId="4f4e22b3-2ff2-4e81-a7cc-1ce68c8c1bc8" providerId="ADAL" clId="{8FE5560E-E352-4DEE-8EBA-694459070AD4}" dt="2023-03-07T16:31:57.129" v="2444" actId="478"/>
          <ac:picMkLst>
            <pc:docMk/>
            <pc:sldMk cId="1743006584" sldId="533"/>
            <ac:picMk id="9" creationId="{30CDDE38-BA4E-5FF3-721D-81E618AC8E07}"/>
          </ac:picMkLst>
        </pc:picChg>
        <pc:picChg chg="add del mod">
          <ac:chgData name="徐志嘉" userId="4f4e22b3-2ff2-4e81-a7cc-1ce68c8c1bc8" providerId="ADAL" clId="{8FE5560E-E352-4DEE-8EBA-694459070AD4}" dt="2023-03-07T16:31:56.753" v="2443" actId="478"/>
          <ac:picMkLst>
            <pc:docMk/>
            <pc:sldMk cId="1743006584" sldId="533"/>
            <ac:picMk id="10" creationId="{D3791EDE-4CBF-FF65-8D29-96386A316CA7}"/>
          </ac:picMkLst>
        </pc:picChg>
        <pc:picChg chg="add del mod">
          <ac:chgData name="徐志嘉" userId="4f4e22b3-2ff2-4e81-a7cc-1ce68c8c1bc8" providerId="ADAL" clId="{8FE5560E-E352-4DEE-8EBA-694459070AD4}" dt="2023-03-07T16:31:56.049" v="2442" actId="478"/>
          <ac:picMkLst>
            <pc:docMk/>
            <pc:sldMk cId="1743006584" sldId="533"/>
            <ac:picMk id="11" creationId="{E8AC56BE-446D-14EE-512B-E42BA5BCBE7D}"/>
          </ac:picMkLst>
        </pc:picChg>
        <pc:picChg chg="add mod">
          <ac:chgData name="徐志嘉" userId="4f4e22b3-2ff2-4e81-a7cc-1ce68c8c1bc8" providerId="ADAL" clId="{8FE5560E-E352-4DEE-8EBA-694459070AD4}" dt="2023-03-07T08:23:03.102" v="1659" actId="1035"/>
          <ac:picMkLst>
            <pc:docMk/>
            <pc:sldMk cId="1743006584" sldId="533"/>
            <ac:picMk id="16" creationId="{7E1B2DDF-039D-7A53-AD9C-0ADE54D23B84}"/>
          </ac:picMkLst>
        </pc:picChg>
        <pc:picChg chg="add mod">
          <ac:chgData name="徐志嘉" userId="4f4e22b3-2ff2-4e81-a7cc-1ce68c8c1bc8" providerId="ADAL" clId="{8FE5560E-E352-4DEE-8EBA-694459070AD4}" dt="2023-03-07T08:23:03.102" v="1659" actId="1035"/>
          <ac:picMkLst>
            <pc:docMk/>
            <pc:sldMk cId="1743006584" sldId="533"/>
            <ac:picMk id="17" creationId="{3B17EFCD-3EB9-C784-2AB1-8E51C890AAEA}"/>
          </ac:picMkLst>
        </pc:picChg>
        <pc:picChg chg="add del mod">
          <ac:chgData name="徐志嘉" userId="4f4e22b3-2ff2-4e81-a7cc-1ce68c8c1bc8" providerId="ADAL" clId="{8FE5560E-E352-4DEE-8EBA-694459070AD4}" dt="2023-03-07T16:31:55.601" v="2441" actId="478"/>
          <ac:picMkLst>
            <pc:docMk/>
            <pc:sldMk cId="1743006584" sldId="533"/>
            <ac:picMk id="18" creationId="{0953109A-219D-10B5-ACF3-AF2FA64D3B19}"/>
          </ac:picMkLst>
        </pc:picChg>
        <pc:cxnChg chg="add mod">
          <ac:chgData name="徐志嘉" userId="4f4e22b3-2ff2-4e81-a7cc-1ce68c8c1bc8" providerId="ADAL" clId="{8FE5560E-E352-4DEE-8EBA-694459070AD4}" dt="2023-03-07T08:23:03.102" v="1659" actId="1035"/>
          <ac:cxnSpMkLst>
            <pc:docMk/>
            <pc:sldMk cId="1743006584" sldId="533"/>
            <ac:cxnSpMk id="13" creationId="{0D1E60D5-69DB-5552-2F18-C9C38FBBB318}"/>
          </ac:cxnSpMkLst>
        </pc:cxnChg>
        <pc:cxnChg chg="add mod">
          <ac:chgData name="徐志嘉" userId="4f4e22b3-2ff2-4e81-a7cc-1ce68c8c1bc8" providerId="ADAL" clId="{8FE5560E-E352-4DEE-8EBA-694459070AD4}" dt="2023-03-07T08:23:03.102" v="1659" actId="1035"/>
          <ac:cxnSpMkLst>
            <pc:docMk/>
            <pc:sldMk cId="1743006584" sldId="533"/>
            <ac:cxnSpMk id="15" creationId="{DB9B2E41-3EF9-DD42-815B-7D014606FA5F}"/>
          </ac:cxnSpMkLst>
        </pc:cxnChg>
        <pc:cxnChg chg="add mod">
          <ac:chgData name="徐志嘉" userId="4f4e22b3-2ff2-4e81-a7cc-1ce68c8c1bc8" providerId="ADAL" clId="{8FE5560E-E352-4DEE-8EBA-694459070AD4}" dt="2023-03-07T08:23:03.102" v="1659" actId="1035"/>
          <ac:cxnSpMkLst>
            <pc:docMk/>
            <pc:sldMk cId="1743006584" sldId="533"/>
            <ac:cxnSpMk id="20" creationId="{C681D824-DDDC-A247-0584-D2A916DE76A8}"/>
          </ac:cxnSpMkLst>
        </pc:cxnChg>
        <pc:cxnChg chg="add mod">
          <ac:chgData name="徐志嘉" userId="4f4e22b3-2ff2-4e81-a7cc-1ce68c8c1bc8" providerId="ADAL" clId="{8FE5560E-E352-4DEE-8EBA-694459070AD4}" dt="2023-03-07T08:23:03.102" v="1659" actId="1035"/>
          <ac:cxnSpMkLst>
            <pc:docMk/>
            <pc:sldMk cId="1743006584" sldId="533"/>
            <ac:cxnSpMk id="21" creationId="{18265C21-7C34-E5E4-C4F5-DADC6F3C2130}"/>
          </ac:cxnSpMkLst>
        </pc:cxnChg>
        <pc:cxnChg chg="add mod">
          <ac:chgData name="徐志嘉" userId="4f4e22b3-2ff2-4e81-a7cc-1ce68c8c1bc8" providerId="ADAL" clId="{8FE5560E-E352-4DEE-8EBA-694459070AD4}" dt="2023-03-07T08:31:51.593" v="1819" actId="1038"/>
          <ac:cxnSpMkLst>
            <pc:docMk/>
            <pc:sldMk cId="1743006584" sldId="533"/>
            <ac:cxnSpMk id="26" creationId="{4042867B-7904-B8CA-8B7A-68EF9419EC9C}"/>
          </ac:cxnSpMkLst>
        </pc:cxnChg>
        <pc:cxnChg chg="add mod">
          <ac:chgData name="徐志嘉" userId="4f4e22b3-2ff2-4e81-a7cc-1ce68c8c1bc8" providerId="ADAL" clId="{8FE5560E-E352-4DEE-8EBA-694459070AD4}" dt="2023-03-07T08:31:09.007" v="1792" actId="14100"/>
          <ac:cxnSpMkLst>
            <pc:docMk/>
            <pc:sldMk cId="1743006584" sldId="533"/>
            <ac:cxnSpMk id="28" creationId="{644BF340-775F-879D-815A-5B648772CB8F}"/>
          </ac:cxnSpMkLst>
        </pc:cxnChg>
        <pc:cxnChg chg="add mod">
          <ac:chgData name="徐志嘉" userId="4f4e22b3-2ff2-4e81-a7cc-1ce68c8c1bc8" providerId="ADAL" clId="{8FE5560E-E352-4DEE-8EBA-694459070AD4}" dt="2023-03-07T08:31:09.007" v="1792" actId="14100"/>
          <ac:cxnSpMkLst>
            <pc:docMk/>
            <pc:sldMk cId="1743006584" sldId="533"/>
            <ac:cxnSpMk id="33" creationId="{66F81820-C2DD-EC08-FC11-275F88CCC46C}"/>
          </ac:cxnSpMkLst>
        </pc:cxnChg>
        <pc:cxnChg chg="add mod">
          <ac:chgData name="徐志嘉" userId="4f4e22b3-2ff2-4e81-a7cc-1ce68c8c1bc8" providerId="ADAL" clId="{8FE5560E-E352-4DEE-8EBA-694459070AD4}" dt="2023-03-07T08:32:01.340" v="1821" actId="1076"/>
          <ac:cxnSpMkLst>
            <pc:docMk/>
            <pc:sldMk cId="1743006584" sldId="533"/>
            <ac:cxnSpMk id="38" creationId="{EB1825AC-0F09-B400-8A01-E921344CDBE2}"/>
          </ac:cxnSpMkLst>
        </pc:cxnChg>
      </pc:sldChg>
      <pc:sldChg chg="addSp delSp modSp add del mod">
        <pc:chgData name="徐志嘉" userId="4f4e22b3-2ff2-4e81-a7cc-1ce68c8c1bc8" providerId="ADAL" clId="{8FE5560E-E352-4DEE-8EBA-694459070AD4}" dt="2023-03-07T08:22:22.944" v="1620" actId="47"/>
        <pc:sldMkLst>
          <pc:docMk/>
          <pc:sldMk cId="410113355" sldId="534"/>
        </pc:sldMkLst>
        <pc:spChg chg="mod">
          <ac:chgData name="徐志嘉" userId="4f4e22b3-2ff2-4e81-a7cc-1ce68c8c1bc8" providerId="ADAL" clId="{8FE5560E-E352-4DEE-8EBA-694459070AD4}" dt="2023-03-07T08:06:58.854" v="1298" actId="1076"/>
          <ac:spMkLst>
            <pc:docMk/>
            <pc:sldMk cId="410113355" sldId="534"/>
            <ac:spMk id="3" creationId="{6AC08893-FA68-7082-07AA-324E931F33F3}"/>
          </ac:spMkLst>
        </pc:spChg>
        <pc:spChg chg="mod">
          <ac:chgData name="徐志嘉" userId="4f4e22b3-2ff2-4e81-a7cc-1ce68c8c1bc8" providerId="ADAL" clId="{8FE5560E-E352-4DEE-8EBA-694459070AD4}" dt="2023-03-07T08:07:06.868" v="1300" actId="1076"/>
          <ac:spMkLst>
            <pc:docMk/>
            <pc:sldMk cId="410113355" sldId="534"/>
            <ac:spMk id="12" creationId="{E909FBDF-5391-5591-5DEB-3DC6A8B09864}"/>
          </ac:spMkLst>
        </pc:spChg>
        <pc:spChg chg="mod">
          <ac:chgData name="徐志嘉" userId="4f4e22b3-2ff2-4e81-a7cc-1ce68c8c1bc8" providerId="ADAL" clId="{8FE5560E-E352-4DEE-8EBA-694459070AD4}" dt="2023-03-07T08:07:06.868" v="1300" actId="1076"/>
          <ac:spMkLst>
            <pc:docMk/>
            <pc:sldMk cId="410113355" sldId="534"/>
            <ac:spMk id="15" creationId="{0B186B4C-50FE-C228-781A-AA71549CC3CE}"/>
          </ac:spMkLst>
        </pc:spChg>
        <pc:picChg chg="add mod">
          <ac:chgData name="徐志嘉" userId="4f4e22b3-2ff2-4e81-a7cc-1ce68c8c1bc8" providerId="ADAL" clId="{8FE5560E-E352-4DEE-8EBA-694459070AD4}" dt="2023-03-07T08:07:26.947" v="1303" actId="1076"/>
          <ac:picMkLst>
            <pc:docMk/>
            <pc:sldMk cId="410113355" sldId="534"/>
            <ac:picMk id="4" creationId="{F4F4157D-BE56-F6C8-C0A4-D6E258BF5CEC}"/>
          </ac:picMkLst>
        </pc:picChg>
        <pc:picChg chg="add mod">
          <ac:chgData name="徐志嘉" userId="4f4e22b3-2ff2-4e81-a7cc-1ce68c8c1bc8" providerId="ADAL" clId="{8FE5560E-E352-4DEE-8EBA-694459070AD4}" dt="2023-03-07T08:07:26.947" v="1303" actId="1076"/>
          <ac:picMkLst>
            <pc:docMk/>
            <pc:sldMk cId="410113355" sldId="534"/>
            <ac:picMk id="5" creationId="{66B574BE-F98D-1D04-8D7D-A6E06BB3EF13}"/>
          </ac:picMkLst>
        </pc:picChg>
        <pc:picChg chg="add mod">
          <ac:chgData name="徐志嘉" userId="4f4e22b3-2ff2-4e81-a7cc-1ce68c8c1bc8" providerId="ADAL" clId="{8FE5560E-E352-4DEE-8EBA-694459070AD4}" dt="2023-03-07T08:07:26.947" v="1303" actId="1076"/>
          <ac:picMkLst>
            <pc:docMk/>
            <pc:sldMk cId="410113355" sldId="534"/>
            <ac:picMk id="6" creationId="{0F743DB4-5DC3-00CC-FFFD-A85FA3FA8414}"/>
          </ac:picMkLst>
        </pc:picChg>
        <pc:picChg chg="add del mod">
          <ac:chgData name="徐志嘉" userId="4f4e22b3-2ff2-4e81-a7cc-1ce68c8c1bc8" providerId="ADAL" clId="{8FE5560E-E352-4DEE-8EBA-694459070AD4}" dt="2023-03-07T08:07:39.157" v="1305"/>
          <ac:picMkLst>
            <pc:docMk/>
            <pc:sldMk cId="410113355" sldId="534"/>
            <ac:picMk id="7" creationId="{9E1837F4-998A-F32F-47CB-3BC9E0152EC7}"/>
          </ac:picMkLst>
        </pc:picChg>
        <pc:picChg chg="add del mod">
          <ac:chgData name="徐志嘉" userId="4f4e22b3-2ff2-4e81-a7cc-1ce68c8c1bc8" providerId="ADAL" clId="{8FE5560E-E352-4DEE-8EBA-694459070AD4}" dt="2023-03-07T08:07:39.157" v="1305"/>
          <ac:picMkLst>
            <pc:docMk/>
            <pc:sldMk cId="410113355" sldId="534"/>
            <ac:picMk id="8" creationId="{52F28FF4-87F7-E3A0-17FD-0721901A8EAF}"/>
          </ac:picMkLst>
        </pc:picChg>
        <pc:picChg chg="add del mod">
          <ac:chgData name="徐志嘉" userId="4f4e22b3-2ff2-4e81-a7cc-1ce68c8c1bc8" providerId="ADAL" clId="{8FE5560E-E352-4DEE-8EBA-694459070AD4}" dt="2023-03-07T08:07:39.157" v="1305"/>
          <ac:picMkLst>
            <pc:docMk/>
            <pc:sldMk cId="410113355" sldId="534"/>
            <ac:picMk id="9" creationId="{6090730B-6A75-FCB8-88CF-9C7CD7845C00}"/>
          </ac:picMkLst>
        </pc:picChg>
        <pc:picChg chg="mod">
          <ac:chgData name="徐志嘉" userId="4f4e22b3-2ff2-4e81-a7cc-1ce68c8c1bc8" providerId="ADAL" clId="{8FE5560E-E352-4DEE-8EBA-694459070AD4}" dt="2023-03-07T08:07:15.961" v="1301" actId="1076"/>
          <ac:picMkLst>
            <pc:docMk/>
            <pc:sldMk cId="410113355" sldId="534"/>
            <ac:picMk id="17" creationId="{734C1456-792E-1928-B623-685D44099C40}"/>
          </ac:picMkLst>
        </pc:picChg>
        <pc:picChg chg="mod">
          <ac:chgData name="徐志嘉" userId="4f4e22b3-2ff2-4e81-a7cc-1ce68c8c1bc8" providerId="ADAL" clId="{8FE5560E-E352-4DEE-8EBA-694459070AD4}" dt="2023-03-07T08:07:15.961" v="1301" actId="1076"/>
          <ac:picMkLst>
            <pc:docMk/>
            <pc:sldMk cId="410113355" sldId="534"/>
            <ac:picMk id="19" creationId="{CEE906C9-BCFB-A0C9-AA58-2F50BA3CD557}"/>
          </ac:picMkLst>
        </pc:picChg>
        <pc:picChg chg="mod">
          <ac:chgData name="徐志嘉" userId="4f4e22b3-2ff2-4e81-a7cc-1ce68c8c1bc8" providerId="ADAL" clId="{8FE5560E-E352-4DEE-8EBA-694459070AD4}" dt="2023-03-07T08:07:15.961" v="1301" actId="1076"/>
          <ac:picMkLst>
            <pc:docMk/>
            <pc:sldMk cId="410113355" sldId="534"/>
            <ac:picMk id="25" creationId="{E3FCF3C7-B622-5318-EDB0-2922A1504280}"/>
          </ac:picMkLst>
        </pc:picChg>
        <pc:picChg chg="mod">
          <ac:chgData name="徐志嘉" userId="4f4e22b3-2ff2-4e81-a7cc-1ce68c8c1bc8" providerId="ADAL" clId="{8FE5560E-E352-4DEE-8EBA-694459070AD4}" dt="2023-03-07T08:06:57.348" v="1296" actId="1076"/>
          <ac:picMkLst>
            <pc:docMk/>
            <pc:sldMk cId="410113355" sldId="534"/>
            <ac:picMk id="26" creationId="{1FEBC673-71CF-195A-6142-57B6BE411205}"/>
          </ac:picMkLst>
        </pc:picChg>
        <pc:picChg chg="mod">
          <ac:chgData name="徐志嘉" userId="4f4e22b3-2ff2-4e81-a7cc-1ce68c8c1bc8" providerId="ADAL" clId="{8FE5560E-E352-4DEE-8EBA-694459070AD4}" dt="2023-03-07T08:06:57.348" v="1296" actId="1076"/>
          <ac:picMkLst>
            <pc:docMk/>
            <pc:sldMk cId="410113355" sldId="534"/>
            <ac:picMk id="27" creationId="{C818A3AF-72C8-81FF-FE7E-128C8BA7A1D7}"/>
          </ac:picMkLst>
        </pc:picChg>
        <pc:picChg chg="mod">
          <ac:chgData name="徐志嘉" userId="4f4e22b3-2ff2-4e81-a7cc-1ce68c8c1bc8" providerId="ADAL" clId="{8FE5560E-E352-4DEE-8EBA-694459070AD4}" dt="2023-03-07T08:06:57.348" v="1296" actId="1076"/>
          <ac:picMkLst>
            <pc:docMk/>
            <pc:sldMk cId="410113355" sldId="534"/>
            <ac:picMk id="28" creationId="{2C1CB5C1-8C20-72AC-5EF1-CD0FC5BC77C9}"/>
          </ac:picMkLst>
        </pc:picChg>
      </pc:sldChg>
      <pc:sldChg chg="add del">
        <pc:chgData name="徐志嘉" userId="4f4e22b3-2ff2-4e81-a7cc-1ce68c8c1bc8" providerId="ADAL" clId="{8FE5560E-E352-4DEE-8EBA-694459070AD4}" dt="2023-03-09T06:49:39.172" v="6385" actId="47"/>
        <pc:sldMkLst>
          <pc:docMk/>
          <pc:sldMk cId="514447460" sldId="534"/>
        </pc:sldMkLst>
      </pc:sldChg>
      <pc:sldChg chg="addSp delSp modSp new del mod">
        <pc:chgData name="徐志嘉" userId="4f4e22b3-2ff2-4e81-a7cc-1ce68c8c1bc8" providerId="ADAL" clId="{8FE5560E-E352-4DEE-8EBA-694459070AD4}" dt="2023-03-08T08:07:26.453" v="4358" actId="2696"/>
        <pc:sldMkLst>
          <pc:docMk/>
          <pc:sldMk cId="2466228836" sldId="534"/>
        </pc:sldMkLst>
        <pc:spChg chg="mod">
          <ac:chgData name="徐志嘉" userId="4f4e22b3-2ff2-4e81-a7cc-1ce68c8c1bc8" providerId="ADAL" clId="{8FE5560E-E352-4DEE-8EBA-694459070AD4}" dt="2023-03-07T08:54:37.225" v="1829"/>
          <ac:spMkLst>
            <pc:docMk/>
            <pc:sldMk cId="2466228836" sldId="534"/>
            <ac:spMk id="2" creationId="{ADB2C3A2-63D3-BB8E-9D9D-8C1CE8F222EB}"/>
          </ac:spMkLst>
        </pc:spChg>
        <pc:spChg chg="del">
          <ac:chgData name="徐志嘉" userId="4f4e22b3-2ff2-4e81-a7cc-1ce68c8c1bc8" providerId="ADAL" clId="{8FE5560E-E352-4DEE-8EBA-694459070AD4}" dt="2023-03-07T08:54:10.129" v="1827"/>
          <ac:spMkLst>
            <pc:docMk/>
            <pc:sldMk cId="2466228836" sldId="534"/>
            <ac:spMk id="3" creationId="{D951851C-0BDE-AC01-12F1-489F20BF8FCE}"/>
          </ac:spMkLst>
        </pc:spChg>
        <pc:spChg chg="add del mod">
          <ac:chgData name="徐志嘉" userId="4f4e22b3-2ff2-4e81-a7cc-1ce68c8c1bc8" providerId="ADAL" clId="{8FE5560E-E352-4DEE-8EBA-694459070AD4}" dt="2023-03-07T09:08:46.981" v="1845"/>
          <ac:spMkLst>
            <pc:docMk/>
            <pc:sldMk cId="2466228836" sldId="534"/>
            <ac:spMk id="4" creationId="{C188DC1F-AC3A-4216-6EC5-B749227A9798}"/>
          </ac:spMkLst>
        </pc:spChg>
        <pc:spChg chg="add mod">
          <ac:chgData name="徐志嘉" userId="4f4e22b3-2ff2-4e81-a7cc-1ce68c8c1bc8" providerId="ADAL" clId="{8FE5560E-E352-4DEE-8EBA-694459070AD4}" dt="2023-03-08T06:12:36.301" v="2989" actId="20577"/>
          <ac:spMkLst>
            <pc:docMk/>
            <pc:sldMk cId="2466228836" sldId="534"/>
            <ac:spMk id="8" creationId="{A8AD2B8C-627D-0F7A-2FCF-759A2703A73A}"/>
          </ac:spMkLst>
        </pc:spChg>
        <pc:picChg chg="add del mod">
          <ac:chgData name="徐志嘉" userId="4f4e22b3-2ff2-4e81-a7cc-1ce68c8c1bc8" providerId="ADAL" clId="{8FE5560E-E352-4DEE-8EBA-694459070AD4}" dt="2023-03-08T06:11:47.425" v="2933" actId="21"/>
          <ac:picMkLst>
            <pc:docMk/>
            <pc:sldMk cId="2466228836" sldId="534"/>
            <ac:picMk id="6" creationId="{27B587D8-D6D2-3DF8-B121-94ECD69E7EF8}"/>
          </ac:picMkLst>
        </pc:picChg>
        <pc:picChg chg="add mod">
          <ac:chgData name="徐志嘉" userId="4f4e22b3-2ff2-4e81-a7cc-1ce68c8c1bc8" providerId="ADAL" clId="{8FE5560E-E352-4DEE-8EBA-694459070AD4}" dt="2023-03-08T06:12:20.155" v="2963" actId="1076"/>
          <ac:picMkLst>
            <pc:docMk/>
            <pc:sldMk cId="2466228836" sldId="534"/>
            <ac:picMk id="9" creationId="{85131B84-BF09-9980-E19B-F3545ABE4563}"/>
          </ac:picMkLst>
        </pc:picChg>
        <pc:picChg chg="add del mod">
          <ac:chgData name="徐志嘉" userId="4f4e22b3-2ff2-4e81-a7cc-1ce68c8c1bc8" providerId="ADAL" clId="{8FE5560E-E352-4DEE-8EBA-694459070AD4}" dt="2023-03-07T09:08:46.077" v="1844" actId="478"/>
          <ac:picMkLst>
            <pc:docMk/>
            <pc:sldMk cId="2466228836" sldId="534"/>
            <ac:picMk id="2050" creationId="{C2D339A1-7CD7-1BC8-C230-135D59CB52D1}"/>
          </ac:picMkLst>
        </pc:picChg>
      </pc:sldChg>
      <pc:sldChg chg="addSp delSp modSp add del mod modNotesTx">
        <pc:chgData name="徐志嘉" userId="4f4e22b3-2ff2-4e81-a7cc-1ce68c8c1bc8" providerId="ADAL" clId="{8FE5560E-E352-4DEE-8EBA-694459070AD4}" dt="2023-03-09T07:14:26.751" v="6874" actId="47"/>
        <pc:sldMkLst>
          <pc:docMk/>
          <pc:sldMk cId="1584936916" sldId="535"/>
        </pc:sldMkLst>
        <pc:spChg chg="add del mod">
          <ac:chgData name="徐志嘉" userId="4f4e22b3-2ff2-4e81-a7cc-1ce68c8c1bc8" providerId="ADAL" clId="{8FE5560E-E352-4DEE-8EBA-694459070AD4}" dt="2023-03-08T08:37:48.369" v="4540"/>
          <ac:spMkLst>
            <pc:docMk/>
            <pc:sldMk cId="1584936916" sldId="535"/>
            <ac:spMk id="3" creationId="{0039279E-9B6D-951E-1CF1-5EF46D1DD079}"/>
          </ac:spMkLst>
        </pc:spChg>
        <pc:spChg chg="add del mod">
          <ac:chgData name="徐志嘉" userId="4f4e22b3-2ff2-4e81-a7cc-1ce68c8c1bc8" providerId="ADAL" clId="{8FE5560E-E352-4DEE-8EBA-694459070AD4}" dt="2023-03-09T07:08:18.404" v="6674"/>
          <ac:spMkLst>
            <pc:docMk/>
            <pc:sldMk cId="1584936916" sldId="535"/>
            <ac:spMk id="3" creationId="{16F3BC9C-8EDB-1BA2-D1A4-D3E79BFE6CF7}"/>
          </ac:spMkLst>
        </pc:spChg>
        <pc:spChg chg="add del mod">
          <ac:chgData name="徐志嘉" userId="4f4e22b3-2ff2-4e81-a7cc-1ce68c8c1bc8" providerId="ADAL" clId="{8FE5560E-E352-4DEE-8EBA-694459070AD4}" dt="2023-03-08T09:22:16.708" v="4589" actId="478"/>
          <ac:spMkLst>
            <pc:docMk/>
            <pc:sldMk cId="1584936916" sldId="535"/>
            <ac:spMk id="5" creationId="{C7F26738-239F-D310-F5BB-6AE606A916FC}"/>
          </ac:spMkLst>
        </pc:spChg>
        <pc:spChg chg="add del mod">
          <ac:chgData name="徐志嘉" userId="4f4e22b3-2ff2-4e81-a7cc-1ce68c8c1bc8" providerId="ADAL" clId="{8FE5560E-E352-4DEE-8EBA-694459070AD4}" dt="2023-03-08T09:22:17.796" v="4590" actId="478"/>
          <ac:spMkLst>
            <pc:docMk/>
            <pc:sldMk cId="1584936916" sldId="535"/>
            <ac:spMk id="6" creationId="{136F2F3E-C0C6-6328-51CB-8480CD4DB68D}"/>
          </ac:spMkLst>
        </pc:spChg>
        <pc:spChg chg="add mod">
          <ac:chgData name="徐志嘉" userId="4f4e22b3-2ff2-4e81-a7cc-1ce68c8c1bc8" providerId="ADAL" clId="{8FE5560E-E352-4DEE-8EBA-694459070AD4}" dt="2023-03-08T09:25:08.010" v="4663" actId="14100"/>
          <ac:spMkLst>
            <pc:docMk/>
            <pc:sldMk cId="1584936916" sldId="535"/>
            <ac:spMk id="9" creationId="{AB6B8430-6F22-3A21-8921-20408C3024A5}"/>
          </ac:spMkLst>
        </pc:spChg>
        <pc:spChg chg="add mod">
          <ac:chgData name="徐志嘉" userId="4f4e22b3-2ff2-4e81-a7cc-1ce68c8c1bc8" providerId="ADAL" clId="{8FE5560E-E352-4DEE-8EBA-694459070AD4}" dt="2023-03-08T09:25:53.156" v="4673" actId="1076"/>
          <ac:spMkLst>
            <pc:docMk/>
            <pc:sldMk cId="1584936916" sldId="535"/>
            <ac:spMk id="10" creationId="{04228FE1-C0BB-172A-2AA0-810518E56820}"/>
          </ac:spMkLst>
        </pc:spChg>
        <pc:graphicFrameChg chg="add mod">
          <ac:chgData name="徐志嘉" userId="4f4e22b3-2ff2-4e81-a7cc-1ce68c8c1bc8" providerId="ADAL" clId="{8FE5560E-E352-4DEE-8EBA-694459070AD4}" dt="2023-03-09T02:05:38.456" v="5105" actId="20577"/>
          <ac:graphicFrameMkLst>
            <pc:docMk/>
            <pc:sldMk cId="1584936916" sldId="535"/>
            <ac:graphicFrameMk id="7" creationId="{5ED20CBD-C100-AA21-2C54-0A281548003F}"/>
          </ac:graphicFrameMkLst>
        </pc:graphicFrameChg>
        <pc:picChg chg="del">
          <ac:chgData name="徐志嘉" userId="4f4e22b3-2ff2-4e81-a7cc-1ce68c8c1bc8" providerId="ADAL" clId="{8FE5560E-E352-4DEE-8EBA-694459070AD4}" dt="2023-03-08T08:37:47.227" v="4539" actId="478"/>
          <ac:picMkLst>
            <pc:docMk/>
            <pc:sldMk cId="1584936916" sldId="535"/>
            <ac:picMk id="2050" creationId="{C2D339A1-7CD7-1BC8-C230-135D59CB52D1}"/>
          </ac:picMkLst>
        </pc:picChg>
        <pc:picChg chg="add mod">
          <ac:chgData name="徐志嘉" userId="4f4e22b3-2ff2-4e81-a7cc-1ce68c8c1bc8" providerId="ADAL" clId="{8FE5560E-E352-4DEE-8EBA-694459070AD4}" dt="2023-03-08T09:25:12.618" v="4665" actId="1076"/>
          <ac:picMkLst>
            <pc:docMk/>
            <pc:sldMk cId="1584936916" sldId="535"/>
            <ac:picMk id="3074" creationId="{A92411E7-01D7-51BE-7297-18B0A666909A}"/>
          </ac:picMkLst>
        </pc:picChg>
        <pc:cxnChg chg="add del mod">
          <ac:chgData name="徐志嘉" userId="4f4e22b3-2ff2-4e81-a7cc-1ce68c8c1bc8" providerId="ADAL" clId="{8FE5560E-E352-4DEE-8EBA-694459070AD4}" dt="2023-03-08T09:22:18.686" v="4591" actId="478"/>
          <ac:cxnSpMkLst>
            <pc:docMk/>
            <pc:sldMk cId="1584936916" sldId="535"/>
            <ac:cxnSpMk id="4" creationId="{EC5EC289-F384-0D5A-C85B-CCA18489834E}"/>
          </ac:cxnSpMkLst>
        </pc:cxnChg>
        <pc:cxnChg chg="add mod">
          <ac:chgData name="徐志嘉" userId="4f4e22b3-2ff2-4e81-a7cc-1ce68c8c1bc8" providerId="ADAL" clId="{8FE5560E-E352-4DEE-8EBA-694459070AD4}" dt="2023-03-08T09:24:58.182" v="4661" actId="14100"/>
          <ac:cxnSpMkLst>
            <pc:docMk/>
            <pc:sldMk cId="1584936916" sldId="535"/>
            <ac:cxnSpMk id="8" creationId="{C2AA81C8-993A-BCAC-80A4-88B07AD1FE4A}"/>
          </ac:cxnSpMkLst>
        </pc:cxnChg>
      </pc:sldChg>
      <pc:sldChg chg="addSp delSp modSp add mod ord">
        <pc:chgData name="徐志嘉" userId="4f4e22b3-2ff2-4e81-a7cc-1ce68c8c1bc8" providerId="ADAL" clId="{8FE5560E-E352-4DEE-8EBA-694459070AD4}" dt="2023-03-09T06:56:06.190" v="6394" actId="478"/>
        <pc:sldMkLst>
          <pc:docMk/>
          <pc:sldMk cId="2043709060" sldId="536"/>
        </pc:sldMkLst>
        <pc:spChg chg="mod">
          <ac:chgData name="徐志嘉" userId="4f4e22b3-2ff2-4e81-a7cc-1ce68c8c1bc8" providerId="ADAL" clId="{8FE5560E-E352-4DEE-8EBA-694459070AD4}" dt="2023-03-09T06:09:38.782" v="5774" actId="6549"/>
          <ac:spMkLst>
            <pc:docMk/>
            <pc:sldMk cId="2043709060" sldId="536"/>
            <ac:spMk id="2" creationId="{ABAF137D-0684-4E77-A8EB-4D9DF095A4B1}"/>
          </ac:spMkLst>
        </pc:spChg>
        <pc:spChg chg="add mod">
          <ac:chgData name="徐志嘉" userId="4f4e22b3-2ff2-4e81-a7cc-1ce68c8c1bc8" providerId="ADAL" clId="{8FE5560E-E352-4DEE-8EBA-694459070AD4}" dt="2023-03-09T06:48:14.314" v="6382" actId="207"/>
          <ac:spMkLst>
            <pc:docMk/>
            <pc:sldMk cId="2043709060" sldId="536"/>
            <ac:spMk id="4" creationId="{4CC8D5DC-E193-50F5-23EB-319D92C33F8A}"/>
          </ac:spMkLst>
        </pc:spChg>
        <pc:spChg chg="add del mod">
          <ac:chgData name="徐志嘉" userId="4f4e22b3-2ff2-4e81-a7cc-1ce68c8c1bc8" providerId="ADAL" clId="{8FE5560E-E352-4DEE-8EBA-694459070AD4}" dt="2023-03-09T06:38:30.177" v="6086" actId="478"/>
          <ac:spMkLst>
            <pc:docMk/>
            <pc:sldMk cId="2043709060" sldId="536"/>
            <ac:spMk id="5" creationId="{B1C60165-3CCA-670A-B6EB-FA4BCA4E7F66}"/>
          </ac:spMkLst>
        </pc:spChg>
        <pc:spChg chg="add mod">
          <ac:chgData name="徐志嘉" userId="4f4e22b3-2ff2-4e81-a7cc-1ce68c8c1bc8" providerId="ADAL" clId="{8FE5560E-E352-4DEE-8EBA-694459070AD4}" dt="2023-03-09T06:47:00.184" v="6365" actId="1035"/>
          <ac:spMkLst>
            <pc:docMk/>
            <pc:sldMk cId="2043709060" sldId="536"/>
            <ac:spMk id="6" creationId="{D0F52F22-0C36-9C3C-5494-861E88B06DAB}"/>
          </ac:spMkLst>
        </pc:spChg>
        <pc:spChg chg="add mod">
          <ac:chgData name="徐志嘉" userId="4f4e22b3-2ff2-4e81-a7cc-1ce68c8c1bc8" providerId="ADAL" clId="{8FE5560E-E352-4DEE-8EBA-694459070AD4}" dt="2023-03-09T06:40:46.677" v="6115" actId="571"/>
          <ac:spMkLst>
            <pc:docMk/>
            <pc:sldMk cId="2043709060" sldId="536"/>
            <ac:spMk id="7" creationId="{8FCCF86F-E800-92B8-7C48-243B42AF25EF}"/>
          </ac:spMkLst>
        </pc:spChg>
        <pc:spChg chg="add mod">
          <ac:chgData name="徐志嘉" userId="4f4e22b3-2ff2-4e81-a7cc-1ce68c8c1bc8" providerId="ADAL" clId="{8FE5560E-E352-4DEE-8EBA-694459070AD4}" dt="2023-03-09T06:41:35.797" v="6159" actId="571"/>
          <ac:spMkLst>
            <pc:docMk/>
            <pc:sldMk cId="2043709060" sldId="536"/>
            <ac:spMk id="13" creationId="{F4B285E1-98AD-B94F-51E6-D3C1C93A3F98}"/>
          </ac:spMkLst>
        </pc:spChg>
        <pc:spChg chg="add del mod">
          <ac:chgData name="徐志嘉" userId="4f4e22b3-2ff2-4e81-a7cc-1ce68c8c1bc8" providerId="ADAL" clId="{8FE5560E-E352-4DEE-8EBA-694459070AD4}" dt="2023-03-09T06:41:43.274" v="6161" actId="478"/>
          <ac:spMkLst>
            <pc:docMk/>
            <pc:sldMk cId="2043709060" sldId="536"/>
            <ac:spMk id="15" creationId="{4F005BAA-5298-BD4A-FE1B-4E0387580752}"/>
          </ac:spMkLst>
        </pc:spChg>
        <pc:spChg chg="add mod">
          <ac:chgData name="徐志嘉" userId="4f4e22b3-2ff2-4e81-a7cc-1ce68c8c1bc8" providerId="ADAL" clId="{8FE5560E-E352-4DEE-8EBA-694459070AD4}" dt="2023-03-09T06:45:23.430" v="6319" actId="207"/>
          <ac:spMkLst>
            <pc:docMk/>
            <pc:sldMk cId="2043709060" sldId="536"/>
            <ac:spMk id="24" creationId="{0FBB6D18-2599-EA52-440D-8E9B2E0A4B16}"/>
          </ac:spMkLst>
        </pc:spChg>
        <pc:spChg chg="add mod">
          <ac:chgData name="徐志嘉" userId="4f4e22b3-2ff2-4e81-a7cc-1ce68c8c1bc8" providerId="ADAL" clId="{8FE5560E-E352-4DEE-8EBA-694459070AD4}" dt="2023-03-09T06:47:34.676" v="6376" actId="1076"/>
          <ac:spMkLst>
            <pc:docMk/>
            <pc:sldMk cId="2043709060" sldId="536"/>
            <ac:spMk id="41" creationId="{AC4F783D-ABE4-E098-212E-FC8AA7A23430}"/>
          </ac:spMkLst>
        </pc:spChg>
        <pc:spChg chg="add del mod">
          <ac:chgData name="徐志嘉" userId="4f4e22b3-2ff2-4e81-a7cc-1ce68c8c1bc8" providerId="ADAL" clId="{8FE5560E-E352-4DEE-8EBA-694459070AD4}" dt="2023-03-09T06:48:08.890" v="6381" actId="478"/>
          <ac:spMkLst>
            <pc:docMk/>
            <pc:sldMk cId="2043709060" sldId="536"/>
            <ac:spMk id="43" creationId="{3245BCFA-DC27-7AE8-A763-FE5312CA4638}"/>
          </ac:spMkLst>
        </pc:spChg>
        <pc:spChg chg="add del mod">
          <ac:chgData name="徐志嘉" userId="4f4e22b3-2ff2-4e81-a7cc-1ce68c8c1bc8" providerId="ADAL" clId="{8FE5560E-E352-4DEE-8EBA-694459070AD4}" dt="2023-03-09T06:56:06.190" v="6394" actId="478"/>
          <ac:spMkLst>
            <pc:docMk/>
            <pc:sldMk cId="2043709060" sldId="536"/>
            <ac:spMk id="44" creationId="{2419C452-7AEE-2174-A3BF-9F75A78ACDBD}"/>
          </ac:spMkLst>
        </pc:spChg>
        <pc:spChg chg="mod">
          <ac:chgData name="徐志嘉" userId="4f4e22b3-2ff2-4e81-a7cc-1ce68c8c1bc8" providerId="ADAL" clId="{8FE5560E-E352-4DEE-8EBA-694459070AD4}" dt="2023-03-09T06:48:14.314" v="6382" actId="207"/>
          <ac:spMkLst>
            <pc:docMk/>
            <pc:sldMk cId="2043709060" sldId="536"/>
            <ac:spMk id="57" creationId="{EEEC7DFC-03B6-92DD-E58C-580E4E72FDFC}"/>
          </ac:spMkLst>
        </pc:spChg>
        <pc:spChg chg="mod ord">
          <ac:chgData name="徐志嘉" userId="4f4e22b3-2ff2-4e81-a7cc-1ce68c8c1bc8" providerId="ADAL" clId="{8FE5560E-E352-4DEE-8EBA-694459070AD4}" dt="2023-03-09T06:47:00.184" v="6365" actId="1035"/>
          <ac:spMkLst>
            <pc:docMk/>
            <pc:sldMk cId="2043709060" sldId="536"/>
            <ac:spMk id="58" creationId="{101644DD-C7A5-5372-2D02-A6BBECFAE218}"/>
          </ac:spMkLst>
        </pc:spChg>
        <pc:spChg chg="add mod">
          <ac:chgData name="徐志嘉" userId="4f4e22b3-2ff2-4e81-a7cc-1ce68c8c1bc8" providerId="ADAL" clId="{8FE5560E-E352-4DEE-8EBA-694459070AD4}" dt="2023-03-09T06:42:55.718" v="6264" actId="1076"/>
          <ac:spMkLst>
            <pc:docMk/>
            <pc:sldMk cId="2043709060" sldId="536"/>
            <ac:spMk id="62" creationId="{4D13A515-37F3-B557-83F6-477A50B2B9B1}"/>
          </ac:spMkLst>
        </pc:spChg>
        <pc:spChg chg="add mod">
          <ac:chgData name="徐志嘉" userId="4f4e22b3-2ff2-4e81-a7cc-1ce68c8c1bc8" providerId="ADAL" clId="{8FE5560E-E352-4DEE-8EBA-694459070AD4}" dt="2023-03-09T06:41:49.968" v="6169" actId="1037"/>
          <ac:spMkLst>
            <pc:docMk/>
            <pc:sldMk cId="2043709060" sldId="536"/>
            <ac:spMk id="65" creationId="{36B6F591-8412-FC6B-761B-8446C0CA0EE9}"/>
          </ac:spMkLst>
        </pc:spChg>
        <pc:spChg chg="add mod">
          <ac:chgData name="徐志嘉" userId="4f4e22b3-2ff2-4e81-a7cc-1ce68c8c1bc8" providerId="ADAL" clId="{8FE5560E-E352-4DEE-8EBA-694459070AD4}" dt="2023-03-09T06:43:07.335" v="6297" actId="1038"/>
          <ac:spMkLst>
            <pc:docMk/>
            <pc:sldMk cId="2043709060" sldId="536"/>
            <ac:spMk id="66" creationId="{38F532B6-6012-0F59-4E19-FE6D5A3FA3BF}"/>
          </ac:spMkLst>
        </pc:spChg>
        <pc:spChg chg="add mod">
          <ac:chgData name="徐志嘉" userId="4f4e22b3-2ff2-4e81-a7cc-1ce68c8c1bc8" providerId="ADAL" clId="{8FE5560E-E352-4DEE-8EBA-694459070AD4}" dt="2023-03-09T06:46:45.862" v="6343" actId="1036"/>
          <ac:spMkLst>
            <pc:docMk/>
            <pc:sldMk cId="2043709060" sldId="536"/>
            <ac:spMk id="67" creationId="{FB4B6294-4467-A214-D22B-A53A6C051170}"/>
          </ac:spMkLst>
        </pc:spChg>
        <pc:spChg chg="add mod">
          <ac:chgData name="徐志嘉" userId="4f4e22b3-2ff2-4e81-a7cc-1ce68c8c1bc8" providerId="ADAL" clId="{8FE5560E-E352-4DEE-8EBA-694459070AD4}" dt="2023-03-09T06:42:50.828" v="6262" actId="1037"/>
          <ac:spMkLst>
            <pc:docMk/>
            <pc:sldMk cId="2043709060" sldId="536"/>
            <ac:spMk id="70" creationId="{19A76D8C-433D-EFE5-0F53-7862219F80C1}"/>
          </ac:spMkLst>
        </pc:spChg>
        <pc:picChg chg="add mod">
          <ac:chgData name="徐志嘉" userId="4f4e22b3-2ff2-4e81-a7cc-1ce68c8c1bc8" providerId="ADAL" clId="{8FE5560E-E352-4DEE-8EBA-694459070AD4}" dt="2023-03-09T06:13:43.415" v="5801" actId="1076"/>
          <ac:picMkLst>
            <pc:docMk/>
            <pc:sldMk cId="2043709060" sldId="536"/>
            <ac:picMk id="3" creationId="{68004BDB-5724-0420-BFA5-FDBC7942C462}"/>
          </ac:picMkLst>
        </pc:picChg>
        <pc:picChg chg="add del mod">
          <ac:chgData name="徐志嘉" userId="4f4e22b3-2ff2-4e81-a7cc-1ce68c8c1bc8" providerId="ADAL" clId="{8FE5560E-E352-4DEE-8EBA-694459070AD4}" dt="2023-03-07T11:50:10.491" v="2017" actId="478"/>
          <ac:picMkLst>
            <pc:docMk/>
            <pc:sldMk cId="2043709060" sldId="536"/>
            <ac:picMk id="3" creationId="{C00D2250-1EFF-09FF-9472-1760105C6546}"/>
          </ac:picMkLst>
        </pc:picChg>
        <pc:picChg chg="add del mod">
          <ac:chgData name="徐志嘉" userId="4f4e22b3-2ff2-4e81-a7cc-1ce68c8c1bc8" providerId="ADAL" clId="{8FE5560E-E352-4DEE-8EBA-694459070AD4}" dt="2023-03-07T11:50:10.151" v="2016" actId="478"/>
          <ac:picMkLst>
            <pc:docMk/>
            <pc:sldMk cId="2043709060" sldId="536"/>
            <ac:picMk id="4" creationId="{86B1A8D3-4E53-B9A1-EF3C-D7F3784DD9BC}"/>
          </ac:picMkLst>
        </pc:picChg>
        <pc:picChg chg="add del mod">
          <ac:chgData name="徐志嘉" userId="4f4e22b3-2ff2-4e81-a7cc-1ce68c8c1bc8" providerId="ADAL" clId="{8FE5560E-E352-4DEE-8EBA-694459070AD4}" dt="2023-03-07T11:50:09.666" v="2015" actId="478"/>
          <ac:picMkLst>
            <pc:docMk/>
            <pc:sldMk cId="2043709060" sldId="536"/>
            <ac:picMk id="5" creationId="{4EBB9688-44C3-25A3-EF74-C31E6100D4EB}"/>
          </ac:picMkLst>
        </pc:picChg>
        <pc:picChg chg="add del mod">
          <ac:chgData name="徐志嘉" userId="4f4e22b3-2ff2-4e81-a7cc-1ce68c8c1bc8" providerId="ADAL" clId="{8FE5560E-E352-4DEE-8EBA-694459070AD4}" dt="2023-03-07T11:52:01.034" v="2039" actId="478"/>
          <ac:picMkLst>
            <pc:docMk/>
            <pc:sldMk cId="2043709060" sldId="536"/>
            <ac:picMk id="6" creationId="{F8A62BDD-1C9C-0500-F7C1-8F290FD947D2}"/>
          </ac:picMkLst>
        </pc:picChg>
        <pc:picChg chg="add del mod">
          <ac:chgData name="徐志嘉" userId="4f4e22b3-2ff2-4e81-a7cc-1ce68c8c1bc8" providerId="ADAL" clId="{8FE5560E-E352-4DEE-8EBA-694459070AD4}" dt="2023-03-07T11:52:00.322" v="2038" actId="478"/>
          <ac:picMkLst>
            <pc:docMk/>
            <pc:sldMk cId="2043709060" sldId="536"/>
            <ac:picMk id="7" creationId="{03B5152E-174E-4C6E-30BC-35D8A11A0CF5}"/>
          </ac:picMkLst>
        </pc:picChg>
        <pc:picChg chg="add del mod">
          <ac:chgData name="徐志嘉" userId="4f4e22b3-2ff2-4e81-a7cc-1ce68c8c1bc8" providerId="ADAL" clId="{8FE5560E-E352-4DEE-8EBA-694459070AD4}" dt="2023-03-07T11:51:59.737" v="2037" actId="478"/>
          <ac:picMkLst>
            <pc:docMk/>
            <pc:sldMk cId="2043709060" sldId="536"/>
            <ac:picMk id="8" creationId="{699F319D-6913-B819-691A-1FC95C0FF0EC}"/>
          </ac:picMkLst>
        </pc:picChg>
        <pc:picChg chg="mod">
          <ac:chgData name="徐志嘉" userId="4f4e22b3-2ff2-4e81-a7cc-1ce68c8c1bc8" providerId="ADAL" clId="{8FE5560E-E352-4DEE-8EBA-694459070AD4}" dt="2023-03-07T11:53:45.132" v="2090" actId="1076"/>
          <ac:picMkLst>
            <pc:docMk/>
            <pc:sldMk cId="2043709060" sldId="536"/>
            <ac:picMk id="19" creationId="{B7E8078B-B577-5FE5-773B-216EECAEFB7E}"/>
          </ac:picMkLst>
        </pc:picChg>
        <pc:picChg chg="mod">
          <ac:chgData name="徐志嘉" userId="4f4e22b3-2ff2-4e81-a7cc-1ce68c8c1bc8" providerId="ADAL" clId="{8FE5560E-E352-4DEE-8EBA-694459070AD4}" dt="2023-03-09T06:41:53.458" v="6179" actId="1037"/>
          <ac:picMkLst>
            <pc:docMk/>
            <pc:sldMk cId="2043709060" sldId="536"/>
            <ac:picMk id="25" creationId="{1178EF8B-B8A4-1C87-C81B-02A48443B4B4}"/>
          </ac:picMkLst>
        </pc:picChg>
        <pc:picChg chg="mod">
          <ac:chgData name="徐志嘉" userId="4f4e22b3-2ff2-4e81-a7cc-1ce68c8c1bc8" providerId="ADAL" clId="{8FE5560E-E352-4DEE-8EBA-694459070AD4}" dt="2023-03-09T06:41:53.458" v="6179" actId="1037"/>
          <ac:picMkLst>
            <pc:docMk/>
            <pc:sldMk cId="2043709060" sldId="536"/>
            <ac:picMk id="27" creationId="{F4A7A274-FE10-063D-C88C-C463B80F73D6}"/>
          </ac:picMkLst>
        </pc:picChg>
        <pc:picChg chg="mod">
          <ac:chgData name="徐志嘉" userId="4f4e22b3-2ff2-4e81-a7cc-1ce68c8c1bc8" providerId="ADAL" clId="{8FE5560E-E352-4DEE-8EBA-694459070AD4}" dt="2023-03-09T06:42:59.890" v="6281" actId="1038"/>
          <ac:picMkLst>
            <pc:docMk/>
            <pc:sldMk cId="2043709060" sldId="536"/>
            <ac:picMk id="36" creationId="{1006C413-4F8B-8122-D682-F41EDDECC00B}"/>
          </ac:picMkLst>
        </pc:picChg>
        <pc:picChg chg="mod">
          <ac:chgData name="徐志嘉" userId="4f4e22b3-2ff2-4e81-a7cc-1ce68c8c1bc8" providerId="ADAL" clId="{8FE5560E-E352-4DEE-8EBA-694459070AD4}" dt="2023-03-09T06:42:59.890" v="6281" actId="1038"/>
          <ac:picMkLst>
            <pc:docMk/>
            <pc:sldMk cId="2043709060" sldId="536"/>
            <ac:picMk id="38" creationId="{81AC2DA5-6DC8-7A44-C493-9637487DD41D}"/>
          </ac:picMkLst>
        </pc:picChg>
        <pc:picChg chg="mod">
          <ac:chgData name="徐志嘉" userId="4f4e22b3-2ff2-4e81-a7cc-1ce68c8c1bc8" providerId="ADAL" clId="{8FE5560E-E352-4DEE-8EBA-694459070AD4}" dt="2023-03-09T06:41:53.458" v="6179" actId="1037"/>
          <ac:picMkLst>
            <pc:docMk/>
            <pc:sldMk cId="2043709060" sldId="536"/>
            <ac:picMk id="40" creationId="{39F6753E-3806-3DAA-16EC-6711BB0E00A3}"/>
          </ac:picMkLst>
        </pc:picChg>
        <pc:picChg chg="mod">
          <ac:chgData name="徐志嘉" userId="4f4e22b3-2ff2-4e81-a7cc-1ce68c8c1bc8" providerId="ADAL" clId="{8FE5560E-E352-4DEE-8EBA-694459070AD4}" dt="2023-03-09T06:42:59.890" v="6281" actId="1038"/>
          <ac:picMkLst>
            <pc:docMk/>
            <pc:sldMk cId="2043709060" sldId="536"/>
            <ac:picMk id="42" creationId="{96358095-0D80-5F9F-8306-4649E7CDC85C}"/>
          </ac:picMkLst>
        </pc:picChg>
        <pc:picChg chg="mod">
          <ac:chgData name="徐志嘉" userId="4f4e22b3-2ff2-4e81-a7cc-1ce68c8c1bc8" providerId="ADAL" clId="{8FE5560E-E352-4DEE-8EBA-694459070AD4}" dt="2023-03-09T06:46:45.862" v="6343" actId="1036"/>
          <ac:picMkLst>
            <pc:docMk/>
            <pc:sldMk cId="2043709060" sldId="536"/>
            <ac:picMk id="51" creationId="{372DD5D8-8D01-CA29-B436-686E01125B57}"/>
          </ac:picMkLst>
        </pc:picChg>
        <pc:picChg chg="mod">
          <ac:chgData name="徐志嘉" userId="4f4e22b3-2ff2-4e81-a7cc-1ce68c8c1bc8" providerId="ADAL" clId="{8FE5560E-E352-4DEE-8EBA-694459070AD4}" dt="2023-03-09T06:46:45.862" v="6343" actId="1036"/>
          <ac:picMkLst>
            <pc:docMk/>
            <pc:sldMk cId="2043709060" sldId="536"/>
            <ac:picMk id="53" creationId="{BBBF38AB-4D9F-3CFD-A9A1-39AC890059CC}"/>
          </ac:picMkLst>
        </pc:picChg>
        <pc:picChg chg="mod">
          <ac:chgData name="徐志嘉" userId="4f4e22b3-2ff2-4e81-a7cc-1ce68c8c1bc8" providerId="ADAL" clId="{8FE5560E-E352-4DEE-8EBA-694459070AD4}" dt="2023-03-09T06:46:45.862" v="6343" actId="1036"/>
          <ac:picMkLst>
            <pc:docMk/>
            <pc:sldMk cId="2043709060" sldId="536"/>
            <ac:picMk id="55" creationId="{7842EFB9-DE86-F7C5-DAAF-05F644E47CA1}"/>
          </ac:picMkLst>
        </pc:picChg>
        <pc:cxnChg chg="add mod">
          <ac:chgData name="徐志嘉" userId="4f4e22b3-2ff2-4e81-a7cc-1ce68c8c1bc8" providerId="ADAL" clId="{8FE5560E-E352-4DEE-8EBA-694459070AD4}" dt="2023-03-09T06:41:35.797" v="6159" actId="571"/>
          <ac:cxnSpMkLst>
            <pc:docMk/>
            <pc:sldMk cId="2043709060" sldId="536"/>
            <ac:cxnSpMk id="8" creationId="{F23CB537-197E-49D8-52D8-C95216316523}"/>
          </ac:cxnSpMkLst>
        </pc:cxnChg>
        <pc:cxnChg chg="add mod">
          <ac:chgData name="徐志嘉" userId="4f4e22b3-2ff2-4e81-a7cc-1ce68c8c1bc8" providerId="ADAL" clId="{8FE5560E-E352-4DEE-8EBA-694459070AD4}" dt="2023-03-09T06:41:49.968" v="6169" actId="1037"/>
          <ac:cxnSpMkLst>
            <pc:docMk/>
            <pc:sldMk cId="2043709060" sldId="536"/>
            <ac:cxnSpMk id="9" creationId="{9079FE41-94E8-1382-EC89-21F6C2BB7C76}"/>
          </ac:cxnSpMkLst>
        </pc:cxnChg>
        <pc:cxnChg chg="add mod">
          <ac:chgData name="徐志嘉" userId="4f4e22b3-2ff2-4e81-a7cc-1ce68c8c1bc8" providerId="ADAL" clId="{8FE5560E-E352-4DEE-8EBA-694459070AD4}" dt="2023-03-09T06:43:07.335" v="6297" actId="1038"/>
          <ac:cxnSpMkLst>
            <pc:docMk/>
            <pc:sldMk cId="2043709060" sldId="536"/>
            <ac:cxnSpMk id="10" creationId="{CDD4E3CE-2926-91EE-0C3F-539837CB7947}"/>
          </ac:cxnSpMkLst>
        </pc:cxnChg>
        <pc:cxnChg chg="add mod">
          <ac:chgData name="徐志嘉" userId="4f4e22b3-2ff2-4e81-a7cc-1ce68c8c1bc8" providerId="ADAL" clId="{8FE5560E-E352-4DEE-8EBA-694459070AD4}" dt="2023-03-09T06:42:50.828" v="6262" actId="1037"/>
          <ac:cxnSpMkLst>
            <pc:docMk/>
            <pc:sldMk cId="2043709060" sldId="536"/>
            <ac:cxnSpMk id="11" creationId="{1DABE519-328D-1245-3FB7-47BA6F54BF89}"/>
          </ac:cxnSpMkLst>
        </pc:cxnChg>
        <pc:cxnChg chg="add mod">
          <ac:chgData name="徐志嘉" userId="4f4e22b3-2ff2-4e81-a7cc-1ce68c8c1bc8" providerId="ADAL" clId="{8FE5560E-E352-4DEE-8EBA-694459070AD4}" dt="2023-03-09T06:42:09.184" v="6234" actId="1076"/>
          <ac:cxnSpMkLst>
            <pc:docMk/>
            <pc:sldMk cId="2043709060" sldId="536"/>
            <ac:cxnSpMk id="12" creationId="{45C71072-A0A6-0508-1D3E-8939D719BB41}"/>
          </ac:cxnSpMkLst>
        </pc:cxnChg>
        <pc:cxnChg chg="add del mod">
          <ac:chgData name="徐志嘉" userId="4f4e22b3-2ff2-4e81-a7cc-1ce68c8c1bc8" providerId="ADAL" clId="{8FE5560E-E352-4DEE-8EBA-694459070AD4}" dt="2023-03-07T11:55:26.010" v="2107" actId="478"/>
          <ac:cxnSpMkLst>
            <pc:docMk/>
            <pc:sldMk cId="2043709060" sldId="536"/>
            <ac:cxnSpMk id="14" creationId="{45A2DB72-0A30-1982-86CA-3BA5FB3B69B2}"/>
          </ac:cxnSpMkLst>
        </pc:cxnChg>
        <pc:cxnChg chg="add mod">
          <ac:chgData name="徐志嘉" userId="4f4e22b3-2ff2-4e81-a7cc-1ce68c8c1bc8" providerId="ADAL" clId="{8FE5560E-E352-4DEE-8EBA-694459070AD4}" dt="2023-03-09T06:42:28.953" v="6244" actId="1037"/>
          <ac:cxnSpMkLst>
            <pc:docMk/>
            <pc:sldMk cId="2043709060" sldId="536"/>
            <ac:cxnSpMk id="14" creationId="{93EA9468-6C0F-0B35-43CB-CCBDA1D9CB27}"/>
          </ac:cxnSpMkLst>
        </pc:cxnChg>
        <pc:cxnChg chg="add del mod">
          <ac:chgData name="徐志嘉" userId="4f4e22b3-2ff2-4e81-a7cc-1ce68c8c1bc8" providerId="ADAL" clId="{8FE5560E-E352-4DEE-8EBA-694459070AD4}" dt="2023-03-09T06:44:40.114" v="6313" actId="478"/>
          <ac:cxnSpMkLst>
            <pc:docMk/>
            <pc:sldMk cId="2043709060" sldId="536"/>
            <ac:cxnSpMk id="21" creationId="{5DD29FE2-7660-F69A-59C6-4860837E0103}"/>
          </ac:cxnSpMkLst>
        </pc:cxnChg>
        <pc:cxnChg chg="del">
          <ac:chgData name="徐志嘉" userId="4f4e22b3-2ff2-4e81-a7cc-1ce68c8c1bc8" providerId="ADAL" clId="{8FE5560E-E352-4DEE-8EBA-694459070AD4}" dt="2023-03-07T11:47:23.183" v="2004" actId="478"/>
          <ac:cxnSpMkLst>
            <pc:docMk/>
            <pc:sldMk cId="2043709060" sldId="536"/>
            <ac:cxnSpMk id="21" creationId="{88ADA704-7412-7A35-267E-86B24089F8DF}"/>
          </ac:cxnSpMkLst>
        </pc:cxnChg>
        <pc:cxnChg chg="add del mod">
          <ac:chgData name="徐志嘉" userId="4f4e22b3-2ff2-4e81-a7cc-1ce68c8c1bc8" providerId="ADAL" clId="{8FE5560E-E352-4DEE-8EBA-694459070AD4}" dt="2023-03-09T06:40:18.657" v="6113" actId="478"/>
          <ac:cxnSpMkLst>
            <pc:docMk/>
            <pc:sldMk cId="2043709060" sldId="536"/>
            <ac:cxnSpMk id="26" creationId="{8373AEC7-1409-4C19-A267-268187209776}"/>
          </ac:cxnSpMkLst>
        </pc:cxnChg>
        <pc:cxnChg chg="add mod">
          <ac:chgData name="徐志嘉" userId="4f4e22b3-2ff2-4e81-a7cc-1ce68c8c1bc8" providerId="ADAL" clId="{8FE5560E-E352-4DEE-8EBA-694459070AD4}" dt="2023-03-09T06:46:04.852" v="6328" actId="692"/>
          <ac:cxnSpMkLst>
            <pc:docMk/>
            <pc:sldMk cId="2043709060" sldId="536"/>
            <ac:cxnSpMk id="28" creationId="{2EA6EF28-9574-0E85-9D01-8EDE1BD4888E}"/>
          </ac:cxnSpMkLst>
        </pc:cxnChg>
        <pc:cxnChg chg="add mod">
          <ac:chgData name="徐志嘉" userId="4f4e22b3-2ff2-4e81-a7cc-1ce68c8c1bc8" providerId="ADAL" clId="{8FE5560E-E352-4DEE-8EBA-694459070AD4}" dt="2023-03-09T06:45:59.245" v="6327" actId="14100"/>
          <ac:cxnSpMkLst>
            <pc:docMk/>
            <pc:sldMk cId="2043709060" sldId="536"/>
            <ac:cxnSpMk id="31" creationId="{17EC5BB0-8596-CEF6-C023-8D68264FDC1E}"/>
          </ac:cxnSpMkLst>
        </pc:cxnChg>
        <pc:cxnChg chg="add mod">
          <ac:chgData name="徐志嘉" userId="4f4e22b3-2ff2-4e81-a7cc-1ce68c8c1bc8" providerId="ADAL" clId="{8FE5560E-E352-4DEE-8EBA-694459070AD4}" dt="2023-03-09T06:46:53.371" v="6345" actId="14100"/>
          <ac:cxnSpMkLst>
            <pc:docMk/>
            <pc:sldMk cId="2043709060" sldId="536"/>
            <ac:cxnSpMk id="39" creationId="{EFA8BC4A-3AE5-4970-3B23-C21E7650C0F6}"/>
          </ac:cxnSpMkLst>
        </pc:cxnChg>
        <pc:cxnChg chg="add mod">
          <ac:chgData name="徐志嘉" userId="4f4e22b3-2ff2-4e81-a7cc-1ce68c8c1bc8" providerId="ADAL" clId="{8FE5560E-E352-4DEE-8EBA-694459070AD4}" dt="2023-03-09T06:46:45.862" v="6343" actId="1036"/>
          <ac:cxnSpMkLst>
            <pc:docMk/>
            <pc:sldMk cId="2043709060" sldId="536"/>
            <ac:cxnSpMk id="54" creationId="{102DD9A5-28BE-4C0C-C55A-20D9FDF36EA9}"/>
          </ac:cxnSpMkLst>
        </pc:cxnChg>
      </pc:sldChg>
      <pc:sldChg chg="addSp delSp modSp add mod modNotesTx">
        <pc:chgData name="徐志嘉" userId="4f4e22b3-2ff2-4e81-a7cc-1ce68c8c1bc8" providerId="ADAL" clId="{8FE5560E-E352-4DEE-8EBA-694459070AD4}" dt="2023-03-09T06:50:22.577" v="6387"/>
        <pc:sldMkLst>
          <pc:docMk/>
          <pc:sldMk cId="3950724145" sldId="537"/>
        </pc:sldMkLst>
        <pc:spChg chg="mod">
          <ac:chgData name="徐志嘉" userId="4f4e22b3-2ff2-4e81-a7cc-1ce68c8c1bc8" providerId="ADAL" clId="{8FE5560E-E352-4DEE-8EBA-694459070AD4}" dt="2023-03-09T06:09:29.118" v="5772" actId="6549"/>
          <ac:spMkLst>
            <pc:docMk/>
            <pc:sldMk cId="3950724145" sldId="537"/>
            <ac:spMk id="2" creationId="{9493B10C-A5F8-D229-3708-E9342D44CD89}"/>
          </ac:spMkLst>
        </pc:spChg>
        <pc:spChg chg="mod">
          <ac:chgData name="徐志嘉" userId="4f4e22b3-2ff2-4e81-a7cc-1ce68c8c1bc8" providerId="ADAL" clId="{8FE5560E-E352-4DEE-8EBA-694459070AD4}" dt="2023-03-07T16:42:43.551" v="2523"/>
          <ac:spMkLst>
            <pc:docMk/>
            <pc:sldMk cId="3950724145" sldId="537"/>
            <ac:spMk id="3" creationId="{6AC08893-FA68-7082-07AA-324E931F33F3}"/>
          </ac:spMkLst>
        </pc:spChg>
        <pc:spChg chg="mod">
          <ac:chgData name="徐志嘉" userId="4f4e22b3-2ff2-4e81-a7cc-1ce68c8c1bc8" providerId="ADAL" clId="{8FE5560E-E352-4DEE-8EBA-694459070AD4}" dt="2023-03-09T06:48:32.912" v="6384" actId="207"/>
          <ac:spMkLst>
            <pc:docMk/>
            <pc:sldMk cId="3950724145" sldId="537"/>
            <ac:spMk id="4" creationId="{10022BA8-4574-0CA4-E917-902A269DA158}"/>
          </ac:spMkLst>
        </pc:spChg>
        <pc:spChg chg="ord">
          <ac:chgData name="徐志嘉" userId="4f4e22b3-2ff2-4e81-a7cc-1ce68c8c1bc8" providerId="ADAL" clId="{8FE5560E-E352-4DEE-8EBA-694459070AD4}" dt="2023-03-09T06:30:44.786" v="6049" actId="166"/>
          <ac:spMkLst>
            <pc:docMk/>
            <pc:sldMk cId="3950724145" sldId="537"/>
            <ac:spMk id="5" creationId="{819E4C9E-EE4C-4D29-107E-AA35E160774B}"/>
          </ac:spMkLst>
        </pc:spChg>
        <pc:spChg chg="add mod">
          <ac:chgData name="徐志嘉" userId="4f4e22b3-2ff2-4e81-a7cc-1ce68c8c1bc8" providerId="ADAL" clId="{8FE5560E-E352-4DEE-8EBA-694459070AD4}" dt="2023-03-09T06:48:32.912" v="6384" actId="207"/>
          <ac:spMkLst>
            <pc:docMk/>
            <pc:sldMk cId="3950724145" sldId="537"/>
            <ac:spMk id="6" creationId="{F3ED55C8-DE75-1FD0-19D8-13ADF0904073}"/>
          </ac:spMkLst>
        </pc:spChg>
        <pc:spChg chg="add del">
          <ac:chgData name="徐志嘉" userId="4f4e22b3-2ff2-4e81-a7cc-1ce68c8c1bc8" providerId="ADAL" clId="{8FE5560E-E352-4DEE-8EBA-694459070AD4}" dt="2023-03-07T16:38:59.045" v="2511" actId="478"/>
          <ac:spMkLst>
            <pc:docMk/>
            <pc:sldMk cId="3950724145" sldId="537"/>
            <ac:spMk id="12" creationId="{C7B2A347-36D8-D98B-BB49-1E1B73E43536}"/>
          </ac:spMkLst>
        </pc:spChg>
        <pc:spChg chg="del">
          <ac:chgData name="徐志嘉" userId="4f4e22b3-2ff2-4e81-a7cc-1ce68c8c1bc8" providerId="ADAL" clId="{8FE5560E-E352-4DEE-8EBA-694459070AD4}" dt="2023-03-07T16:43:06.531" v="2528" actId="478"/>
          <ac:spMkLst>
            <pc:docMk/>
            <pc:sldMk cId="3950724145" sldId="537"/>
            <ac:spMk id="24" creationId="{9ADBF80F-CD97-C5AA-1FD5-65221A338AB8}"/>
          </ac:spMkLst>
        </pc:spChg>
        <pc:spChg chg="del">
          <ac:chgData name="徐志嘉" userId="4f4e22b3-2ff2-4e81-a7cc-1ce68c8c1bc8" providerId="ADAL" clId="{8FE5560E-E352-4DEE-8EBA-694459070AD4}" dt="2023-03-07T16:43:06.531" v="2528" actId="478"/>
          <ac:spMkLst>
            <pc:docMk/>
            <pc:sldMk cId="3950724145" sldId="537"/>
            <ac:spMk id="29" creationId="{BC165C53-254F-DB23-C9B8-2AB6C5EFD66A}"/>
          </ac:spMkLst>
        </pc:spChg>
        <pc:spChg chg="del">
          <ac:chgData name="徐志嘉" userId="4f4e22b3-2ff2-4e81-a7cc-1ce68c8c1bc8" providerId="ADAL" clId="{8FE5560E-E352-4DEE-8EBA-694459070AD4}" dt="2023-03-07T16:43:06.531" v="2528" actId="478"/>
          <ac:spMkLst>
            <pc:docMk/>
            <pc:sldMk cId="3950724145" sldId="537"/>
            <ac:spMk id="31" creationId="{68D46A49-F974-6498-0D00-A9C53C78E19F}"/>
          </ac:spMkLst>
        </pc:spChg>
        <pc:spChg chg="del">
          <ac:chgData name="徐志嘉" userId="4f4e22b3-2ff2-4e81-a7cc-1ce68c8c1bc8" providerId="ADAL" clId="{8FE5560E-E352-4DEE-8EBA-694459070AD4}" dt="2023-03-07T16:43:06.531" v="2528" actId="478"/>
          <ac:spMkLst>
            <pc:docMk/>
            <pc:sldMk cId="3950724145" sldId="537"/>
            <ac:spMk id="41" creationId="{28C9ACF3-2317-3A3F-0983-C3AA3E821968}"/>
          </ac:spMkLst>
        </pc:spChg>
        <pc:spChg chg="add mod">
          <ac:chgData name="徐志嘉" userId="4f4e22b3-2ff2-4e81-a7cc-1ce68c8c1bc8" providerId="ADAL" clId="{8FE5560E-E352-4DEE-8EBA-694459070AD4}" dt="2023-03-08T16:04:56.295" v="4901"/>
          <ac:spMkLst>
            <pc:docMk/>
            <pc:sldMk cId="3950724145" sldId="537"/>
            <ac:spMk id="58" creationId="{0CA9DDD7-1B35-616D-E1D4-D7EF083A4450}"/>
          </ac:spMkLst>
        </pc:spChg>
        <pc:spChg chg="add mod">
          <ac:chgData name="徐志嘉" userId="4f4e22b3-2ff2-4e81-a7cc-1ce68c8c1bc8" providerId="ADAL" clId="{8FE5560E-E352-4DEE-8EBA-694459070AD4}" dt="2023-03-08T16:05:47.752" v="4918" actId="1076"/>
          <ac:spMkLst>
            <pc:docMk/>
            <pc:sldMk cId="3950724145" sldId="537"/>
            <ac:spMk id="59" creationId="{2608DB16-DDAB-8E35-BD86-05781999E6A8}"/>
          </ac:spMkLst>
        </pc:spChg>
        <pc:spChg chg="add del mod">
          <ac:chgData name="徐志嘉" userId="4f4e22b3-2ff2-4e81-a7cc-1ce68c8c1bc8" providerId="ADAL" clId="{8FE5560E-E352-4DEE-8EBA-694459070AD4}" dt="2023-03-08T16:05:39.313" v="4917" actId="478"/>
          <ac:spMkLst>
            <pc:docMk/>
            <pc:sldMk cId="3950724145" sldId="537"/>
            <ac:spMk id="60" creationId="{C614E2B0-534B-E19D-A1F9-CB38FF45B3EE}"/>
          </ac:spMkLst>
        </pc:spChg>
        <pc:picChg chg="del">
          <ac:chgData name="徐志嘉" userId="4f4e22b3-2ff2-4e81-a7cc-1ce68c8c1bc8" providerId="ADAL" clId="{8FE5560E-E352-4DEE-8EBA-694459070AD4}" dt="2023-03-07T16:32:05.231" v="2454" actId="478"/>
          <ac:picMkLst>
            <pc:docMk/>
            <pc:sldMk cId="3950724145" sldId="537"/>
            <ac:picMk id="6" creationId="{546E43BC-C860-8B04-94A6-2DF2219023CF}"/>
          </ac:picMkLst>
        </pc:picChg>
        <pc:picChg chg="add mod">
          <ac:chgData name="徐志嘉" userId="4f4e22b3-2ff2-4e81-a7cc-1ce68c8c1bc8" providerId="ADAL" clId="{8FE5560E-E352-4DEE-8EBA-694459070AD4}" dt="2023-03-09T06:50:22.577" v="6387"/>
          <ac:picMkLst>
            <pc:docMk/>
            <pc:sldMk cId="3950724145" sldId="537"/>
            <ac:picMk id="7" creationId="{202343BC-472C-B9B2-006F-982492DD45FA}"/>
          </ac:picMkLst>
        </pc:picChg>
        <pc:picChg chg="del">
          <ac:chgData name="徐志嘉" userId="4f4e22b3-2ff2-4e81-a7cc-1ce68c8c1bc8" providerId="ADAL" clId="{8FE5560E-E352-4DEE-8EBA-694459070AD4}" dt="2023-03-07T16:32:04.808" v="2453" actId="478"/>
          <ac:picMkLst>
            <pc:docMk/>
            <pc:sldMk cId="3950724145" sldId="537"/>
            <ac:picMk id="7" creationId="{7E6956F9-4083-7A19-DA9D-B577E8451590}"/>
          </ac:picMkLst>
        </pc:picChg>
        <pc:picChg chg="del">
          <ac:chgData name="徐志嘉" userId="4f4e22b3-2ff2-4e81-a7cc-1ce68c8c1bc8" providerId="ADAL" clId="{8FE5560E-E352-4DEE-8EBA-694459070AD4}" dt="2023-03-07T16:32:04.424" v="2452" actId="478"/>
          <ac:picMkLst>
            <pc:docMk/>
            <pc:sldMk cId="3950724145" sldId="537"/>
            <ac:picMk id="8" creationId="{566FF61D-FE7E-8513-39F4-CB9AA848E1CC}"/>
          </ac:picMkLst>
        </pc:picChg>
        <pc:picChg chg="add mod">
          <ac:chgData name="徐志嘉" userId="4f4e22b3-2ff2-4e81-a7cc-1ce68c8c1bc8" providerId="ADAL" clId="{8FE5560E-E352-4DEE-8EBA-694459070AD4}" dt="2023-03-09T06:50:22.577" v="6387"/>
          <ac:picMkLst>
            <pc:docMk/>
            <pc:sldMk cId="3950724145" sldId="537"/>
            <ac:picMk id="8" creationId="{80F70E96-82D1-0E8E-9F16-D76B72F0D819}"/>
          </ac:picMkLst>
        </pc:picChg>
        <pc:picChg chg="del">
          <ac:chgData name="徐志嘉" userId="4f4e22b3-2ff2-4e81-a7cc-1ce68c8c1bc8" providerId="ADAL" clId="{8FE5560E-E352-4DEE-8EBA-694459070AD4}" dt="2023-03-07T16:32:01.665" v="2446" actId="478"/>
          <ac:picMkLst>
            <pc:docMk/>
            <pc:sldMk cId="3950724145" sldId="537"/>
            <ac:picMk id="9" creationId="{30CDDE38-BA4E-5FF3-721D-81E618AC8E07}"/>
          </ac:picMkLst>
        </pc:picChg>
        <pc:picChg chg="del">
          <ac:chgData name="徐志嘉" userId="4f4e22b3-2ff2-4e81-a7cc-1ce68c8c1bc8" providerId="ADAL" clId="{8FE5560E-E352-4DEE-8EBA-694459070AD4}" dt="2023-03-07T16:32:02.109" v="2447" actId="478"/>
          <ac:picMkLst>
            <pc:docMk/>
            <pc:sldMk cId="3950724145" sldId="537"/>
            <ac:picMk id="10" creationId="{D3791EDE-4CBF-FF65-8D29-96386A316CA7}"/>
          </ac:picMkLst>
        </pc:picChg>
        <pc:picChg chg="del">
          <ac:chgData name="徐志嘉" userId="4f4e22b3-2ff2-4e81-a7cc-1ce68c8c1bc8" providerId="ADAL" clId="{8FE5560E-E352-4DEE-8EBA-694459070AD4}" dt="2023-03-07T16:32:02.447" v="2448" actId="478"/>
          <ac:picMkLst>
            <pc:docMk/>
            <pc:sldMk cId="3950724145" sldId="537"/>
            <ac:picMk id="11" creationId="{E8AC56BE-446D-14EE-512B-E42BA5BCBE7D}"/>
          </ac:picMkLst>
        </pc:picChg>
        <pc:picChg chg="del">
          <ac:chgData name="徐志嘉" userId="4f4e22b3-2ff2-4e81-a7cc-1ce68c8c1bc8" providerId="ADAL" clId="{8FE5560E-E352-4DEE-8EBA-694459070AD4}" dt="2023-03-07T16:32:03.944" v="2451" actId="478"/>
          <ac:picMkLst>
            <pc:docMk/>
            <pc:sldMk cId="3950724145" sldId="537"/>
            <ac:picMk id="16" creationId="{7E1B2DDF-039D-7A53-AD9C-0ADE54D23B84}"/>
          </ac:picMkLst>
        </pc:picChg>
        <pc:picChg chg="del">
          <ac:chgData name="徐志嘉" userId="4f4e22b3-2ff2-4e81-a7cc-1ce68c8c1bc8" providerId="ADAL" clId="{8FE5560E-E352-4DEE-8EBA-694459070AD4}" dt="2023-03-07T16:32:03.495" v="2450" actId="478"/>
          <ac:picMkLst>
            <pc:docMk/>
            <pc:sldMk cId="3950724145" sldId="537"/>
            <ac:picMk id="17" creationId="{3B17EFCD-3EB9-C784-2AB1-8E51C890AAEA}"/>
          </ac:picMkLst>
        </pc:picChg>
        <pc:picChg chg="del">
          <ac:chgData name="徐志嘉" userId="4f4e22b3-2ff2-4e81-a7cc-1ce68c8c1bc8" providerId="ADAL" clId="{8FE5560E-E352-4DEE-8EBA-694459070AD4}" dt="2023-03-07T16:32:03.076" v="2449" actId="478"/>
          <ac:picMkLst>
            <pc:docMk/>
            <pc:sldMk cId="3950724145" sldId="537"/>
            <ac:picMk id="18" creationId="{0953109A-219D-10B5-ACF3-AF2FA64D3B19}"/>
          </ac:picMkLst>
        </pc:picChg>
        <pc:picChg chg="add mod">
          <ac:chgData name="徐志嘉" userId="4f4e22b3-2ff2-4e81-a7cc-1ce68c8c1bc8" providerId="ADAL" clId="{8FE5560E-E352-4DEE-8EBA-694459070AD4}" dt="2023-03-07T16:36:29.154" v="2482" actId="1076"/>
          <ac:picMkLst>
            <pc:docMk/>
            <pc:sldMk cId="3950724145" sldId="537"/>
            <ac:picMk id="27" creationId="{519416E2-93A4-A94C-A2B2-141310CA57DB}"/>
          </ac:picMkLst>
        </pc:picChg>
        <pc:picChg chg="add mod ord">
          <ac:chgData name="徐志嘉" userId="4f4e22b3-2ff2-4e81-a7cc-1ce68c8c1bc8" providerId="ADAL" clId="{8FE5560E-E352-4DEE-8EBA-694459070AD4}" dt="2023-03-07T16:36:29.154" v="2482" actId="1076"/>
          <ac:picMkLst>
            <pc:docMk/>
            <pc:sldMk cId="3950724145" sldId="537"/>
            <ac:picMk id="32" creationId="{E3E3F86C-2307-7086-E7A6-37BC3942972F}"/>
          </ac:picMkLst>
        </pc:picChg>
        <pc:picChg chg="add mod">
          <ac:chgData name="徐志嘉" userId="4f4e22b3-2ff2-4e81-a7cc-1ce68c8c1bc8" providerId="ADAL" clId="{8FE5560E-E352-4DEE-8EBA-694459070AD4}" dt="2023-03-07T16:36:29.154" v="2482" actId="1076"/>
          <ac:picMkLst>
            <pc:docMk/>
            <pc:sldMk cId="3950724145" sldId="537"/>
            <ac:picMk id="35" creationId="{1A44777F-41AC-24EA-30C4-7E41C4498156}"/>
          </ac:picMkLst>
        </pc:picChg>
        <pc:picChg chg="add del mod">
          <ac:chgData name="徐志嘉" userId="4f4e22b3-2ff2-4e81-a7cc-1ce68c8c1bc8" providerId="ADAL" clId="{8FE5560E-E352-4DEE-8EBA-694459070AD4}" dt="2023-03-07T16:37:10.616" v="2489" actId="478"/>
          <ac:picMkLst>
            <pc:docMk/>
            <pc:sldMk cId="3950724145" sldId="537"/>
            <ac:picMk id="37" creationId="{4A3323FD-0C0F-E2A4-9A55-90B47C502D0E}"/>
          </ac:picMkLst>
        </pc:picChg>
        <pc:picChg chg="add mod">
          <ac:chgData name="徐志嘉" userId="4f4e22b3-2ff2-4e81-a7cc-1ce68c8c1bc8" providerId="ADAL" clId="{8FE5560E-E352-4DEE-8EBA-694459070AD4}" dt="2023-03-07T16:37:16.715" v="2490" actId="571"/>
          <ac:picMkLst>
            <pc:docMk/>
            <pc:sldMk cId="3950724145" sldId="537"/>
            <ac:picMk id="39" creationId="{FA14ACA9-6FC6-6E83-76CF-CB11356BFC10}"/>
          </ac:picMkLst>
        </pc:picChg>
        <pc:picChg chg="add mod">
          <ac:chgData name="徐志嘉" userId="4f4e22b3-2ff2-4e81-a7cc-1ce68c8c1bc8" providerId="ADAL" clId="{8FE5560E-E352-4DEE-8EBA-694459070AD4}" dt="2023-03-07T16:37:16.715" v="2490" actId="571"/>
          <ac:picMkLst>
            <pc:docMk/>
            <pc:sldMk cId="3950724145" sldId="537"/>
            <ac:picMk id="40" creationId="{D23A05A0-1873-2F31-7C16-BB2BF3234293}"/>
          </ac:picMkLst>
        </pc:picChg>
        <pc:picChg chg="add mod">
          <ac:chgData name="徐志嘉" userId="4f4e22b3-2ff2-4e81-a7cc-1ce68c8c1bc8" providerId="ADAL" clId="{8FE5560E-E352-4DEE-8EBA-694459070AD4}" dt="2023-03-07T16:37:16.715" v="2490" actId="571"/>
          <ac:picMkLst>
            <pc:docMk/>
            <pc:sldMk cId="3950724145" sldId="537"/>
            <ac:picMk id="42" creationId="{E115C4FF-9B96-8A66-3925-F23D7B6218E6}"/>
          </ac:picMkLst>
        </pc:picChg>
        <pc:picChg chg="add mod">
          <ac:chgData name="徐志嘉" userId="4f4e22b3-2ff2-4e81-a7cc-1ce68c8c1bc8" providerId="ADAL" clId="{8FE5560E-E352-4DEE-8EBA-694459070AD4}" dt="2023-03-07T16:37:31.332" v="2495" actId="1076"/>
          <ac:picMkLst>
            <pc:docMk/>
            <pc:sldMk cId="3950724145" sldId="537"/>
            <ac:picMk id="44" creationId="{C4D56D02-ED6F-7022-8453-52D9ABC726D5}"/>
          </ac:picMkLst>
        </pc:picChg>
        <pc:picChg chg="add mod">
          <ac:chgData name="徐志嘉" userId="4f4e22b3-2ff2-4e81-a7cc-1ce68c8c1bc8" providerId="ADAL" clId="{8FE5560E-E352-4DEE-8EBA-694459070AD4}" dt="2023-03-07T16:37:49.572" v="2500" actId="1076"/>
          <ac:picMkLst>
            <pc:docMk/>
            <pc:sldMk cId="3950724145" sldId="537"/>
            <ac:picMk id="46" creationId="{60302164-B383-2AFB-CD90-D0FE27B77891}"/>
          </ac:picMkLst>
        </pc:picChg>
        <pc:picChg chg="add mod">
          <ac:chgData name="徐志嘉" userId="4f4e22b3-2ff2-4e81-a7cc-1ce68c8c1bc8" providerId="ADAL" clId="{8FE5560E-E352-4DEE-8EBA-694459070AD4}" dt="2023-03-07T16:38:11.674" v="2505" actId="1076"/>
          <ac:picMkLst>
            <pc:docMk/>
            <pc:sldMk cId="3950724145" sldId="537"/>
            <ac:picMk id="48" creationId="{B41BF6B3-7777-7D42-FE9F-D4C14E72BFDE}"/>
          </ac:picMkLst>
        </pc:picChg>
        <pc:picChg chg="add del mod">
          <ac:chgData name="徐志嘉" userId="4f4e22b3-2ff2-4e81-a7cc-1ce68c8c1bc8" providerId="ADAL" clId="{8FE5560E-E352-4DEE-8EBA-694459070AD4}" dt="2023-03-07T16:39:01.419" v="2514" actId="478"/>
          <ac:picMkLst>
            <pc:docMk/>
            <pc:sldMk cId="3950724145" sldId="537"/>
            <ac:picMk id="49" creationId="{9BEFE289-BBC0-66BB-1D6B-9EAB20A242F4}"/>
          </ac:picMkLst>
        </pc:picChg>
        <pc:picChg chg="add del mod">
          <ac:chgData name="徐志嘉" userId="4f4e22b3-2ff2-4e81-a7cc-1ce68c8c1bc8" providerId="ADAL" clId="{8FE5560E-E352-4DEE-8EBA-694459070AD4}" dt="2023-03-07T16:39:01.069" v="2513" actId="478"/>
          <ac:picMkLst>
            <pc:docMk/>
            <pc:sldMk cId="3950724145" sldId="537"/>
            <ac:picMk id="50" creationId="{F22E04C3-3FF3-ED0E-5A69-E9913FB5E791}"/>
          </ac:picMkLst>
        </pc:picChg>
        <pc:picChg chg="add del mod">
          <ac:chgData name="徐志嘉" userId="4f4e22b3-2ff2-4e81-a7cc-1ce68c8c1bc8" providerId="ADAL" clId="{8FE5560E-E352-4DEE-8EBA-694459070AD4}" dt="2023-03-07T16:39:00.533" v="2512" actId="478"/>
          <ac:picMkLst>
            <pc:docMk/>
            <pc:sldMk cId="3950724145" sldId="537"/>
            <ac:picMk id="51" creationId="{0EF002D8-CD1B-AF2A-5345-28ED0C558E63}"/>
          </ac:picMkLst>
        </pc:picChg>
        <pc:picChg chg="add mod">
          <ac:chgData name="徐志嘉" userId="4f4e22b3-2ff2-4e81-a7cc-1ce68c8c1bc8" providerId="ADAL" clId="{8FE5560E-E352-4DEE-8EBA-694459070AD4}" dt="2023-03-07T16:39:30.915" v="2519" actId="1076"/>
          <ac:picMkLst>
            <pc:docMk/>
            <pc:sldMk cId="3950724145" sldId="537"/>
            <ac:picMk id="52" creationId="{2349A2E2-A776-63BA-9B50-E542EE254EF9}"/>
          </ac:picMkLst>
        </pc:picChg>
        <pc:picChg chg="add mod">
          <ac:chgData name="徐志嘉" userId="4f4e22b3-2ff2-4e81-a7cc-1ce68c8c1bc8" providerId="ADAL" clId="{8FE5560E-E352-4DEE-8EBA-694459070AD4}" dt="2023-03-07T16:39:30.915" v="2519" actId="1076"/>
          <ac:picMkLst>
            <pc:docMk/>
            <pc:sldMk cId="3950724145" sldId="537"/>
            <ac:picMk id="53" creationId="{997AEFB0-5735-49B5-1421-F4D21180931C}"/>
          </ac:picMkLst>
        </pc:picChg>
        <pc:picChg chg="add mod">
          <ac:chgData name="徐志嘉" userId="4f4e22b3-2ff2-4e81-a7cc-1ce68c8c1bc8" providerId="ADAL" clId="{8FE5560E-E352-4DEE-8EBA-694459070AD4}" dt="2023-03-07T16:39:30.915" v="2519" actId="1076"/>
          <ac:picMkLst>
            <pc:docMk/>
            <pc:sldMk cId="3950724145" sldId="537"/>
            <ac:picMk id="54" creationId="{2F30E141-02EA-541F-66A1-A2C4A91A5223}"/>
          </ac:picMkLst>
        </pc:picChg>
        <pc:picChg chg="add mod">
          <ac:chgData name="徐志嘉" userId="4f4e22b3-2ff2-4e81-a7cc-1ce68c8c1bc8" providerId="ADAL" clId="{8FE5560E-E352-4DEE-8EBA-694459070AD4}" dt="2023-03-08T15:44:59.242" v="4687" actId="571"/>
          <ac:picMkLst>
            <pc:docMk/>
            <pc:sldMk cId="3950724145" sldId="537"/>
            <ac:picMk id="55" creationId="{4576F342-716C-744F-BD2D-C088853452E4}"/>
          </ac:picMkLst>
        </pc:picChg>
        <pc:picChg chg="add mod">
          <ac:chgData name="徐志嘉" userId="4f4e22b3-2ff2-4e81-a7cc-1ce68c8c1bc8" providerId="ADAL" clId="{8FE5560E-E352-4DEE-8EBA-694459070AD4}" dt="2023-03-08T15:44:59.242" v="4687" actId="571"/>
          <ac:picMkLst>
            <pc:docMk/>
            <pc:sldMk cId="3950724145" sldId="537"/>
            <ac:picMk id="56" creationId="{5C962164-40CD-4156-310B-B37A7E3763E8}"/>
          </ac:picMkLst>
        </pc:picChg>
        <pc:picChg chg="add mod">
          <ac:chgData name="徐志嘉" userId="4f4e22b3-2ff2-4e81-a7cc-1ce68c8c1bc8" providerId="ADAL" clId="{8FE5560E-E352-4DEE-8EBA-694459070AD4}" dt="2023-03-08T15:44:59.242" v="4687" actId="571"/>
          <ac:picMkLst>
            <pc:docMk/>
            <pc:sldMk cId="3950724145" sldId="537"/>
            <ac:picMk id="57" creationId="{BC81941F-FF35-0CA0-FCCF-B1F3120463E1}"/>
          </ac:picMkLst>
        </pc:picChg>
        <pc:cxnChg chg="del mod">
          <ac:chgData name="徐志嘉" userId="4f4e22b3-2ff2-4e81-a7cc-1ce68c8c1bc8" providerId="ADAL" clId="{8FE5560E-E352-4DEE-8EBA-694459070AD4}" dt="2023-03-07T16:43:02.787" v="2527" actId="478"/>
          <ac:cxnSpMkLst>
            <pc:docMk/>
            <pc:sldMk cId="3950724145" sldId="537"/>
            <ac:cxnSpMk id="26" creationId="{4042867B-7904-B8CA-8B7A-68EF9419EC9C}"/>
          </ac:cxnSpMkLst>
        </pc:cxnChg>
        <pc:cxnChg chg="del mod">
          <ac:chgData name="徐志嘉" userId="4f4e22b3-2ff2-4e81-a7cc-1ce68c8c1bc8" providerId="ADAL" clId="{8FE5560E-E352-4DEE-8EBA-694459070AD4}" dt="2023-03-07T16:43:06.531" v="2528" actId="478"/>
          <ac:cxnSpMkLst>
            <pc:docMk/>
            <pc:sldMk cId="3950724145" sldId="537"/>
            <ac:cxnSpMk id="28" creationId="{644BF340-775F-879D-815A-5B648772CB8F}"/>
          </ac:cxnSpMkLst>
        </pc:cxnChg>
        <pc:cxnChg chg="del mod">
          <ac:chgData name="徐志嘉" userId="4f4e22b3-2ff2-4e81-a7cc-1ce68c8c1bc8" providerId="ADAL" clId="{8FE5560E-E352-4DEE-8EBA-694459070AD4}" dt="2023-03-07T16:43:01.939" v="2526" actId="478"/>
          <ac:cxnSpMkLst>
            <pc:docMk/>
            <pc:sldMk cId="3950724145" sldId="537"/>
            <ac:cxnSpMk id="33" creationId="{66F81820-C2DD-EC08-FC11-275F88CCC46C}"/>
          </ac:cxnSpMkLst>
        </pc:cxnChg>
        <pc:cxnChg chg="del mod">
          <ac:chgData name="徐志嘉" userId="4f4e22b3-2ff2-4e81-a7cc-1ce68c8c1bc8" providerId="ADAL" clId="{8FE5560E-E352-4DEE-8EBA-694459070AD4}" dt="2023-03-07T16:43:06.531" v="2528" actId="478"/>
          <ac:cxnSpMkLst>
            <pc:docMk/>
            <pc:sldMk cId="3950724145" sldId="537"/>
            <ac:cxnSpMk id="38" creationId="{EB1825AC-0F09-B400-8A01-E921344CDBE2}"/>
          </ac:cxnSpMkLst>
        </pc:cxnChg>
      </pc:sldChg>
      <pc:sldChg chg="addSp delSp modSp add mod">
        <pc:chgData name="徐志嘉" userId="4f4e22b3-2ff2-4e81-a7cc-1ce68c8c1bc8" providerId="ADAL" clId="{8FE5560E-E352-4DEE-8EBA-694459070AD4}" dt="2023-03-09T06:49:54.715" v="6386"/>
        <pc:sldMkLst>
          <pc:docMk/>
          <pc:sldMk cId="1651607575" sldId="538"/>
        </pc:sldMkLst>
        <pc:spChg chg="mod">
          <ac:chgData name="徐志嘉" userId="4f4e22b3-2ff2-4e81-a7cc-1ce68c8c1bc8" providerId="ADAL" clId="{8FE5560E-E352-4DEE-8EBA-694459070AD4}" dt="2023-03-09T06:09:32.316" v="5773" actId="6549"/>
          <ac:spMkLst>
            <pc:docMk/>
            <pc:sldMk cId="1651607575" sldId="538"/>
            <ac:spMk id="2" creationId="{9493B10C-A5F8-D229-3708-E9342D44CD89}"/>
          </ac:spMkLst>
        </pc:spChg>
        <pc:spChg chg="mod">
          <ac:chgData name="徐志嘉" userId="4f4e22b3-2ff2-4e81-a7cc-1ce68c8c1bc8" providerId="ADAL" clId="{8FE5560E-E352-4DEE-8EBA-694459070AD4}" dt="2023-03-09T06:48:26.436" v="6383" actId="207"/>
          <ac:spMkLst>
            <pc:docMk/>
            <pc:sldMk cId="1651607575" sldId="538"/>
            <ac:spMk id="4" creationId="{10022BA8-4574-0CA4-E917-902A269DA158}"/>
          </ac:spMkLst>
        </pc:spChg>
        <pc:spChg chg="add mod">
          <ac:chgData name="徐志嘉" userId="4f4e22b3-2ff2-4e81-a7cc-1ce68c8c1bc8" providerId="ADAL" clId="{8FE5560E-E352-4DEE-8EBA-694459070AD4}" dt="2023-03-09T06:48:26.436" v="6383" actId="207"/>
          <ac:spMkLst>
            <pc:docMk/>
            <pc:sldMk cId="1651607575" sldId="538"/>
            <ac:spMk id="9" creationId="{A3924051-4122-95E8-2F85-516F70E92337}"/>
          </ac:spMkLst>
        </pc:spChg>
        <pc:spChg chg="add del mod">
          <ac:chgData name="徐志嘉" userId="4f4e22b3-2ff2-4e81-a7cc-1ce68c8c1bc8" providerId="ADAL" clId="{8FE5560E-E352-4DEE-8EBA-694459070AD4}" dt="2023-03-08T16:04:55.083" v="4900" actId="21"/>
          <ac:spMkLst>
            <pc:docMk/>
            <pc:sldMk cId="1651607575" sldId="538"/>
            <ac:spMk id="9" creationId="{AE9CE5F1-ACF8-9CEE-3A0F-2DA52C94D702}"/>
          </ac:spMkLst>
        </pc:spChg>
        <pc:spChg chg="add mod">
          <ac:chgData name="徐志嘉" userId="4f4e22b3-2ff2-4e81-a7cc-1ce68c8c1bc8" providerId="ADAL" clId="{8FE5560E-E352-4DEE-8EBA-694459070AD4}" dt="2023-03-09T06:49:54.715" v="6386"/>
          <ac:spMkLst>
            <pc:docMk/>
            <pc:sldMk cId="1651607575" sldId="538"/>
            <ac:spMk id="10" creationId="{072FBECA-F90A-3687-C02B-9EA7EC22A055}"/>
          </ac:spMkLst>
        </pc:spChg>
        <pc:spChg chg="add del mod">
          <ac:chgData name="徐志嘉" userId="4f4e22b3-2ff2-4e81-a7cc-1ce68c8c1bc8" providerId="ADAL" clId="{8FE5560E-E352-4DEE-8EBA-694459070AD4}" dt="2023-03-08T16:04:55.083" v="4900" actId="21"/>
          <ac:spMkLst>
            <pc:docMk/>
            <pc:sldMk cId="1651607575" sldId="538"/>
            <ac:spMk id="10" creationId="{67A26A24-4D68-EE33-AB2F-DB5E5DC65D6D}"/>
          </ac:spMkLst>
        </pc:spChg>
        <pc:spChg chg="add mod">
          <ac:chgData name="徐志嘉" userId="4f4e22b3-2ff2-4e81-a7cc-1ce68c8c1bc8" providerId="ADAL" clId="{8FE5560E-E352-4DEE-8EBA-694459070AD4}" dt="2023-03-09T06:49:54.715" v="6386"/>
          <ac:spMkLst>
            <pc:docMk/>
            <pc:sldMk cId="1651607575" sldId="538"/>
            <ac:spMk id="11" creationId="{8A9E7B0D-F510-624C-B95A-31B2071710C5}"/>
          </ac:spMkLst>
        </pc:spChg>
        <pc:spChg chg="add del mod">
          <ac:chgData name="徐志嘉" userId="4f4e22b3-2ff2-4e81-a7cc-1ce68c8c1bc8" providerId="ADAL" clId="{8FE5560E-E352-4DEE-8EBA-694459070AD4}" dt="2023-03-08T16:04:55.083" v="4900" actId="21"/>
          <ac:spMkLst>
            <pc:docMk/>
            <pc:sldMk cId="1651607575" sldId="538"/>
            <ac:spMk id="30" creationId="{BC9AB21A-02D1-22B7-6495-C008EE7A50AF}"/>
          </ac:spMkLst>
        </pc:spChg>
        <pc:picChg chg="add mod">
          <ac:chgData name="徐志嘉" userId="4f4e22b3-2ff2-4e81-a7cc-1ce68c8c1bc8" providerId="ADAL" clId="{8FE5560E-E352-4DEE-8EBA-694459070AD4}" dt="2023-03-08T15:45:13.470" v="4688" actId="571"/>
          <ac:picMkLst>
            <pc:docMk/>
            <pc:sldMk cId="1651607575" sldId="538"/>
            <ac:picMk id="6" creationId="{1B325581-DB38-0406-BBE4-F9E6FC396193}"/>
          </ac:picMkLst>
        </pc:picChg>
        <pc:picChg chg="add mod">
          <ac:chgData name="徐志嘉" userId="4f4e22b3-2ff2-4e81-a7cc-1ce68c8c1bc8" providerId="ADAL" clId="{8FE5560E-E352-4DEE-8EBA-694459070AD4}" dt="2023-03-08T15:45:13.470" v="4688" actId="571"/>
          <ac:picMkLst>
            <pc:docMk/>
            <pc:sldMk cId="1651607575" sldId="538"/>
            <ac:picMk id="7" creationId="{E02D241F-B32B-DAA0-E19E-E8AA06D997A6}"/>
          </ac:picMkLst>
        </pc:picChg>
        <pc:picChg chg="add mod">
          <ac:chgData name="徐志嘉" userId="4f4e22b3-2ff2-4e81-a7cc-1ce68c8c1bc8" providerId="ADAL" clId="{8FE5560E-E352-4DEE-8EBA-694459070AD4}" dt="2023-03-08T15:45:13.470" v="4688" actId="571"/>
          <ac:picMkLst>
            <pc:docMk/>
            <pc:sldMk cId="1651607575" sldId="538"/>
            <ac:picMk id="8" creationId="{25436509-C382-B0CD-C8EB-A6D4DEEA8F18}"/>
          </ac:picMkLst>
        </pc:picChg>
        <pc:cxnChg chg="add del mod">
          <ac:chgData name="徐志嘉" userId="4f4e22b3-2ff2-4e81-a7cc-1ce68c8c1bc8" providerId="ADAL" clId="{8FE5560E-E352-4DEE-8EBA-694459070AD4}" dt="2023-03-08T16:04:37.592" v="4898" actId="478"/>
          <ac:cxnSpMkLst>
            <pc:docMk/>
            <pc:sldMk cId="1651607575" sldId="538"/>
            <ac:cxnSpMk id="16" creationId="{75BFDF92-5113-1654-EDD3-9C349B07CB70}"/>
          </ac:cxnSpMkLst>
        </pc:cxnChg>
      </pc:sldChg>
      <pc:sldChg chg="addSp delSp modSp add mod modNotesTx">
        <pc:chgData name="徐志嘉" userId="4f4e22b3-2ff2-4e81-a7cc-1ce68c8c1bc8" providerId="ADAL" clId="{8FE5560E-E352-4DEE-8EBA-694459070AD4}" dt="2023-03-08T16:13:04.297" v="4995" actId="164"/>
        <pc:sldMkLst>
          <pc:docMk/>
          <pc:sldMk cId="1206849217" sldId="539"/>
        </pc:sldMkLst>
        <pc:spChg chg="mod">
          <ac:chgData name="徐志嘉" userId="4f4e22b3-2ff2-4e81-a7cc-1ce68c8c1bc8" providerId="ADAL" clId="{8FE5560E-E352-4DEE-8EBA-694459070AD4}" dt="2023-03-08T06:47:03.120" v="3628" actId="20577"/>
          <ac:spMkLst>
            <pc:docMk/>
            <pc:sldMk cId="1206849217" sldId="539"/>
            <ac:spMk id="4" creationId="{33614785-AF81-5FE8-491B-CDE6838BA289}"/>
          </ac:spMkLst>
        </pc:spChg>
        <pc:spChg chg="mod topLvl">
          <ac:chgData name="徐志嘉" userId="4f4e22b3-2ff2-4e81-a7cc-1ce68c8c1bc8" providerId="ADAL" clId="{8FE5560E-E352-4DEE-8EBA-694459070AD4}" dt="2023-03-08T16:13:04.297" v="4995" actId="164"/>
          <ac:spMkLst>
            <pc:docMk/>
            <pc:sldMk cId="1206849217" sldId="539"/>
            <ac:spMk id="10" creationId="{6096D33B-21DA-2922-B2DC-221F50C73B94}"/>
          </ac:spMkLst>
        </pc:spChg>
        <pc:spChg chg="mod topLvl">
          <ac:chgData name="徐志嘉" userId="4f4e22b3-2ff2-4e81-a7cc-1ce68c8c1bc8" providerId="ADAL" clId="{8FE5560E-E352-4DEE-8EBA-694459070AD4}" dt="2023-03-08T16:13:04.297" v="4995" actId="164"/>
          <ac:spMkLst>
            <pc:docMk/>
            <pc:sldMk cId="1206849217" sldId="539"/>
            <ac:spMk id="11" creationId="{F7AE20BB-050E-EA0F-5303-E012C721ED69}"/>
          </ac:spMkLst>
        </pc:spChg>
        <pc:spChg chg="mod topLvl">
          <ac:chgData name="徐志嘉" userId="4f4e22b3-2ff2-4e81-a7cc-1ce68c8c1bc8" providerId="ADAL" clId="{8FE5560E-E352-4DEE-8EBA-694459070AD4}" dt="2023-03-08T16:13:04.297" v="4995" actId="164"/>
          <ac:spMkLst>
            <pc:docMk/>
            <pc:sldMk cId="1206849217" sldId="539"/>
            <ac:spMk id="12" creationId="{FB7FD9E4-52F2-89C4-5AFE-9A36A1AFE182}"/>
          </ac:spMkLst>
        </pc:spChg>
        <pc:spChg chg="mod topLvl">
          <ac:chgData name="徐志嘉" userId="4f4e22b3-2ff2-4e81-a7cc-1ce68c8c1bc8" providerId="ADAL" clId="{8FE5560E-E352-4DEE-8EBA-694459070AD4}" dt="2023-03-08T16:13:04.297" v="4995" actId="164"/>
          <ac:spMkLst>
            <pc:docMk/>
            <pc:sldMk cId="1206849217" sldId="539"/>
            <ac:spMk id="13" creationId="{8EACFFD7-EFDD-6FE4-EB28-EB1B28D0229C}"/>
          </ac:spMkLst>
        </pc:spChg>
        <pc:spChg chg="mod topLvl">
          <ac:chgData name="徐志嘉" userId="4f4e22b3-2ff2-4e81-a7cc-1ce68c8c1bc8" providerId="ADAL" clId="{8FE5560E-E352-4DEE-8EBA-694459070AD4}" dt="2023-03-08T16:13:04.297" v="4995" actId="164"/>
          <ac:spMkLst>
            <pc:docMk/>
            <pc:sldMk cId="1206849217" sldId="539"/>
            <ac:spMk id="14" creationId="{B8BA03F9-43AF-8AA4-5E52-437E1299CB8D}"/>
          </ac:spMkLst>
        </pc:spChg>
        <pc:spChg chg="mod topLvl">
          <ac:chgData name="徐志嘉" userId="4f4e22b3-2ff2-4e81-a7cc-1ce68c8c1bc8" providerId="ADAL" clId="{8FE5560E-E352-4DEE-8EBA-694459070AD4}" dt="2023-03-08T16:13:04.297" v="4995" actId="164"/>
          <ac:spMkLst>
            <pc:docMk/>
            <pc:sldMk cId="1206849217" sldId="539"/>
            <ac:spMk id="15" creationId="{73957A8C-6D2C-937B-CC05-E9A53A27219E}"/>
          </ac:spMkLst>
        </pc:spChg>
        <pc:spChg chg="mod topLvl">
          <ac:chgData name="徐志嘉" userId="4f4e22b3-2ff2-4e81-a7cc-1ce68c8c1bc8" providerId="ADAL" clId="{8FE5560E-E352-4DEE-8EBA-694459070AD4}" dt="2023-03-08T16:13:04.297" v="4995" actId="164"/>
          <ac:spMkLst>
            <pc:docMk/>
            <pc:sldMk cId="1206849217" sldId="539"/>
            <ac:spMk id="19" creationId="{07D4FE7D-66DE-5A10-9947-5E0D5278C4F3}"/>
          </ac:spMkLst>
        </pc:spChg>
        <pc:spChg chg="mod topLvl">
          <ac:chgData name="徐志嘉" userId="4f4e22b3-2ff2-4e81-a7cc-1ce68c8c1bc8" providerId="ADAL" clId="{8FE5560E-E352-4DEE-8EBA-694459070AD4}" dt="2023-03-08T16:13:04.297" v="4995" actId="164"/>
          <ac:spMkLst>
            <pc:docMk/>
            <pc:sldMk cId="1206849217" sldId="539"/>
            <ac:spMk id="21" creationId="{7A6A937C-B86B-10EC-C47E-B4137012428D}"/>
          </ac:spMkLst>
        </pc:spChg>
        <pc:spChg chg="mod">
          <ac:chgData name="徐志嘉" userId="4f4e22b3-2ff2-4e81-a7cc-1ce68c8c1bc8" providerId="ADAL" clId="{8FE5560E-E352-4DEE-8EBA-694459070AD4}" dt="2023-03-08T07:12:54.017" v="3859" actId="20577"/>
          <ac:spMkLst>
            <pc:docMk/>
            <pc:sldMk cId="1206849217" sldId="539"/>
            <ac:spMk id="26" creationId="{9FE8884A-CE08-E7DD-21FE-4E8A9EB7771A}"/>
          </ac:spMkLst>
        </pc:spChg>
        <pc:grpChg chg="add mod">
          <ac:chgData name="徐志嘉" userId="4f4e22b3-2ff2-4e81-a7cc-1ce68c8c1bc8" providerId="ADAL" clId="{8FE5560E-E352-4DEE-8EBA-694459070AD4}" dt="2023-03-08T16:13:04.297" v="4995" actId="164"/>
          <ac:grpSpMkLst>
            <pc:docMk/>
            <pc:sldMk cId="1206849217" sldId="539"/>
            <ac:grpSpMk id="2" creationId="{263A0898-0BD2-18A5-BE8E-263CE1BA9800}"/>
          </ac:grpSpMkLst>
        </pc:grpChg>
        <pc:grpChg chg="del mod">
          <ac:chgData name="徐志嘉" userId="4f4e22b3-2ff2-4e81-a7cc-1ce68c8c1bc8" providerId="ADAL" clId="{8FE5560E-E352-4DEE-8EBA-694459070AD4}" dt="2023-03-08T16:12:19.702" v="4991" actId="165"/>
          <ac:grpSpMkLst>
            <pc:docMk/>
            <pc:sldMk cId="1206849217" sldId="539"/>
            <ac:grpSpMk id="28" creationId="{7330FF20-8FEA-BA6C-943B-38CB9BB75CBA}"/>
          </ac:grpSpMkLst>
        </pc:grpChg>
        <pc:picChg chg="del">
          <ac:chgData name="徐志嘉" userId="4f4e22b3-2ff2-4e81-a7cc-1ce68c8c1bc8" providerId="ADAL" clId="{8FE5560E-E352-4DEE-8EBA-694459070AD4}" dt="2023-03-08T05:59:33.127" v="2557" actId="478"/>
          <ac:picMkLst>
            <pc:docMk/>
            <pc:sldMk cId="1206849217" sldId="539"/>
            <ac:picMk id="29" creationId="{C3E4E3C9-7472-E8B4-7A4C-74318C427398}"/>
          </ac:picMkLst>
        </pc:picChg>
        <pc:picChg chg="add del mod">
          <ac:chgData name="徐志嘉" userId="4f4e22b3-2ff2-4e81-a7cc-1ce68c8c1bc8" providerId="ADAL" clId="{8FE5560E-E352-4DEE-8EBA-694459070AD4}" dt="2023-03-08T16:09:59.055" v="4935" actId="1076"/>
          <ac:picMkLst>
            <pc:docMk/>
            <pc:sldMk cId="1206849217" sldId="539"/>
            <ac:picMk id="5122" creationId="{E23E1165-F8B3-BDDA-CA99-DDDA633BAB19}"/>
          </ac:picMkLst>
        </pc:picChg>
        <pc:picChg chg="add del mod">
          <ac:chgData name="徐志嘉" userId="4f4e22b3-2ff2-4e81-a7cc-1ce68c8c1bc8" providerId="ADAL" clId="{8FE5560E-E352-4DEE-8EBA-694459070AD4}" dt="2023-03-08T16:09:49.229" v="4933" actId="1076"/>
          <ac:picMkLst>
            <pc:docMk/>
            <pc:sldMk cId="1206849217" sldId="539"/>
            <ac:picMk id="5124" creationId="{6AA3CE85-EB64-A648-4905-94F70C0A7E25}"/>
          </ac:picMkLst>
        </pc:picChg>
        <pc:cxnChg chg="mod topLvl">
          <ac:chgData name="徐志嘉" userId="4f4e22b3-2ff2-4e81-a7cc-1ce68c8c1bc8" providerId="ADAL" clId="{8FE5560E-E352-4DEE-8EBA-694459070AD4}" dt="2023-03-08T16:13:04.297" v="4995" actId="164"/>
          <ac:cxnSpMkLst>
            <pc:docMk/>
            <pc:sldMk cId="1206849217" sldId="539"/>
            <ac:cxnSpMk id="6" creationId="{4EED87E8-B7FA-BAEA-54FE-D0EDAECF09B0}"/>
          </ac:cxnSpMkLst>
        </pc:cxnChg>
        <pc:cxnChg chg="mod topLvl">
          <ac:chgData name="徐志嘉" userId="4f4e22b3-2ff2-4e81-a7cc-1ce68c8c1bc8" providerId="ADAL" clId="{8FE5560E-E352-4DEE-8EBA-694459070AD4}" dt="2023-03-08T16:13:04.297" v="4995" actId="164"/>
          <ac:cxnSpMkLst>
            <pc:docMk/>
            <pc:sldMk cId="1206849217" sldId="539"/>
            <ac:cxnSpMk id="8" creationId="{1DAA3A0A-3B59-587E-3768-9DA1CD321BCF}"/>
          </ac:cxnSpMkLst>
        </pc:cxnChg>
        <pc:cxnChg chg="mod topLvl">
          <ac:chgData name="徐志嘉" userId="4f4e22b3-2ff2-4e81-a7cc-1ce68c8c1bc8" providerId="ADAL" clId="{8FE5560E-E352-4DEE-8EBA-694459070AD4}" dt="2023-03-08T16:13:04.297" v="4995" actId="164"/>
          <ac:cxnSpMkLst>
            <pc:docMk/>
            <pc:sldMk cId="1206849217" sldId="539"/>
            <ac:cxnSpMk id="9" creationId="{7C467CA3-C3D0-3006-A7B7-AE0FC1B978ED}"/>
          </ac:cxnSpMkLst>
        </pc:cxnChg>
        <pc:cxnChg chg="mod topLvl">
          <ac:chgData name="徐志嘉" userId="4f4e22b3-2ff2-4e81-a7cc-1ce68c8c1bc8" providerId="ADAL" clId="{8FE5560E-E352-4DEE-8EBA-694459070AD4}" dt="2023-03-08T16:13:04.297" v="4995" actId="164"/>
          <ac:cxnSpMkLst>
            <pc:docMk/>
            <pc:sldMk cId="1206849217" sldId="539"/>
            <ac:cxnSpMk id="17" creationId="{7473EC7B-9423-227C-64AC-59C908D122EA}"/>
          </ac:cxnSpMkLst>
        </pc:cxnChg>
        <pc:cxnChg chg="mod topLvl">
          <ac:chgData name="徐志嘉" userId="4f4e22b3-2ff2-4e81-a7cc-1ce68c8c1bc8" providerId="ADAL" clId="{8FE5560E-E352-4DEE-8EBA-694459070AD4}" dt="2023-03-08T16:13:04.297" v="4995" actId="164"/>
          <ac:cxnSpMkLst>
            <pc:docMk/>
            <pc:sldMk cId="1206849217" sldId="539"/>
            <ac:cxnSpMk id="18" creationId="{F89A220F-7689-0E6B-B300-F35638A657D3}"/>
          </ac:cxnSpMkLst>
        </pc:cxnChg>
      </pc:sldChg>
      <pc:sldChg chg="addSp delSp modSp new add del mod">
        <pc:chgData name="徐志嘉" userId="4f4e22b3-2ff2-4e81-a7cc-1ce68c8c1bc8" providerId="ADAL" clId="{8FE5560E-E352-4DEE-8EBA-694459070AD4}" dt="2023-03-08T07:13:12.200" v="3862" actId="47"/>
        <pc:sldMkLst>
          <pc:docMk/>
          <pc:sldMk cId="670841275" sldId="540"/>
        </pc:sldMkLst>
        <pc:spChg chg="mod">
          <ac:chgData name="徐志嘉" userId="4f4e22b3-2ff2-4e81-a7cc-1ce68c8c1bc8" providerId="ADAL" clId="{8FE5560E-E352-4DEE-8EBA-694459070AD4}" dt="2023-03-08T06:18:10.564" v="3030" actId="20577"/>
          <ac:spMkLst>
            <pc:docMk/>
            <pc:sldMk cId="670841275" sldId="540"/>
            <ac:spMk id="2" creationId="{187BB9EF-22BF-F3C0-222A-2214D74ACE7B}"/>
          </ac:spMkLst>
        </pc:spChg>
        <pc:spChg chg="mod">
          <ac:chgData name="徐志嘉" userId="4f4e22b3-2ff2-4e81-a7cc-1ce68c8c1bc8" providerId="ADAL" clId="{8FE5560E-E352-4DEE-8EBA-694459070AD4}" dt="2023-03-08T06:18:28.868" v="3060" actId="20577"/>
          <ac:spMkLst>
            <pc:docMk/>
            <pc:sldMk cId="670841275" sldId="540"/>
            <ac:spMk id="3" creationId="{6F1D20FD-C3BE-019A-AD3F-B82D0335D67D}"/>
          </ac:spMkLst>
        </pc:spChg>
        <pc:spChg chg="add mod">
          <ac:chgData name="徐志嘉" userId="4f4e22b3-2ff2-4e81-a7cc-1ce68c8c1bc8" providerId="ADAL" clId="{8FE5560E-E352-4DEE-8EBA-694459070AD4}" dt="2023-03-08T06:17:55.823" v="3003"/>
          <ac:spMkLst>
            <pc:docMk/>
            <pc:sldMk cId="670841275" sldId="540"/>
            <ac:spMk id="4" creationId="{E5B14DBA-7204-288B-CCB3-F68E2C911E27}"/>
          </ac:spMkLst>
        </pc:spChg>
        <pc:spChg chg="add mod">
          <ac:chgData name="徐志嘉" userId="4f4e22b3-2ff2-4e81-a7cc-1ce68c8c1bc8" providerId="ADAL" clId="{8FE5560E-E352-4DEE-8EBA-694459070AD4}" dt="2023-03-08T06:17:55.823" v="3003"/>
          <ac:spMkLst>
            <pc:docMk/>
            <pc:sldMk cId="670841275" sldId="540"/>
            <ac:spMk id="5" creationId="{B70EDB91-8F11-D5ED-6F2C-6C00B638C4F4}"/>
          </ac:spMkLst>
        </pc:spChg>
        <pc:spChg chg="add mod">
          <ac:chgData name="徐志嘉" userId="4f4e22b3-2ff2-4e81-a7cc-1ce68c8c1bc8" providerId="ADAL" clId="{8FE5560E-E352-4DEE-8EBA-694459070AD4}" dt="2023-03-08T06:17:55.823" v="3003"/>
          <ac:spMkLst>
            <pc:docMk/>
            <pc:sldMk cId="670841275" sldId="540"/>
            <ac:spMk id="6" creationId="{D1F94EF1-684A-C9F7-7BA7-89C37D3B0FAA}"/>
          </ac:spMkLst>
        </pc:spChg>
        <pc:spChg chg="add del mod">
          <ac:chgData name="徐志嘉" userId="4f4e22b3-2ff2-4e81-a7cc-1ce68c8c1bc8" providerId="ADAL" clId="{8FE5560E-E352-4DEE-8EBA-694459070AD4}" dt="2023-03-08T06:19:04.459" v="3062" actId="478"/>
          <ac:spMkLst>
            <pc:docMk/>
            <pc:sldMk cId="670841275" sldId="540"/>
            <ac:spMk id="8" creationId="{79DC52CB-27E4-329F-C038-B5DA43B7CF92}"/>
          </ac:spMkLst>
        </pc:spChg>
        <pc:spChg chg="add mod">
          <ac:chgData name="徐志嘉" userId="4f4e22b3-2ff2-4e81-a7cc-1ce68c8c1bc8" providerId="ADAL" clId="{8FE5560E-E352-4DEE-8EBA-694459070AD4}" dt="2023-03-08T06:17:55.823" v="3003"/>
          <ac:spMkLst>
            <pc:docMk/>
            <pc:sldMk cId="670841275" sldId="540"/>
            <ac:spMk id="10" creationId="{AAAE4AD3-715E-A6B0-C918-ACA411FFE192}"/>
          </ac:spMkLst>
        </pc:spChg>
        <pc:spChg chg="add mod">
          <ac:chgData name="徐志嘉" userId="4f4e22b3-2ff2-4e81-a7cc-1ce68c8c1bc8" providerId="ADAL" clId="{8FE5560E-E352-4DEE-8EBA-694459070AD4}" dt="2023-03-08T06:17:55.823" v="3003"/>
          <ac:spMkLst>
            <pc:docMk/>
            <pc:sldMk cId="670841275" sldId="540"/>
            <ac:spMk id="13" creationId="{EEAD15A2-58F7-CB65-CF08-8F0020DA184F}"/>
          </ac:spMkLst>
        </pc:spChg>
        <pc:spChg chg="add mod">
          <ac:chgData name="徐志嘉" userId="4f4e22b3-2ff2-4e81-a7cc-1ce68c8c1bc8" providerId="ADAL" clId="{8FE5560E-E352-4DEE-8EBA-694459070AD4}" dt="2023-03-08T06:17:55.823" v="3003"/>
          <ac:spMkLst>
            <pc:docMk/>
            <pc:sldMk cId="670841275" sldId="540"/>
            <ac:spMk id="14" creationId="{0EF42602-501A-5B79-2384-FF2B1BF69BD8}"/>
          </ac:spMkLst>
        </pc:spChg>
        <pc:picChg chg="add mod">
          <ac:chgData name="徐志嘉" userId="4f4e22b3-2ff2-4e81-a7cc-1ce68c8c1bc8" providerId="ADAL" clId="{8FE5560E-E352-4DEE-8EBA-694459070AD4}" dt="2023-03-08T06:17:55.823" v="3003"/>
          <ac:picMkLst>
            <pc:docMk/>
            <pc:sldMk cId="670841275" sldId="540"/>
            <ac:picMk id="15" creationId="{E58D3C00-312E-A8CA-57F1-AA4918B17955}"/>
          </ac:picMkLst>
        </pc:picChg>
        <pc:picChg chg="add mod">
          <ac:chgData name="徐志嘉" userId="4f4e22b3-2ff2-4e81-a7cc-1ce68c8c1bc8" providerId="ADAL" clId="{8FE5560E-E352-4DEE-8EBA-694459070AD4}" dt="2023-03-08T06:17:55.823" v="3003"/>
          <ac:picMkLst>
            <pc:docMk/>
            <pc:sldMk cId="670841275" sldId="540"/>
            <ac:picMk id="16" creationId="{745E264E-F9A2-78AA-D71F-97AC495D9480}"/>
          </ac:picMkLst>
        </pc:picChg>
        <pc:picChg chg="add mod">
          <ac:chgData name="徐志嘉" userId="4f4e22b3-2ff2-4e81-a7cc-1ce68c8c1bc8" providerId="ADAL" clId="{8FE5560E-E352-4DEE-8EBA-694459070AD4}" dt="2023-03-08T06:17:55.823" v="3003"/>
          <ac:picMkLst>
            <pc:docMk/>
            <pc:sldMk cId="670841275" sldId="540"/>
            <ac:picMk id="17" creationId="{ABC543F3-DFEE-DD5F-0FC2-2E30AFA2E57D}"/>
          </ac:picMkLst>
        </pc:picChg>
        <pc:picChg chg="add mod">
          <ac:chgData name="徐志嘉" userId="4f4e22b3-2ff2-4e81-a7cc-1ce68c8c1bc8" providerId="ADAL" clId="{8FE5560E-E352-4DEE-8EBA-694459070AD4}" dt="2023-03-08T06:17:55.823" v="3003"/>
          <ac:picMkLst>
            <pc:docMk/>
            <pc:sldMk cId="670841275" sldId="540"/>
            <ac:picMk id="18" creationId="{64F63DDF-1DE4-21F6-8A5D-27F5DCB0CE60}"/>
          </ac:picMkLst>
        </pc:picChg>
        <pc:picChg chg="add mod">
          <ac:chgData name="徐志嘉" userId="4f4e22b3-2ff2-4e81-a7cc-1ce68c8c1bc8" providerId="ADAL" clId="{8FE5560E-E352-4DEE-8EBA-694459070AD4}" dt="2023-03-08T06:17:55.823" v="3003"/>
          <ac:picMkLst>
            <pc:docMk/>
            <pc:sldMk cId="670841275" sldId="540"/>
            <ac:picMk id="19" creationId="{6D31FC5D-DEC0-DCDF-E5A3-C56D60063F58}"/>
          </ac:picMkLst>
        </pc:picChg>
        <pc:picChg chg="add mod">
          <ac:chgData name="徐志嘉" userId="4f4e22b3-2ff2-4e81-a7cc-1ce68c8c1bc8" providerId="ADAL" clId="{8FE5560E-E352-4DEE-8EBA-694459070AD4}" dt="2023-03-08T06:17:55.823" v="3003"/>
          <ac:picMkLst>
            <pc:docMk/>
            <pc:sldMk cId="670841275" sldId="540"/>
            <ac:picMk id="20" creationId="{C4EB80BD-77E0-39D1-A6B8-7123F575818F}"/>
          </ac:picMkLst>
        </pc:picChg>
        <pc:picChg chg="add mod">
          <ac:chgData name="徐志嘉" userId="4f4e22b3-2ff2-4e81-a7cc-1ce68c8c1bc8" providerId="ADAL" clId="{8FE5560E-E352-4DEE-8EBA-694459070AD4}" dt="2023-03-08T06:17:55.823" v="3003"/>
          <ac:picMkLst>
            <pc:docMk/>
            <pc:sldMk cId="670841275" sldId="540"/>
            <ac:picMk id="21" creationId="{0ABE584A-04C1-F445-5A66-8F33D7386765}"/>
          </ac:picMkLst>
        </pc:picChg>
        <pc:picChg chg="add mod">
          <ac:chgData name="徐志嘉" userId="4f4e22b3-2ff2-4e81-a7cc-1ce68c8c1bc8" providerId="ADAL" clId="{8FE5560E-E352-4DEE-8EBA-694459070AD4}" dt="2023-03-08T06:17:55.823" v="3003"/>
          <ac:picMkLst>
            <pc:docMk/>
            <pc:sldMk cId="670841275" sldId="540"/>
            <ac:picMk id="22" creationId="{553DC596-987E-ADAD-91EE-87172825CA37}"/>
          </ac:picMkLst>
        </pc:picChg>
        <pc:picChg chg="add mod">
          <ac:chgData name="徐志嘉" userId="4f4e22b3-2ff2-4e81-a7cc-1ce68c8c1bc8" providerId="ADAL" clId="{8FE5560E-E352-4DEE-8EBA-694459070AD4}" dt="2023-03-08T06:17:55.823" v="3003"/>
          <ac:picMkLst>
            <pc:docMk/>
            <pc:sldMk cId="670841275" sldId="540"/>
            <ac:picMk id="23" creationId="{F907193C-BABE-84E5-551B-A78F2AE051BD}"/>
          </ac:picMkLst>
        </pc:picChg>
        <pc:picChg chg="add mod">
          <ac:chgData name="徐志嘉" userId="4f4e22b3-2ff2-4e81-a7cc-1ce68c8c1bc8" providerId="ADAL" clId="{8FE5560E-E352-4DEE-8EBA-694459070AD4}" dt="2023-03-08T06:17:55.823" v="3003"/>
          <ac:picMkLst>
            <pc:docMk/>
            <pc:sldMk cId="670841275" sldId="540"/>
            <ac:picMk id="24" creationId="{82AEC018-EA07-8C38-758A-E4BD92D1BB0D}"/>
          </ac:picMkLst>
        </pc:picChg>
        <pc:picChg chg="add mod">
          <ac:chgData name="徐志嘉" userId="4f4e22b3-2ff2-4e81-a7cc-1ce68c8c1bc8" providerId="ADAL" clId="{8FE5560E-E352-4DEE-8EBA-694459070AD4}" dt="2023-03-08T06:17:55.823" v="3003"/>
          <ac:picMkLst>
            <pc:docMk/>
            <pc:sldMk cId="670841275" sldId="540"/>
            <ac:picMk id="25" creationId="{F94D5CAE-EE92-365E-9DD1-4D685BBBDA23}"/>
          </ac:picMkLst>
        </pc:picChg>
        <pc:picChg chg="add mod">
          <ac:chgData name="徐志嘉" userId="4f4e22b3-2ff2-4e81-a7cc-1ce68c8c1bc8" providerId="ADAL" clId="{8FE5560E-E352-4DEE-8EBA-694459070AD4}" dt="2023-03-08T06:17:55.823" v="3003"/>
          <ac:picMkLst>
            <pc:docMk/>
            <pc:sldMk cId="670841275" sldId="540"/>
            <ac:picMk id="26" creationId="{2694AEE9-C8EA-7C03-4BEB-C59EE91A21FE}"/>
          </ac:picMkLst>
        </pc:picChg>
        <pc:cxnChg chg="add del mod">
          <ac:chgData name="徐志嘉" userId="4f4e22b3-2ff2-4e81-a7cc-1ce68c8c1bc8" providerId="ADAL" clId="{8FE5560E-E352-4DEE-8EBA-694459070AD4}" dt="2023-03-08T06:19:03.332" v="3061" actId="478"/>
          <ac:cxnSpMkLst>
            <pc:docMk/>
            <pc:sldMk cId="670841275" sldId="540"/>
            <ac:cxnSpMk id="7" creationId="{9751F513-80C5-6362-78F8-A8C95FCFEB09}"/>
          </ac:cxnSpMkLst>
        </pc:cxnChg>
        <pc:cxnChg chg="add mod">
          <ac:chgData name="徐志嘉" userId="4f4e22b3-2ff2-4e81-a7cc-1ce68c8c1bc8" providerId="ADAL" clId="{8FE5560E-E352-4DEE-8EBA-694459070AD4}" dt="2023-03-08T06:17:55.823" v="3003"/>
          <ac:cxnSpMkLst>
            <pc:docMk/>
            <pc:sldMk cId="670841275" sldId="540"/>
            <ac:cxnSpMk id="9" creationId="{B66A308F-3911-8EE8-C5AA-C17FF33CE64B}"/>
          </ac:cxnSpMkLst>
        </pc:cxnChg>
        <pc:cxnChg chg="add mod">
          <ac:chgData name="徐志嘉" userId="4f4e22b3-2ff2-4e81-a7cc-1ce68c8c1bc8" providerId="ADAL" clId="{8FE5560E-E352-4DEE-8EBA-694459070AD4}" dt="2023-03-08T06:17:55.823" v="3003"/>
          <ac:cxnSpMkLst>
            <pc:docMk/>
            <pc:sldMk cId="670841275" sldId="540"/>
            <ac:cxnSpMk id="11" creationId="{7F4E54B7-683E-A85E-102B-C7C461C794E5}"/>
          </ac:cxnSpMkLst>
        </pc:cxnChg>
        <pc:cxnChg chg="add mod">
          <ac:chgData name="徐志嘉" userId="4f4e22b3-2ff2-4e81-a7cc-1ce68c8c1bc8" providerId="ADAL" clId="{8FE5560E-E352-4DEE-8EBA-694459070AD4}" dt="2023-03-08T06:17:55.823" v="3003"/>
          <ac:cxnSpMkLst>
            <pc:docMk/>
            <pc:sldMk cId="670841275" sldId="540"/>
            <ac:cxnSpMk id="12" creationId="{0CB8C2BC-786D-2F63-CAF3-2CF15505E9BF}"/>
          </ac:cxnSpMkLst>
        </pc:cxnChg>
      </pc:sldChg>
      <pc:sldChg chg="addSp delSp modSp add mod">
        <pc:chgData name="徐志嘉" userId="4f4e22b3-2ff2-4e81-a7cc-1ce68c8c1bc8" providerId="ADAL" clId="{8FE5560E-E352-4DEE-8EBA-694459070AD4}" dt="2023-03-09T07:06:06.960" v="6638" actId="1036"/>
        <pc:sldMkLst>
          <pc:docMk/>
          <pc:sldMk cId="2562579849" sldId="541"/>
        </pc:sldMkLst>
        <pc:spChg chg="mod">
          <ac:chgData name="徐志嘉" userId="4f4e22b3-2ff2-4e81-a7cc-1ce68c8c1bc8" providerId="ADAL" clId="{8FE5560E-E352-4DEE-8EBA-694459070AD4}" dt="2023-03-09T07:05:46.056" v="6633" actId="20577"/>
          <ac:spMkLst>
            <pc:docMk/>
            <pc:sldMk cId="2562579849" sldId="541"/>
            <ac:spMk id="3" creationId="{6F1D20FD-C3BE-019A-AD3F-B82D0335D67D}"/>
          </ac:spMkLst>
        </pc:spChg>
        <pc:spChg chg="add del mod">
          <ac:chgData name="徐志嘉" userId="4f4e22b3-2ff2-4e81-a7cc-1ce68c8c1bc8" providerId="ADAL" clId="{8FE5560E-E352-4DEE-8EBA-694459070AD4}" dt="2023-03-09T07:04:01.504" v="6496" actId="478"/>
          <ac:spMkLst>
            <pc:docMk/>
            <pc:sldMk cId="2562579849" sldId="541"/>
            <ac:spMk id="4" creationId="{1B17665C-F875-B9DA-A12C-B1155EE15DCF}"/>
          </ac:spMkLst>
        </pc:spChg>
        <pc:spChg chg="del">
          <ac:chgData name="徐志嘉" userId="4f4e22b3-2ff2-4e81-a7cc-1ce68c8c1bc8" providerId="ADAL" clId="{8FE5560E-E352-4DEE-8EBA-694459070AD4}" dt="2023-03-08T06:19:39.149" v="3064" actId="478"/>
          <ac:spMkLst>
            <pc:docMk/>
            <pc:sldMk cId="2562579849" sldId="541"/>
            <ac:spMk id="4" creationId="{E5B14DBA-7204-288B-CCB3-F68E2C911E27}"/>
          </ac:spMkLst>
        </pc:spChg>
        <pc:spChg chg="del">
          <ac:chgData name="徐志嘉" userId="4f4e22b3-2ff2-4e81-a7cc-1ce68c8c1bc8" providerId="ADAL" clId="{8FE5560E-E352-4DEE-8EBA-694459070AD4}" dt="2023-03-08T06:19:39.149" v="3064" actId="478"/>
          <ac:spMkLst>
            <pc:docMk/>
            <pc:sldMk cId="2562579849" sldId="541"/>
            <ac:spMk id="5" creationId="{B70EDB91-8F11-D5ED-6F2C-6C00B638C4F4}"/>
          </ac:spMkLst>
        </pc:spChg>
        <pc:spChg chg="add mod">
          <ac:chgData name="徐志嘉" userId="4f4e22b3-2ff2-4e81-a7cc-1ce68c8c1bc8" providerId="ADAL" clId="{8FE5560E-E352-4DEE-8EBA-694459070AD4}" dt="2023-03-09T07:06:06.960" v="6638" actId="1036"/>
          <ac:spMkLst>
            <pc:docMk/>
            <pc:sldMk cId="2562579849" sldId="541"/>
            <ac:spMk id="5" creationId="{CCB007B6-261F-CE0B-1527-163D78C28564}"/>
          </ac:spMkLst>
        </pc:spChg>
        <pc:spChg chg="del">
          <ac:chgData name="徐志嘉" userId="4f4e22b3-2ff2-4e81-a7cc-1ce68c8c1bc8" providerId="ADAL" clId="{8FE5560E-E352-4DEE-8EBA-694459070AD4}" dt="2023-03-08T06:19:39.149" v="3064" actId="478"/>
          <ac:spMkLst>
            <pc:docMk/>
            <pc:sldMk cId="2562579849" sldId="541"/>
            <ac:spMk id="6" creationId="{D1F94EF1-684A-C9F7-7BA7-89C37D3B0FAA}"/>
          </ac:spMkLst>
        </pc:spChg>
        <pc:spChg chg="add mod">
          <ac:chgData name="徐志嘉" userId="4f4e22b3-2ff2-4e81-a7cc-1ce68c8c1bc8" providerId="ADAL" clId="{8FE5560E-E352-4DEE-8EBA-694459070AD4}" dt="2023-03-08T06:23:43.954" v="3110" actId="1076"/>
          <ac:spMkLst>
            <pc:docMk/>
            <pc:sldMk cId="2562579849" sldId="541"/>
            <ac:spMk id="7" creationId="{61646ACE-1965-B239-8F9A-6CDF9EEF9143}"/>
          </ac:spMkLst>
        </pc:spChg>
        <pc:spChg chg="del">
          <ac:chgData name="徐志嘉" userId="4f4e22b3-2ff2-4e81-a7cc-1ce68c8c1bc8" providerId="ADAL" clId="{8FE5560E-E352-4DEE-8EBA-694459070AD4}" dt="2023-03-08T06:19:39.149" v="3064" actId="478"/>
          <ac:spMkLst>
            <pc:docMk/>
            <pc:sldMk cId="2562579849" sldId="541"/>
            <ac:spMk id="10" creationId="{AAAE4AD3-715E-A6B0-C918-ACA411FFE192}"/>
          </ac:spMkLst>
        </pc:spChg>
        <pc:spChg chg="del">
          <ac:chgData name="徐志嘉" userId="4f4e22b3-2ff2-4e81-a7cc-1ce68c8c1bc8" providerId="ADAL" clId="{8FE5560E-E352-4DEE-8EBA-694459070AD4}" dt="2023-03-08T06:19:39.149" v="3064" actId="478"/>
          <ac:spMkLst>
            <pc:docMk/>
            <pc:sldMk cId="2562579849" sldId="541"/>
            <ac:spMk id="13" creationId="{EEAD15A2-58F7-CB65-CF08-8F0020DA184F}"/>
          </ac:spMkLst>
        </pc:spChg>
        <pc:spChg chg="del">
          <ac:chgData name="徐志嘉" userId="4f4e22b3-2ff2-4e81-a7cc-1ce68c8c1bc8" providerId="ADAL" clId="{8FE5560E-E352-4DEE-8EBA-694459070AD4}" dt="2023-03-08T06:19:39.149" v="3064" actId="478"/>
          <ac:spMkLst>
            <pc:docMk/>
            <pc:sldMk cId="2562579849" sldId="541"/>
            <ac:spMk id="14" creationId="{0EF42602-501A-5B79-2384-FF2B1BF69BD8}"/>
          </ac:spMkLst>
        </pc:spChg>
        <pc:spChg chg="add mod">
          <ac:chgData name="徐志嘉" userId="4f4e22b3-2ff2-4e81-a7cc-1ce68c8c1bc8" providerId="ADAL" clId="{8FE5560E-E352-4DEE-8EBA-694459070AD4}" dt="2023-03-08T06:23:43.954" v="3110" actId="1076"/>
          <ac:spMkLst>
            <pc:docMk/>
            <pc:sldMk cId="2562579849" sldId="541"/>
            <ac:spMk id="28" creationId="{D78769DB-EDAC-EB98-AFA5-C59AC565231F}"/>
          </ac:spMkLst>
        </pc:spChg>
        <pc:spChg chg="add mod">
          <ac:chgData name="徐志嘉" userId="4f4e22b3-2ff2-4e81-a7cc-1ce68c8c1bc8" providerId="ADAL" clId="{8FE5560E-E352-4DEE-8EBA-694459070AD4}" dt="2023-03-08T06:23:43.954" v="3110" actId="1076"/>
          <ac:spMkLst>
            <pc:docMk/>
            <pc:sldMk cId="2562579849" sldId="541"/>
            <ac:spMk id="29" creationId="{869AB0E8-9E0E-2E61-6189-7FA58A7A3188}"/>
          </ac:spMkLst>
        </pc:spChg>
        <pc:spChg chg="add mod">
          <ac:chgData name="徐志嘉" userId="4f4e22b3-2ff2-4e81-a7cc-1ce68c8c1bc8" providerId="ADAL" clId="{8FE5560E-E352-4DEE-8EBA-694459070AD4}" dt="2023-03-08T06:23:43.954" v="3110" actId="1076"/>
          <ac:spMkLst>
            <pc:docMk/>
            <pc:sldMk cId="2562579849" sldId="541"/>
            <ac:spMk id="32" creationId="{A0A5370A-FE54-6691-E194-39CDE62FD549}"/>
          </ac:spMkLst>
        </pc:spChg>
        <pc:spChg chg="add mod">
          <ac:chgData name="徐志嘉" userId="4f4e22b3-2ff2-4e81-a7cc-1ce68c8c1bc8" providerId="ADAL" clId="{8FE5560E-E352-4DEE-8EBA-694459070AD4}" dt="2023-03-08T06:23:43.954" v="3110" actId="1076"/>
          <ac:spMkLst>
            <pc:docMk/>
            <pc:sldMk cId="2562579849" sldId="541"/>
            <ac:spMk id="33" creationId="{9360010D-FA90-A8D7-4D0C-5CC2B7218528}"/>
          </ac:spMkLst>
        </pc:spChg>
        <pc:spChg chg="add mod">
          <ac:chgData name="徐志嘉" userId="4f4e22b3-2ff2-4e81-a7cc-1ce68c8c1bc8" providerId="ADAL" clId="{8FE5560E-E352-4DEE-8EBA-694459070AD4}" dt="2023-03-08T06:23:43.954" v="3110" actId="1076"/>
          <ac:spMkLst>
            <pc:docMk/>
            <pc:sldMk cId="2562579849" sldId="541"/>
            <ac:spMk id="34" creationId="{4C06571D-5363-B46B-BCF5-241390D03CF6}"/>
          </ac:spMkLst>
        </pc:spChg>
        <pc:spChg chg="add mod">
          <ac:chgData name="徐志嘉" userId="4f4e22b3-2ff2-4e81-a7cc-1ce68c8c1bc8" providerId="ADAL" clId="{8FE5560E-E352-4DEE-8EBA-694459070AD4}" dt="2023-03-08T06:23:43.954" v="3110" actId="1076"/>
          <ac:spMkLst>
            <pc:docMk/>
            <pc:sldMk cId="2562579849" sldId="541"/>
            <ac:spMk id="36" creationId="{6760D3F0-E738-ECB0-7AE2-7AAA97773600}"/>
          </ac:spMkLst>
        </pc:spChg>
        <pc:spChg chg="add del mod">
          <ac:chgData name="徐志嘉" userId="4f4e22b3-2ff2-4e81-a7cc-1ce68c8c1bc8" providerId="ADAL" clId="{8FE5560E-E352-4DEE-8EBA-694459070AD4}" dt="2023-03-08T06:21:47.460" v="3071" actId="478"/>
          <ac:spMkLst>
            <pc:docMk/>
            <pc:sldMk cId="2562579849" sldId="541"/>
            <ac:spMk id="45" creationId="{4F4712F3-DE5B-A455-61E7-ABD270548529}"/>
          </ac:spMkLst>
        </pc:spChg>
        <pc:spChg chg="add mod">
          <ac:chgData name="徐志嘉" userId="4f4e22b3-2ff2-4e81-a7cc-1ce68c8c1bc8" providerId="ADAL" clId="{8FE5560E-E352-4DEE-8EBA-694459070AD4}" dt="2023-03-08T06:23:43.954" v="3110" actId="1076"/>
          <ac:spMkLst>
            <pc:docMk/>
            <pc:sldMk cId="2562579849" sldId="541"/>
            <ac:spMk id="46" creationId="{F63E0D08-934D-A715-09FC-AD50F85CCD99}"/>
          </ac:spMkLst>
        </pc:spChg>
        <pc:spChg chg="add mod ord">
          <ac:chgData name="徐志嘉" userId="4f4e22b3-2ff2-4e81-a7cc-1ce68c8c1bc8" providerId="ADAL" clId="{8FE5560E-E352-4DEE-8EBA-694459070AD4}" dt="2023-03-08T06:23:43.954" v="3110" actId="1076"/>
          <ac:spMkLst>
            <pc:docMk/>
            <pc:sldMk cId="2562579849" sldId="541"/>
            <ac:spMk id="47" creationId="{9BE167CA-90DD-2DF3-A262-051E8CFD0E8B}"/>
          </ac:spMkLst>
        </pc:spChg>
        <pc:spChg chg="add mod">
          <ac:chgData name="徐志嘉" userId="4f4e22b3-2ff2-4e81-a7cc-1ce68c8c1bc8" providerId="ADAL" clId="{8FE5560E-E352-4DEE-8EBA-694459070AD4}" dt="2023-03-08T06:23:43.954" v="3110" actId="1076"/>
          <ac:spMkLst>
            <pc:docMk/>
            <pc:sldMk cId="2562579849" sldId="541"/>
            <ac:spMk id="49" creationId="{BFA8B026-21E0-5FFB-C5C4-3168CDEAACCE}"/>
          </ac:spMkLst>
        </pc:spChg>
        <pc:spChg chg="add mod">
          <ac:chgData name="徐志嘉" userId="4f4e22b3-2ff2-4e81-a7cc-1ce68c8c1bc8" providerId="ADAL" clId="{8FE5560E-E352-4DEE-8EBA-694459070AD4}" dt="2023-03-08T06:30:49.014" v="3190" actId="1037"/>
          <ac:spMkLst>
            <pc:docMk/>
            <pc:sldMk cId="2562579849" sldId="541"/>
            <ac:spMk id="50" creationId="{729169ED-A9F0-3055-29C3-05B318356772}"/>
          </ac:spMkLst>
        </pc:spChg>
        <pc:spChg chg="add mod">
          <ac:chgData name="徐志嘉" userId="4f4e22b3-2ff2-4e81-a7cc-1ce68c8c1bc8" providerId="ADAL" clId="{8FE5560E-E352-4DEE-8EBA-694459070AD4}" dt="2023-03-08T06:30:49.014" v="3190" actId="1037"/>
          <ac:spMkLst>
            <pc:docMk/>
            <pc:sldMk cId="2562579849" sldId="541"/>
            <ac:spMk id="51" creationId="{65C8A20D-A8EB-9232-AB32-DFDF0B1996DD}"/>
          </ac:spMkLst>
        </pc:spChg>
        <pc:spChg chg="add mod">
          <ac:chgData name="徐志嘉" userId="4f4e22b3-2ff2-4e81-a7cc-1ce68c8c1bc8" providerId="ADAL" clId="{8FE5560E-E352-4DEE-8EBA-694459070AD4}" dt="2023-03-08T06:30:49.014" v="3190" actId="1037"/>
          <ac:spMkLst>
            <pc:docMk/>
            <pc:sldMk cId="2562579849" sldId="541"/>
            <ac:spMk id="52" creationId="{C9F6A675-90BE-FDE9-A0C2-4E44DF1AB7A6}"/>
          </ac:spMkLst>
        </pc:spChg>
        <pc:spChg chg="add mod">
          <ac:chgData name="徐志嘉" userId="4f4e22b3-2ff2-4e81-a7cc-1ce68c8c1bc8" providerId="ADAL" clId="{8FE5560E-E352-4DEE-8EBA-694459070AD4}" dt="2023-03-08T06:30:49.014" v="3190" actId="1037"/>
          <ac:spMkLst>
            <pc:docMk/>
            <pc:sldMk cId="2562579849" sldId="541"/>
            <ac:spMk id="53" creationId="{AA8E7DFF-B7A1-2088-92B1-59C6C15F0479}"/>
          </ac:spMkLst>
        </pc:spChg>
        <pc:spChg chg="add mod">
          <ac:chgData name="徐志嘉" userId="4f4e22b3-2ff2-4e81-a7cc-1ce68c8c1bc8" providerId="ADAL" clId="{8FE5560E-E352-4DEE-8EBA-694459070AD4}" dt="2023-03-08T06:30:49.014" v="3190" actId="1037"/>
          <ac:spMkLst>
            <pc:docMk/>
            <pc:sldMk cId="2562579849" sldId="541"/>
            <ac:spMk id="56" creationId="{303ADB1F-9C2C-6304-54A9-264BA213C0C7}"/>
          </ac:spMkLst>
        </pc:spChg>
        <pc:spChg chg="add mod">
          <ac:chgData name="徐志嘉" userId="4f4e22b3-2ff2-4e81-a7cc-1ce68c8c1bc8" providerId="ADAL" clId="{8FE5560E-E352-4DEE-8EBA-694459070AD4}" dt="2023-03-08T06:30:49.014" v="3190" actId="1037"/>
          <ac:spMkLst>
            <pc:docMk/>
            <pc:sldMk cId="2562579849" sldId="541"/>
            <ac:spMk id="57" creationId="{D899B68D-9298-857D-58FF-22738E442446}"/>
          </ac:spMkLst>
        </pc:spChg>
        <pc:spChg chg="add mod">
          <ac:chgData name="徐志嘉" userId="4f4e22b3-2ff2-4e81-a7cc-1ce68c8c1bc8" providerId="ADAL" clId="{8FE5560E-E352-4DEE-8EBA-694459070AD4}" dt="2023-03-08T06:30:49.014" v="3190" actId="1037"/>
          <ac:spMkLst>
            <pc:docMk/>
            <pc:sldMk cId="2562579849" sldId="541"/>
            <ac:spMk id="58" creationId="{B5CDF883-5EC8-BBCE-D36A-A0739BC146D2}"/>
          </ac:spMkLst>
        </pc:spChg>
        <pc:spChg chg="add mod">
          <ac:chgData name="徐志嘉" userId="4f4e22b3-2ff2-4e81-a7cc-1ce68c8c1bc8" providerId="ADAL" clId="{8FE5560E-E352-4DEE-8EBA-694459070AD4}" dt="2023-03-08T06:30:49.014" v="3190" actId="1037"/>
          <ac:spMkLst>
            <pc:docMk/>
            <pc:sldMk cId="2562579849" sldId="541"/>
            <ac:spMk id="60" creationId="{4257CC59-03D3-7306-6971-BFD700BA7A4D}"/>
          </ac:spMkLst>
        </pc:spChg>
        <pc:spChg chg="add mod">
          <ac:chgData name="徐志嘉" userId="4f4e22b3-2ff2-4e81-a7cc-1ce68c8c1bc8" providerId="ADAL" clId="{8FE5560E-E352-4DEE-8EBA-694459070AD4}" dt="2023-03-08T06:30:49.014" v="3190" actId="1037"/>
          <ac:spMkLst>
            <pc:docMk/>
            <pc:sldMk cId="2562579849" sldId="541"/>
            <ac:spMk id="69" creationId="{B003DAEA-A82D-CE79-6DEA-9883D345B46F}"/>
          </ac:spMkLst>
        </pc:spChg>
        <pc:spChg chg="add mod">
          <ac:chgData name="徐志嘉" userId="4f4e22b3-2ff2-4e81-a7cc-1ce68c8c1bc8" providerId="ADAL" clId="{8FE5560E-E352-4DEE-8EBA-694459070AD4}" dt="2023-03-08T06:30:49.014" v="3190" actId="1037"/>
          <ac:spMkLst>
            <pc:docMk/>
            <pc:sldMk cId="2562579849" sldId="541"/>
            <ac:spMk id="71" creationId="{E69E4764-64AF-0344-EE4F-26B8019D9A47}"/>
          </ac:spMkLst>
        </pc:spChg>
        <pc:spChg chg="add mod">
          <ac:chgData name="徐志嘉" userId="4f4e22b3-2ff2-4e81-a7cc-1ce68c8c1bc8" providerId="ADAL" clId="{8FE5560E-E352-4DEE-8EBA-694459070AD4}" dt="2023-03-08T06:30:49.014" v="3190" actId="1037"/>
          <ac:spMkLst>
            <pc:docMk/>
            <pc:sldMk cId="2562579849" sldId="541"/>
            <ac:spMk id="72" creationId="{C02D20A9-775B-6089-867A-CD945933C1EC}"/>
          </ac:spMkLst>
        </pc:spChg>
        <pc:spChg chg="add mod ord">
          <ac:chgData name="徐志嘉" userId="4f4e22b3-2ff2-4e81-a7cc-1ce68c8c1bc8" providerId="ADAL" clId="{8FE5560E-E352-4DEE-8EBA-694459070AD4}" dt="2023-03-08T06:30:49.014" v="3190" actId="1037"/>
          <ac:spMkLst>
            <pc:docMk/>
            <pc:sldMk cId="2562579849" sldId="541"/>
            <ac:spMk id="73" creationId="{7AD266CA-08EB-193C-663E-0759B8E4F2B1}"/>
          </ac:spMkLst>
        </pc:spChg>
        <pc:spChg chg="add mod">
          <ac:chgData name="徐志嘉" userId="4f4e22b3-2ff2-4e81-a7cc-1ce68c8c1bc8" providerId="ADAL" clId="{8FE5560E-E352-4DEE-8EBA-694459070AD4}" dt="2023-03-08T06:31:08.968" v="3194" actId="14100"/>
          <ac:spMkLst>
            <pc:docMk/>
            <pc:sldMk cId="2562579849" sldId="541"/>
            <ac:spMk id="75" creationId="{4CB19C97-5FB2-7224-2BA5-D46986D3EB6F}"/>
          </ac:spMkLst>
        </pc:spChg>
        <pc:spChg chg="add mod">
          <ac:chgData name="徐志嘉" userId="4f4e22b3-2ff2-4e81-a7cc-1ce68c8c1bc8" providerId="ADAL" clId="{8FE5560E-E352-4DEE-8EBA-694459070AD4}" dt="2023-03-08T06:30:57.892" v="3192" actId="14100"/>
          <ac:spMkLst>
            <pc:docMk/>
            <pc:sldMk cId="2562579849" sldId="541"/>
            <ac:spMk id="81" creationId="{B582E399-8041-83FC-C03C-862CC13E122E}"/>
          </ac:spMkLst>
        </pc:spChg>
        <pc:spChg chg="add del mod">
          <ac:chgData name="徐志嘉" userId="4f4e22b3-2ff2-4e81-a7cc-1ce68c8c1bc8" providerId="ADAL" clId="{8FE5560E-E352-4DEE-8EBA-694459070AD4}" dt="2023-03-08T15:49:41.814" v="4707" actId="478"/>
          <ac:spMkLst>
            <pc:docMk/>
            <pc:sldMk cId="2562579849" sldId="541"/>
            <ac:spMk id="82" creationId="{D1212A2C-9B4E-6D98-AE05-4E95747DF9B2}"/>
          </ac:spMkLst>
        </pc:spChg>
        <pc:picChg chg="add del mod">
          <ac:chgData name="徐志嘉" userId="4f4e22b3-2ff2-4e81-a7cc-1ce68c8c1bc8" providerId="ADAL" clId="{8FE5560E-E352-4DEE-8EBA-694459070AD4}" dt="2023-03-08T06:20:58.075" v="3067" actId="478"/>
          <ac:picMkLst>
            <pc:docMk/>
            <pc:sldMk cId="2562579849" sldId="541"/>
            <ac:picMk id="8" creationId="{4DF276D5-21FE-FB29-6BA9-35056DB25E30}"/>
          </ac:picMkLst>
        </pc:picChg>
        <pc:picChg chg="del">
          <ac:chgData name="徐志嘉" userId="4f4e22b3-2ff2-4e81-a7cc-1ce68c8c1bc8" providerId="ADAL" clId="{8FE5560E-E352-4DEE-8EBA-694459070AD4}" dt="2023-03-08T06:19:39.149" v="3064" actId="478"/>
          <ac:picMkLst>
            <pc:docMk/>
            <pc:sldMk cId="2562579849" sldId="541"/>
            <ac:picMk id="15" creationId="{E58D3C00-312E-A8CA-57F1-AA4918B17955}"/>
          </ac:picMkLst>
        </pc:picChg>
        <pc:picChg chg="del">
          <ac:chgData name="徐志嘉" userId="4f4e22b3-2ff2-4e81-a7cc-1ce68c8c1bc8" providerId="ADAL" clId="{8FE5560E-E352-4DEE-8EBA-694459070AD4}" dt="2023-03-08T06:19:39.149" v="3064" actId="478"/>
          <ac:picMkLst>
            <pc:docMk/>
            <pc:sldMk cId="2562579849" sldId="541"/>
            <ac:picMk id="16" creationId="{745E264E-F9A2-78AA-D71F-97AC495D9480}"/>
          </ac:picMkLst>
        </pc:picChg>
        <pc:picChg chg="del">
          <ac:chgData name="徐志嘉" userId="4f4e22b3-2ff2-4e81-a7cc-1ce68c8c1bc8" providerId="ADAL" clId="{8FE5560E-E352-4DEE-8EBA-694459070AD4}" dt="2023-03-08T06:19:39.149" v="3064" actId="478"/>
          <ac:picMkLst>
            <pc:docMk/>
            <pc:sldMk cId="2562579849" sldId="541"/>
            <ac:picMk id="17" creationId="{ABC543F3-DFEE-DD5F-0FC2-2E30AFA2E57D}"/>
          </ac:picMkLst>
        </pc:picChg>
        <pc:picChg chg="del">
          <ac:chgData name="徐志嘉" userId="4f4e22b3-2ff2-4e81-a7cc-1ce68c8c1bc8" providerId="ADAL" clId="{8FE5560E-E352-4DEE-8EBA-694459070AD4}" dt="2023-03-08T06:19:39.149" v="3064" actId="478"/>
          <ac:picMkLst>
            <pc:docMk/>
            <pc:sldMk cId="2562579849" sldId="541"/>
            <ac:picMk id="18" creationId="{64F63DDF-1DE4-21F6-8A5D-27F5DCB0CE60}"/>
          </ac:picMkLst>
        </pc:picChg>
        <pc:picChg chg="del">
          <ac:chgData name="徐志嘉" userId="4f4e22b3-2ff2-4e81-a7cc-1ce68c8c1bc8" providerId="ADAL" clId="{8FE5560E-E352-4DEE-8EBA-694459070AD4}" dt="2023-03-08T06:19:39.149" v="3064" actId="478"/>
          <ac:picMkLst>
            <pc:docMk/>
            <pc:sldMk cId="2562579849" sldId="541"/>
            <ac:picMk id="19" creationId="{6D31FC5D-DEC0-DCDF-E5A3-C56D60063F58}"/>
          </ac:picMkLst>
        </pc:picChg>
        <pc:picChg chg="del">
          <ac:chgData name="徐志嘉" userId="4f4e22b3-2ff2-4e81-a7cc-1ce68c8c1bc8" providerId="ADAL" clId="{8FE5560E-E352-4DEE-8EBA-694459070AD4}" dt="2023-03-08T06:19:39.149" v="3064" actId="478"/>
          <ac:picMkLst>
            <pc:docMk/>
            <pc:sldMk cId="2562579849" sldId="541"/>
            <ac:picMk id="20" creationId="{C4EB80BD-77E0-39D1-A6B8-7123F575818F}"/>
          </ac:picMkLst>
        </pc:picChg>
        <pc:picChg chg="del">
          <ac:chgData name="徐志嘉" userId="4f4e22b3-2ff2-4e81-a7cc-1ce68c8c1bc8" providerId="ADAL" clId="{8FE5560E-E352-4DEE-8EBA-694459070AD4}" dt="2023-03-08T06:19:39.149" v="3064" actId="478"/>
          <ac:picMkLst>
            <pc:docMk/>
            <pc:sldMk cId="2562579849" sldId="541"/>
            <ac:picMk id="21" creationId="{0ABE584A-04C1-F445-5A66-8F33D7386765}"/>
          </ac:picMkLst>
        </pc:picChg>
        <pc:picChg chg="del">
          <ac:chgData name="徐志嘉" userId="4f4e22b3-2ff2-4e81-a7cc-1ce68c8c1bc8" providerId="ADAL" clId="{8FE5560E-E352-4DEE-8EBA-694459070AD4}" dt="2023-03-08T06:19:39.149" v="3064" actId="478"/>
          <ac:picMkLst>
            <pc:docMk/>
            <pc:sldMk cId="2562579849" sldId="541"/>
            <ac:picMk id="22" creationId="{553DC596-987E-ADAD-91EE-87172825CA37}"/>
          </ac:picMkLst>
        </pc:picChg>
        <pc:picChg chg="del">
          <ac:chgData name="徐志嘉" userId="4f4e22b3-2ff2-4e81-a7cc-1ce68c8c1bc8" providerId="ADAL" clId="{8FE5560E-E352-4DEE-8EBA-694459070AD4}" dt="2023-03-08T06:19:39.149" v="3064" actId="478"/>
          <ac:picMkLst>
            <pc:docMk/>
            <pc:sldMk cId="2562579849" sldId="541"/>
            <ac:picMk id="23" creationId="{F907193C-BABE-84E5-551B-A78F2AE051BD}"/>
          </ac:picMkLst>
        </pc:picChg>
        <pc:picChg chg="del">
          <ac:chgData name="徐志嘉" userId="4f4e22b3-2ff2-4e81-a7cc-1ce68c8c1bc8" providerId="ADAL" clId="{8FE5560E-E352-4DEE-8EBA-694459070AD4}" dt="2023-03-08T06:19:39.149" v="3064" actId="478"/>
          <ac:picMkLst>
            <pc:docMk/>
            <pc:sldMk cId="2562579849" sldId="541"/>
            <ac:picMk id="24" creationId="{82AEC018-EA07-8C38-758A-E4BD92D1BB0D}"/>
          </ac:picMkLst>
        </pc:picChg>
        <pc:picChg chg="del">
          <ac:chgData name="徐志嘉" userId="4f4e22b3-2ff2-4e81-a7cc-1ce68c8c1bc8" providerId="ADAL" clId="{8FE5560E-E352-4DEE-8EBA-694459070AD4}" dt="2023-03-08T06:19:39.149" v="3064" actId="478"/>
          <ac:picMkLst>
            <pc:docMk/>
            <pc:sldMk cId="2562579849" sldId="541"/>
            <ac:picMk id="25" creationId="{F94D5CAE-EE92-365E-9DD1-4D685BBBDA23}"/>
          </ac:picMkLst>
        </pc:picChg>
        <pc:picChg chg="del">
          <ac:chgData name="徐志嘉" userId="4f4e22b3-2ff2-4e81-a7cc-1ce68c8c1bc8" providerId="ADAL" clId="{8FE5560E-E352-4DEE-8EBA-694459070AD4}" dt="2023-03-08T06:19:39.149" v="3064" actId="478"/>
          <ac:picMkLst>
            <pc:docMk/>
            <pc:sldMk cId="2562579849" sldId="541"/>
            <ac:picMk id="26" creationId="{2694AEE9-C8EA-7C03-4BEB-C59EE91A21FE}"/>
          </ac:picMkLst>
        </pc:picChg>
        <pc:picChg chg="add del mod">
          <ac:chgData name="徐志嘉" userId="4f4e22b3-2ff2-4e81-a7cc-1ce68c8c1bc8" providerId="ADAL" clId="{8FE5560E-E352-4DEE-8EBA-694459070AD4}" dt="2023-03-08T06:20:57.573" v="3066" actId="478"/>
          <ac:picMkLst>
            <pc:docMk/>
            <pc:sldMk cId="2562579849" sldId="541"/>
            <ac:picMk id="27" creationId="{B92429EB-8138-AA92-F762-C3F1789132F3}"/>
          </ac:picMkLst>
        </pc:picChg>
        <pc:cxnChg chg="del">
          <ac:chgData name="徐志嘉" userId="4f4e22b3-2ff2-4e81-a7cc-1ce68c8c1bc8" providerId="ADAL" clId="{8FE5560E-E352-4DEE-8EBA-694459070AD4}" dt="2023-03-08T06:19:39.149" v="3064" actId="478"/>
          <ac:cxnSpMkLst>
            <pc:docMk/>
            <pc:sldMk cId="2562579849" sldId="541"/>
            <ac:cxnSpMk id="9" creationId="{B66A308F-3911-8EE8-C5AA-C17FF33CE64B}"/>
          </ac:cxnSpMkLst>
        </pc:cxnChg>
        <pc:cxnChg chg="del">
          <ac:chgData name="徐志嘉" userId="4f4e22b3-2ff2-4e81-a7cc-1ce68c8c1bc8" providerId="ADAL" clId="{8FE5560E-E352-4DEE-8EBA-694459070AD4}" dt="2023-03-08T06:19:39.149" v="3064" actId="478"/>
          <ac:cxnSpMkLst>
            <pc:docMk/>
            <pc:sldMk cId="2562579849" sldId="541"/>
            <ac:cxnSpMk id="11" creationId="{7F4E54B7-683E-A85E-102B-C7C461C794E5}"/>
          </ac:cxnSpMkLst>
        </pc:cxnChg>
        <pc:cxnChg chg="del">
          <ac:chgData name="徐志嘉" userId="4f4e22b3-2ff2-4e81-a7cc-1ce68c8c1bc8" providerId="ADAL" clId="{8FE5560E-E352-4DEE-8EBA-694459070AD4}" dt="2023-03-08T06:19:39.149" v="3064" actId="478"/>
          <ac:cxnSpMkLst>
            <pc:docMk/>
            <pc:sldMk cId="2562579849" sldId="541"/>
            <ac:cxnSpMk id="12" creationId="{0CB8C2BC-786D-2F63-CAF3-2CF15505E9BF}"/>
          </ac:cxnSpMkLst>
        </pc:cxnChg>
        <pc:cxnChg chg="add mod">
          <ac:chgData name="徐志嘉" userId="4f4e22b3-2ff2-4e81-a7cc-1ce68c8c1bc8" providerId="ADAL" clId="{8FE5560E-E352-4DEE-8EBA-694459070AD4}" dt="2023-03-08T06:23:43.954" v="3110" actId="1076"/>
          <ac:cxnSpMkLst>
            <pc:docMk/>
            <pc:sldMk cId="2562579849" sldId="541"/>
            <ac:cxnSpMk id="30" creationId="{8D39CCBD-92B6-040F-3016-16C17590FB7D}"/>
          </ac:cxnSpMkLst>
        </pc:cxnChg>
        <pc:cxnChg chg="add mod">
          <ac:chgData name="徐志嘉" userId="4f4e22b3-2ff2-4e81-a7cc-1ce68c8c1bc8" providerId="ADAL" clId="{8FE5560E-E352-4DEE-8EBA-694459070AD4}" dt="2023-03-08T06:23:43.954" v="3110" actId="1076"/>
          <ac:cxnSpMkLst>
            <pc:docMk/>
            <pc:sldMk cId="2562579849" sldId="541"/>
            <ac:cxnSpMk id="31" creationId="{C6EE54E2-8075-C9A7-AC43-7B5F45C16129}"/>
          </ac:cxnSpMkLst>
        </pc:cxnChg>
        <pc:cxnChg chg="add mod">
          <ac:chgData name="徐志嘉" userId="4f4e22b3-2ff2-4e81-a7cc-1ce68c8c1bc8" providerId="ADAL" clId="{8FE5560E-E352-4DEE-8EBA-694459070AD4}" dt="2023-03-08T06:23:43.954" v="3110" actId="1076"/>
          <ac:cxnSpMkLst>
            <pc:docMk/>
            <pc:sldMk cId="2562579849" sldId="541"/>
            <ac:cxnSpMk id="35" creationId="{6A30DA08-B7CA-E83D-ACA6-6DFB37389E0D}"/>
          </ac:cxnSpMkLst>
        </pc:cxnChg>
        <pc:cxnChg chg="add mod">
          <ac:chgData name="徐志嘉" userId="4f4e22b3-2ff2-4e81-a7cc-1ce68c8c1bc8" providerId="ADAL" clId="{8FE5560E-E352-4DEE-8EBA-694459070AD4}" dt="2023-03-08T06:23:43.954" v="3110" actId="1076"/>
          <ac:cxnSpMkLst>
            <pc:docMk/>
            <pc:sldMk cId="2562579849" sldId="541"/>
            <ac:cxnSpMk id="37" creationId="{E5D5C527-5A1C-7031-B789-4817BB43B8F1}"/>
          </ac:cxnSpMkLst>
        </pc:cxnChg>
        <pc:cxnChg chg="add mod">
          <ac:chgData name="徐志嘉" userId="4f4e22b3-2ff2-4e81-a7cc-1ce68c8c1bc8" providerId="ADAL" clId="{8FE5560E-E352-4DEE-8EBA-694459070AD4}" dt="2023-03-08T06:23:43.954" v="3110" actId="1076"/>
          <ac:cxnSpMkLst>
            <pc:docMk/>
            <pc:sldMk cId="2562579849" sldId="541"/>
            <ac:cxnSpMk id="38" creationId="{24F27011-53E2-1F06-5FA7-78AD85E0FB5F}"/>
          </ac:cxnSpMkLst>
        </pc:cxnChg>
        <pc:cxnChg chg="add mod">
          <ac:chgData name="徐志嘉" userId="4f4e22b3-2ff2-4e81-a7cc-1ce68c8c1bc8" providerId="ADAL" clId="{8FE5560E-E352-4DEE-8EBA-694459070AD4}" dt="2023-03-08T06:23:43.954" v="3110" actId="1076"/>
          <ac:cxnSpMkLst>
            <pc:docMk/>
            <pc:sldMk cId="2562579849" sldId="541"/>
            <ac:cxnSpMk id="39" creationId="{EAD650D8-2431-8D73-D064-8934CAD4F8A1}"/>
          </ac:cxnSpMkLst>
        </pc:cxnChg>
        <pc:cxnChg chg="add mod">
          <ac:chgData name="徐志嘉" userId="4f4e22b3-2ff2-4e81-a7cc-1ce68c8c1bc8" providerId="ADAL" clId="{8FE5560E-E352-4DEE-8EBA-694459070AD4}" dt="2023-03-08T06:23:43.954" v="3110" actId="1076"/>
          <ac:cxnSpMkLst>
            <pc:docMk/>
            <pc:sldMk cId="2562579849" sldId="541"/>
            <ac:cxnSpMk id="40" creationId="{D09BE50E-A2FD-1A89-8935-355C7D2214A8}"/>
          </ac:cxnSpMkLst>
        </pc:cxnChg>
        <pc:cxnChg chg="add mod">
          <ac:chgData name="徐志嘉" userId="4f4e22b3-2ff2-4e81-a7cc-1ce68c8c1bc8" providerId="ADAL" clId="{8FE5560E-E352-4DEE-8EBA-694459070AD4}" dt="2023-03-08T06:23:43.954" v="3110" actId="1076"/>
          <ac:cxnSpMkLst>
            <pc:docMk/>
            <pc:sldMk cId="2562579849" sldId="541"/>
            <ac:cxnSpMk id="41" creationId="{E8A5E75C-53F3-350A-C188-90D29AFF08B5}"/>
          </ac:cxnSpMkLst>
        </pc:cxnChg>
        <pc:cxnChg chg="add mod">
          <ac:chgData name="徐志嘉" userId="4f4e22b3-2ff2-4e81-a7cc-1ce68c8c1bc8" providerId="ADAL" clId="{8FE5560E-E352-4DEE-8EBA-694459070AD4}" dt="2023-03-08T06:23:43.954" v="3110" actId="1076"/>
          <ac:cxnSpMkLst>
            <pc:docMk/>
            <pc:sldMk cId="2562579849" sldId="541"/>
            <ac:cxnSpMk id="42" creationId="{BFE1E741-B3E7-452E-2DEA-A15BFFF478CA}"/>
          </ac:cxnSpMkLst>
        </pc:cxnChg>
        <pc:cxnChg chg="add mod">
          <ac:chgData name="徐志嘉" userId="4f4e22b3-2ff2-4e81-a7cc-1ce68c8c1bc8" providerId="ADAL" clId="{8FE5560E-E352-4DEE-8EBA-694459070AD4}" dt="2023-03-08T06:23:43.954" v="3110" actId="1076"/>
          <ac:cxnSpMkLst>
            <pc:docMk/>
            <pc:sldMk cId="2562579849" sldId="541"/>
            <ac:cxnSpMk id="43" creationId="{67562584-248E-E3CE-FE3C-6C3D3F762159}"/>
          </ac:cxnSpMkLst>
        </pc:cxnChg>
        <pc:cxnChg chg="add mod">
          <ac:chgData name="徐志嘉" userId="4f4e22b3-2ff2-4e81-a7cc-1ce68c8c1bc8" providerId="ADAL" clId="{8FE5560E-E352-4DEE-8EBA-694459070AD4}" dt="2023-03-08T06:23:43.954" v="3110" actId="1076"/>
          <ac:cxnSpMkLst>
            <pc:docMk/>
            <pc:sldMk cId="2562579849" sldId="541"/>
            <ac:cxnSpMk id="44" creationId="{DCCF88BC-9F4E-18F4-F6E1-504DABCD432D}"/>
          </ac:cxnSpMkLst>
        </pc:cxnChg>
        <pc:cxnChg chg="add mod">
          <ac:chgData name="徐志嘉" userId="4f4e22b3-2ff2-4e81-a7cc-1ce68c8c1bc8" providerId="ADAL" clId="{8FE5560E-E352-4DEE-8EBA-694459070AD4}" dt="2023-03-08T06:23:43.954" v="3110" actId="1076"/>
          <ac:cxnSpMkLst>
            <pc:docMk/>
            <pc:sldMk cId="2562579849" sldId="541"/>
            <ac:cxnSpMk id="48" creationId="{E01B6E65-2E8F-1C05-B079-0A5586585357}"/>
          </ac:cxnSpMkLst>
        </pc:cxnChg>
        <pc:cxnChg chg="add mod">
          <ac:chgData name="徐志嘉" userId="4f4e22b3-2ff2-4e81-a7cc-1ce68c8c1bc8" providerId="ADAL" clId="{8FE5560E-E352-4DEE-8EBA-694459070AD4}" dt="2023-03-08T06:30:49.014" v="3190" actId="1037"/>
          <ac:cxnSpMkLst>
            <pc:docMk/>
            <pc:sldMk cId="2562579849" sldId="541"/>
            <ac:cxnSpMk id="54" creationId="{0691470C-719F-4094-98B0-678CC76C4660}"/>
          </ac:cxnSpMkLst>
        </pc:cxnChg>
        <pc:cxnChg chg="add mod">
          <ac:chgData name="徐志嘉" userId="4f4e22b3-2ff2-4e81-a7cc-1ce68c8c1bc8" providerId="ADAL" clId="{8FE5560E-E352-4DEE-8EBA-694459070AD4}" dt="2023-03-08T06:30:49.014" v="3190" actId="1037"/>
          <ac:cxnSpMkLst>
            <pc:docMk/>
            <pc:sldMk cId="2562579849" sldId="541"/>
            <ac:cxnSpMk id="55" creationId="{56532040-2577-AC6E-9B89-AEA3943A3E47}"/>
          </ac:cxnSpMkLst>
        </pc:cxnChg>
        <pc:cxnChg chg="add mod">
          <ac:chgData name="徐志嘉" userId="4f4e22b3-2ff2-4e81-a7cc-1ce68c8c1bc8" providerId="ADAL" clId="{8FE5560E-E352-4DEE-8EBA-694459070AD4}" dt="2023-03-08T06:30:49.014" v="3190" actId="1037"/>
          <ac:cxnSpMkLst>
            <pc:docMk/>
            <pc:sldMk cId="2562579849" sldId="541"/>
            <ac:cxnSpMk id="59" creationId="{F49411DE-0EC4-44C3-44BA-C4BE76F633DC}"/>
          </ac:cxnSpMkLst>
        </pc:cxnChg>
        <pc:cxnChg chg="add mod">
          <ac:chgData name="徐志嘉" userId="4f4e22b3-2ff2-4e81-a7cc-1ce68c8c1bc8" providerId="ADAL" clId="{8FE5560E-E352-4DEE-8EBA-694459070AD4}" dt="2023-03-08T06:30:49.014" v="3190" actId="1037"/>
          <ac:cxnSpMkLst>
            <pc:docMk/>
            <pc:sldMk cId="2562579849" sldId="541"/>
            <ac:cxnSpMk id="61" creationId="{07F7583B-6A05-2995-AE56-054513D3A140}"/>
          </ac:cxnSpMkLst>
        </pc:cxnChg>
        <pc:cxnChg chg="add mod">
          <ac:chgData name="徐志嘉" userId="4f4e22b3-2ff2-4e81-a7cc-1ce68c8c1bc8" providerId="ADAL" clId="{8FE5560E-E352-4DEE-8EBA-694459070AD4}" dt="2023-03-08T06:30:49.014" v="3190" actId="1037"/>
          <ac:cxnSpMkLst>
            <pc:docMk/>
            <pc:sldMk cId="2562579849" sldId="541"/>
            <ac:cxnSpMk id="62" creationId="{05FFE06C-193C-5602-8305-E36515258A4A}"/>
          </ac:cxnSpMkLst>
        </pc:cxnChg>
        <pc:cxnChg chg="add mod">
          <ac:chgData name="徐志嘉" userId="4f4e22b3-2ff2-4e81-a7cc-1ce68c8c1bc8" providerId="ADAL" clId="{8FE5560E-E352-4DEE-8EBA-694459070AD4}" dt="2023-03-08T06:30:49.014" v="3190" actId="1037"/>
          <ac:cxnSpMkLst>
            <pc:docMk/>
            <pc:sldMk cId="2562579849" sldId="541"/>
            <ac:cxnSpMk id="63" creationId="{1B461275-7399-D44C-225B-7DDF5C4500F3}"/>
          </ac:cxnSpMkLst>
        </pc:cxnChg>
        <pc:cxnChg chg="add mod">
          <ac:chgData name="徐志嘉" userId="4f4e22b3-2ff2-4e81-a7cc-1ce68c8c1bc8" providerId="ADAL" clId="{8FE5560E-E352-4DEE-8EBA-694459070AD4}" dt="2023-03-08T06:30:49.014" v="3190" actId="1037"/>
          <ac:cxnSpMkLst>
            <pc:docMk/>
            <pc:sldMk cId="2562579849" sldId="541"/>
            <ac:cxnSpMk id="64" creationId="{CD9F9E6D-54EE-A9D5-03A2-DE69EF53C484}"/>
          </ac:cxnSpMkLst>
        </pc:cxnChg>
        <pc:cxnChg chg="add mod">
          <ac:chgData name="徐志嘉" userId="4f4e22b3-2ff2-4e81-a7cc-1ce68c8c1bc8" providerId="ADAL" clId="{8FE5560E-E352-4DEE-8EBA-694459070AD4}" dt="2023-03-08T06:30:49.014" v="3190" actId="1037"/>
          <ac:cxnSpMkLst>
            <pc:docMk/>
            <pc:sldMk cId="2562579849" sldId="541"/>
            <ac:cxnSpMk id="65" creationId="{C99AFC29-8AEF-BC81-0468-1CDE29BDD1B8}"/>
          </ac:cxnSpMkLst>
        </pc:cxnChg>
        <pc:cxnChg chg="add mod">
          <ac:chgData name="徐志嘉" userId="4f4e22b3-2ff2-4e81-a7cc-1ce68c8c1bc8" providerId="ADAL" clId="{8FE5560E-E352-4DEE-8EBA-694459070AD4}" dt="2023-03-08T06:30:49.014" v="3190" actId="1037"/>
          <ac:cxnSpMkLst>
            <pc:docMk/>
            <pc:sldMk cId="2562579849" sldId="541"/>
            <ac:cxnSpMk id="66" creationId="{9C2E43E0-E03C-1644-5AC9-167994862979}"/>
          </ac:cxnSpMkLst>
        </pc:cxnChg>
        <pc:cxnChg chg="add mod">
          <ac:chgData name="徐志嘉" userId="4f4e22b3-2ff2-4e81-a7cc-1ce68c8c1bc8" providerId="ADAL" clId="{8FE5560E-E352-4DEE-8EBA-694459070AD4}" dt="2023-03-08T06:30:49.014" v="3190" actId="1037"/>
          <ac:cxnSpMkLst>
            <pc:docMk/>
            <pc:sldMk cId="2562579849" sldId="541"/>
            <ac:cxnSpMk id="67" creationId="{8EA70989-4229-4850-D31E-57BD3BA29796}"/>
          </ac:cxnSpMkLst>
        </pc:cxnChg>
        <pc:cxnChg chg="add mod">
          <ac:chgData name="徐志嘉" userId="4f4e22b3-2ff2-4e81-a7cc-1ce68c8c1bc8" providerId="ADAL" clId="{8FE5560E-E352-4DEE-8EBA-694459070AD4}" dt="2023-03-08T06:30:49.014" v="3190" actId="1037"/>
          <ac:cxnSpMkLst>
            <pc:docMk/>
            <pc:sldMk cId="2562579849" sldId="541"/>
            <ac:cxnSpMk id="68" creationId="{F268DA27-B198-0913-FD04-872A8B8ED6A4}"/>
          </ac:cxnSpMkLst>
        </pc:cxnChg>
        <pc:cxnChg chg="add mod">
          <ac:chgData name="徐志嘉" userId="4f4e22b3-2ff2-4e81-a7cc-1ce68c8c1bc8" providerId="ADAL" clId="{8FE5560E-E352-4DEE-8EBA-694459070AD4}" dt="2023-03-08T06:30:49.014" v="3190" actId="1037"/>
          <ac:cxnSpMkLst>
            <pc:docMk/>
            <pc:sldMk cId="2562579849" sldId="541"/>
            <ac:cxnSpMk id="70" creationId="{C9AE7B21-1F56-07A3-FB1A-76781F8220A3}"/>
          </ac:cxnSpMkLst>
        </pc:cxnChg>
        <pc:cxnChg chg="add mod">
          <ac:chgData name="徐志嘉" userId="4f4e22b3-2ff2-4e81-a7cc-1ce68c8c1bc8" providerId="ADAL" clId="{8FE5560E-E352-4DEE-8EBA-694459070AD4}" dt="2023-03-08T06:30:49.014" v="3190" actId="1037"/>
          <ac:cxnSpMkLst>
            <pc:docMk/>
            <pc:sldMk cId="2562579849" sldId="541"/>
            <ac:cxnSpMk id="74" creationId="{CFB7615F-334A-697A-BB3D-E467A940EDC5}"/>
          </ac:cxnSpMkLst>
        </pc:cxnChg>
        <pc:cxnChg chg="add mod">
          <ac:chgData name="徐志嘉" userId="4f4e22b3-2ff2-4e81-a7cc-1ce68c8c1bc8" providerId="ADAL" clId="{8FE5560E-E352-4DEE-8EBA-694459070AD4}" dt="2023-03-08T06:30:49.014" v="3190" actId="1037"/>
          <ac:cxnSpMkLst>
            <pc:docMk/>
            <pc:sldMk cId="2562579849" sldId="541"/>
            <ac:cxnSpMk id="78" creationId="{4670E1DE-E4D0-3056-1579-7D4309B35693}"/>
          </ac:cxnSpMkLst>
        </pc:cxnChg>
      </pc:sldChg>
      <pc:sldChg chg="delSp modSp add mod chgLayout modNotesTx">
        <pc:chgData name="徐志嘉" userId="4f4e22b3-2ff2-4e81-a7cc-1ce68c8c1bc8" providerId="ADAL" clId="{8FE5560E-E352-4DEE-8EBA-694459070AD4}" dt="2023-03-09T07:06:49.077" v="6672" actId="20577"/>
        <pc:sldMkLst>
          <pc:docMk/>
          <pc:sldMk cId="2417296658" sldId="542"/>
        </pc:sldMkLst>
        <pc:spChg chg="mod ord">
          <ac:chgData name="徐志嘉" userId="4f4e22b3-2ff2-4e81-a7cc-1ce68c8c1bc8" providerId="ADAL" clId="{8FE5560E-E352-4DEE-8EBA-694459070AD4}" dt="2023-03-08T06:47:17.346" v="3638" actId="20577"/>
          <ac:spMkLst>
            <pc:docMk/>
            <pc:sldMk cId="2417296658" sldId="542"/>
            <ac:spMk id="2" creationId="{187BB9EF-22BF-F3C0-222A-2214D74ACE7B}"/>
          </ac:spMkLst>
        </pc:spChg>
        <pc:spChg chg="mod ord">
          <ac:chgData name="徐志嘉" userId="4f4e22b3-2ff2-4e81-a7cc-1ce68c8c1bc8" providerId="ADAL" clId="{8FE5560E-E352-4DEE-8EBA-694459070AD4}" dt="2023-03-09T07:06:49.077" v="6672" actId="20577"/>
          <ac:spMkLst>
            <pc:docMk/>
            <pc:sldMk cId="2417296658" sldId="542"/>
            <ac:spMk id="3" creationId="{6F1D20FD-C3BE-019A-AD3F-B82D0335D67D}"/>
          </ac:spMkLst>
        </pc:spChg>
        <pc:spChg chg="del">
          <ac:chgData name="徐志嘉" userId="4f4e22b3-2ff2-4e81-a7cc-1ce68c8c1bc8" providerId="ADAL" clId="{8FE5560E-E352-4DEE-8EBA-694459070AD4}" dt="2023-03-08T06:39:28.854" v="3350" actId="478"/>
          <ac:spMkLst>
            <pc:docMk/>
            <pc:sldMk cId="2417296658" sldId="542"/>
            <ac:spMk id="7" creationId="{61646ACE-1965-B239-8F9A-6CDF9EEF9143}"/>
          </ac:spMkLst>
        </pc:spChg>
        <pc:spChg chg="del">
          <ac:chgData name="徐志嘉" userId="4f4e22b3-2ff2-4e81-a7cc-1ce68c8c1bc8" providerId="ADAL" clId="{8FE5560E-E352-4DEE-8EBA-694459070AD4}" dt="2023-03-08T06:39:28.854" v="3350" actId="478"/>
          <ac:spMkLst>
            <pc:docMk/>
            <pc:sldMk cId="2417296658" sldId="542"/>
            <ac:spMk id="28" creationId="{D78769DB-EDAC-EB98-AFA5-C59AC565231F}"/>
          </ac:spMkLst>
        </pc:spChg>
        <pc:spChg chg="del">
          <ac:chgData name="徐志嘉" userId="4f4e22b3-2ff2-4e81-a7cc-1ce68c8c1bc8" providerId="ADAL" clId="{8FE5560E-E352-4DEE-8EBA-694459070AD4}" dt="2023-03-08T06:39:28.854" v="3350" actId="478"/>
          <ac:spMkLst>
            <pc:docMk/>
            <pc:sldMk cId="2417296658" sldId="542"/>
            <ac:spMk id="29" creationId="{869AB0E8-9E0E-2E61-6189-7FA58A7A3188}"/>
          </ac:spMkLst>
        </pc:spChg>
        <pc:spChg chg="del">
          <ac:chgData name="徐志嘉" userId="4f4e22b3-2ff2-4e81-a7cc-1ce68c8c1bc8" providerId="ADAL" clId="{8FE5560E-E352-4DEE-8EBA-694459070AD4}" dt="2023-03-08T06:39:28.854" v="3350" actId="478"/>
          <ac:spMkLst>
            <pc:docMk/>
            <pc:sldMk cId="2417296658" sldId="542"/>
            <ac:spMk id="32" creationId="{A0A5370A-FE54-6691-E194-39CDE62FD549}"/>
          </ac:spMkLst>
        </pc:spChg>
        <pc:spChg chg="del">
          <ac:chgData name="徐志嘉" userId="4f4e22b3-2ff2-4e81-a7cc-1ce68c8c1bc8" providerId="ADAL" clId="{8FE5560E-E352-4DEE-8EBA-694459070AD4}" dt="2023-03-08T06:39:28.854" v="3350" actId="478"/>
          <ac:spMkLst>
            <pc:docMk/>
            <pc:sldMk cId="2417296658" sldId="542"/>
            <ac:spMk id="33" creationId="{9360010D-FA90-A8D7-4D0C-5CC2B7218528}"/>
          </ac:spMkLst>
        </pc:spChg>
        <pc:spChg chg="del">
          <ac:chgData name="徐志嘉" userId="4f4e22b3-2ff2-4e81-a7cc-1ce68c8c1bc8" providerId="ADAL" clId="{8FE5560E-E352-4DEE-8EBA-694459070AD4}" dt="2023-03-08T06:39:28.854" v="3350" actId="478"/>
          <ac:spMkLst>
            <pc:docMk/>
            <pc:sldMk cId="2417296658" sldId="542"/>
            <ac:spMk id="34" creationId="{4C06571D-5363-B46B-BCF5-241390D03CF6}"/>
          </ac:spMkLst>
        </pc:spChg>
        <pc:spChg chg="del">
          <ac:chgData name="徐志嘉" userId="4f4e22b3-2ff2-4e81-a7cc-1ce68c8c1bc8" providerId="ADAL" clId="{8FE5560E-E352-4DEE-8EBA-694459070AD4}" dt="2023-03-08T06:39:28.854" v="3350" actId="478"/>
          <ac:spMkLst>
            <pc:docMk/>
            <pc:sldMk cId="2417296658" sldId="542"/>
            <ac:spMk id="36" creationId="{6760D3F0-E738-ECB0-7AE2-7AAA97773600}"/>
          </ac:spMkLst>
        </pc:spChg>
        <pc:spChg chg="del">
          <ac:chgData name="徐志嘉" userId="4f4e22b3-2ff2-4e81-a7cc-1ce68c8c1bc8" providerId="ADAL" clId="{8FE5560E-E352-4DEE-8EBA-694459070AD4}" dt="2023-03-08T06:39:28.854" v="3350" actId="478"/>
          <ac:spMkLst>
            <pc:docMk/>
            <pc:sldMk cId="2417296658" sldId="542"/>
            <ac:spMk id="46" creationId="{F63E0D08-934D-A715-09FC-AD50F85CCD99}"/>
          </ac:spMkLst>
        </pc:spChg>
        <pc:spChg chg="del">
          <ac:chgData name="徐志嘉" userId="4f4e22b3-2ff2-4e81-a7cc-1ce68c8c1bc8" providerId="ADAL" clId="{8FE5560E-E352-4DEE-8EBA-694459070AD4}" dt="2023-03-08T06:39:28.854" v="3350" actId="478"/>
          <ac:spMkLst>
            <pc:docMk/>
            <pc:sldMk cId="2417296658" sldId="542"/>
            <ac:spMk id="47" creationId="{9BE167CA-90DD-2DF3-A262-051E8CFD0E8B}"/>
          </ac:spMkLst>
        </pc:spChg>
        <pc:spChg chg="del">
          <ac:chgData name="徐志嘉" userId="4f4e22b3-2ff2-4e81-a7cc-1ce68c8c1bc8" providerId="ADAL" clId="{8FE5560E-E352-4DEE-8EBA-694459070AD4}" dt="2023-03-08T06:39:28.854" v="3350" actId="478"/>
          <ac:spMkLst>
            <pc:docMk/>
            <pc:sldMk cId="2417296658" sldId="542"/>
            <ac:spMk id="49" creationId="{BFA8B026-21E0-5FFB-C5C4-3168CDEAACCE}"/>
          </ac:spMkLst>
        </pc:spChg>
        <pc:spChg chg="del">
          <ac:chgData name="徐志嘉" userId="4f4e22b3-2ff2-4e81-a7cc-1ce68c8c1bc8" providerId="ADAL" clId="{8FE5560E-E352-4DEE-8EBA-694459070AD4}" dt="2023-03-08T06:39:28.854" v="3350" actId="478"/>
          <ac:spMkLst>
            <pc:docMk/>
            <pc:sldMk cId="2417296658" sldId="542"/>
            <ac:spMk id="50" creationId="{729169ED-A9F0-3055-29C3-05B318356772}"/>
          </ac:spMkLst>
        </pc:spChg>
        <pc:spChg chg="del">
          <ac:chgData name="徐志嘉" userId="4f4e22b3-2ff2-4e81-a7cc-1ce68c8c1bc8" providerId="ADAL" clId="{8FE5560E-E352-4DEE-8EBA-694459070AD4}" dt="2023-03-08T06:39:28.854" v="3350" actId="478"/>
          <ac:spMkLst>
            <pc:docMk/>
            <pc:sldMk cId="2417296658" sldId="542"/>
            <ac:spMk id="51" creationId="{65C8A20D-A8EB-9232-AB32-DFDF0B1996DD}"/>
          </ac:spMkLst>
        </pc:spChg>
        <pc:spChg chg="del">
          <ac:chgData name="徐志嘉" userId="4f4e22b3-2ff2-4e81-a7cc-1ce68c8c1bc8" providerId="ADAL" clId="{8FE5560E-E352-4DEE-8EBA-694459070AD4}" dt="2023-03-08T06:39:28.854" v="3350" actId="478"/>
          <ac:spMkLst>
            <pc:docMk/>
            <pc:sldMk cId="2417296658" sldId="542"/>
            <ac:spMk id="52" creationId="{C9F6A675-90BE-FDE9-A0C2-4E44DF1AB7A6}"/>
          </ac:spMkLst>
        </pc:spChg>
        <pc:spChg chg="del">
          <ac:chgData name="徐志嘉" userId="4f4e22b3-2ff2-4e81-a7cc-1ce68c8c1bc8" providerId="ADAL" clId="{8FE5560E-E352-4DEE-8EBA-694459070AD4}" dt="2023-03-08T06:39:28.854" v="3350" actId="478"/>
          <ac:spMkLst>
            <pc:docMk/>
            <pc:sldMk cId="2417296658" sldId="542"/>
            <ac:spMk id="53" creationId="{AA8E7DFF-B7A1-2088-92B1-59C6C15F0479}"/>
          </ac:spMkLst>
        </pc:spChg>
        <pc:spChg chg="del">
          <ac:chgData name="徐志嘉" userId="4f4e22b3-2ff2-4e81-a7cc-1ce68c8c1bc8" providerId="ADAL" clId="{8FE5560E-E352-4DEE-8EBA-694459070AD4}" dt="2023-03-08T06:39:28.854" v="3350" actId="478"/>
          <ac:spMkLst>
            <pc:docMk/>
            <pc:sldMk cId="2417296658" sldId="542"/>
            <ac:spMk id="56" creationId="{303ADB1F-9C2C-6304-54A9-264BA213C0C7}"/>
          </ac:spMkLst>
        </pc:spChg>
        <pc:spChg chg="del">
          <ac:chgData name="徐志嘉" userId="4f4e22b3-2ff2-4e81-a7cc-1ce68c8c1bc8" providerId="ADAL" clId="{8FE5560E-E352-4DEE-8EBA-694459070AD4}" dt="2023-03-08T06:39:28.854" v="3350" actId="478"/>
          <ac:spMkLst>
            <pc:docMk/>
            <pc:sldMk cId="2417296658" sldId="542"/>
            <ac:spMk id="57" creationId="{D899B68D-9298-857D-58FF-22738E442446}"/>
          </ac:spMkLst>
        </pc:spChg>
        <pc:spChg chg="del">
          <ac:chgData name="徐志嘉" userId="4f4e22b3-2ff2-4e81-a7cc-1ce68c8c1bc8" providerId="ADAL" clId="{8FE5560E-E352-4DEE-8EBA-694459070AD4}" dt="2023-03-08T06:39:28.854" v="3350" actId="478"/>
          <ac:spMkLst>
            <pc:docMk/>
            <pc:sldMk cId="2417296658" sldId="542"/>
            <ac:spMk id="58" creationId="{B5CDF883-5EC8-BBCE-D36A-A0739BC146D2}"/>
          </ac:spMkLst>
        </pc:spChg>
        <pc:spChg chg="del">
          <ac:chgData name="徐志嘉" userId="4f4e22b3-2ff2-4e81-a7cc-1ce68c8c1bc8" providerId="ADAL" clId="{8FE5560E-E352-4DEE-8EBA-694459070AD4}" dt="2023-03-08T06:39:28.854" v="3350" actId="478"/>
          <ac:spMkLst>
            <pc:docMk/>
            <pc:sldMk cId="2417296658" sldId="542"/>
            <ac:spMk id="60" creationId="{4257CC59-03D3-7306-6971-BFD700BA7A4D}"/>
          </ac:spMkLst>
        </pc:spChg>
        <pc:spChg chg="del">
          <ac:chgData name="徐志嘉" userId="4f4e22b3-2ff2-4e81-a7cc-1ce68c8c1bc8" providerId="ADAL" clId="{8FE5560E-E352-4DEE-8EBA-694459070AD4}" dt="2023-03-08T06:39:28.854" v="3350" actId="478"/>
          <ac:spMkLst>
            <pc:docMk/>
            <pc:sldMk cId="2417296658" sldId="542"/>
            <ac:spMk id="69" creationId="{B003DAEA-A82D-CE79-6DEA-9883D345B46F}"/>
          </ac:spMkLst>
        </pc:spChg>
        <pc:spChg chg="del">
          <ac:chgData name="徐志嘉" userId="4f4e22b3-2ff2-4e81-a7cc-1ce68c8c1bc8" providerId="ADAL" clId="{8FE5560E-E352-4DEE-8EBA-694459070AD4}" dt="2023-03-08T06:39:28.854" v="3350" actId="478"/>
          <ac:spMkLst>
            <pc:docMk/>
            <pc:sldMk cId="2417296658" sldId="542"/>
            <ac:spMk id="71" creationId="{E69E4764-64AF-0344-EE4F-26B8019D9A47}"/>
          </ac:spMkLst>
        </pc:spChg>
        <pc:spChg chg="del">
          <ac:chgData name="徐志嘉" userId="4f4e22b3-2ff2-4e81-a7cc-1ce68c8c1bc8" providerId="ADAL" clId="{8FE5560E-E352-4DEE-8EBA-694459070AD4}" dt="2023-03-08T06:39:28.854" v="3350" actId="478"/>
          <ac:spMkLst>
            <pc:docMk/>
            <pc:sldMk cId="2417296658" sldId="542"/>
            <ac:spMk id="72" creationId="{C02D20A9-775B-6089-867A-CD945933C1EC}"/>
          </ac:spMkLst>
        </pc:spChg>
        <pc:spChg chg="del">
          <ac:chgData name="徐志嘉" userId="4f4e22b3-2ff2-4e81-a7cc-1ce68c8c1bc8" providerId="ADAL" clId="{8FE5560E-E352-4DEE-8EBA-694459070AD4}" dt="2023-03-08T06:39:28.854" v="3350" actId="478"/>
          <ac:spMkLst>
            <pc:docMk/>
            <pc:sldMk cId="2417296658" sldId="542"/>
            <ac:spMk id="73" creationId="{7AD266CA-08EB-193C-663E-0759B8E4F2B1}"/>
          </ac:spMkLst>
        </pc:spChg>
        <pc:spChg chg="del">
          <ac:chgData name="徐志嘉" userId="4f4e22b3-2ff2-4e81-a7cc-1ce68c8c1bc8" providerId="ADAL" clId="{8FE5560E-E352-4DEE-8EBA-694459070AD4}" dt="2023-03-08T06:39:28.854" v="3350" actId="478"/>
          <ac:spMkLst>
            <pc:docMk/>
            <pc:sldMk cId="2417296658" sldId="542"/>
            <ac:spMk id="75" creationId="{4CB19C97-5FB2-7224-2BA5-D46986D3EB6F}"/>
          </ac:spMkLst>
        </pc:spChg>
        <pc:spChg chg="del">
          <ac:chgData name="徐志嘉" userId="4f4e22b3-2ff2-4e81-a7cc-1ce68c8c1bc8" providerId="ADAL" clId="{8FE5560E-E352-4DEE-8EBA-694459070AD4}" dt="2023-03-08T06:39:28.854" v="3350" actId="478"/>
          <ac:spMkLst>
            <pc:docMk/>
            <pc:sldMk cId="2417296658" sldId="542"/>
            <ac:spMk id="81" creationId="{B582E399-8041-83FC-C03C-862CC13E122E}"/>
          </ac:spMkLst>
        </pc:spChg>
        <pc:cxnChg chg="del mod">
          <ac:chgData name="徐志嘉" userId="4f4e22b3-2ff2-4e81-a7cc-1ce68c8c1bc8" providerId="ADAL" clId="{8FE5560E-E352-4DEE-8EBA-694459070AD4}" dt="2023-03-08T06:39:28.854" v="3350" actId="478"/>
          <ac:cxnSpMkLst>
            <pc:docMk/>
            <pc:sldMk cId="2417296658" sldId="542"/>
            <ac:cxnSpMk id="30" creationId="{8D39CCBD-92B6-040F-3016-16C17590FB7D}"/>
          </ac:cxnSpMkLst>
        </pc:cxnChg>
        <pc:cxnChg chg="del mod">
          <ac:chgData name="徐志嘉" userId="4f4e22b3-2ff2-4e81-a7cc-1ce68c8c1bc8" providerId="ADAL" clId="{8FE5560E-E352-4DEE-8EBA-694459070AD4}" dt="2023-03-08T06:39:28.854" v="3350" actId="478"/>
          <ac:cxnSpMkLst>
            <pc:docMk/>
            <pc:sldMk cId="2417296658" sldId="542"/>
            <ac:cxnSpMk id="31" creationId="{C6EE54E2-8075-C9A7-AC43-7B5F45C16129}"/>
          </ac:cxnSpMkLst>
        </pc:cxnChg>
        <pc:cxnChg chg="del mod">
          <ac:chgData name="徐志嘉" userId="4f4e22b3-2ff2-4e81-a7cc-1ce68c8c1bc8" providerId="ADAL" clId="{8FE5560E-E352-4DEE-8EBA-694459070AD4}" dt="2023-03-08T06:39:28.854" v="3350" actId="478"/>
          <ac:cxnSpMkLst>
            <pc:docMk/>
            <pc:sldMk cId="2417296658" sldId="542"/>
            <ac:cxnSpMk id="35" creationId="{6A30DA08-B7CA-E83D-ACA6-6DFB37389E0D}"/>
          </ac:cxnSpMkLst>
        </pc:cxnChg>
        <pc:cxnChg chg="del mod">
          <ac:chgData name="徐志嘉" userId="4f4e22b3-2ff2-4e81-a7cc-1ce68c8c1bc8" providerId="ADAL" clId="{8FE5560E-E352-4DEE-8EBA-694459070AD4}" dt="2023-03-08T06:39:28.854" v="3350" actId="478"/>
          <ac:cxnSpMkLst>
            <pc:docMk/>
            <pc:sldMk cId="2417296658" sldId="542"/>
            <ac:cxnSpMk id="37" creationId="{E5D5C527-5A1C-7031-B789-4817BB43B8F1}"/>
          </ac:cxnSpMkLst>
        </pc:cxnChg>
        <pc:cxnChg chg="del mod">
          <ac:chgData name="徐志嘉" userId="4f4e22b3-2ff2-4e81-a7cc-1ce68c8c1bc8" providerId="ADAL" clId="{8FE5560E-E352-4DEE-8EBA-694459070AD4}" dt="2023-03-08T06:39:28.854" v="3350" actId="478"/>
          <ac:cxnSpMkLst>
            <pc:docMk/>
            <pc:sldMk cId="2417296658" sldId="542"/>
            <ac:cxnSpMk id="38" creationId="{24F27011-53E2-1F06-5FA7-78AD85E0FB5F}"/>
          </ac:cxnSpMkLst>
        </pc:cxnChg>
        <pc:cxnChg chg="del mod">
          <ac:chgData name="徐志嘉" userId="4f4e22b3-2ff2-4e81-a7cc-1ce68c8c1bc8" providerId="ADAL" clId="{8FE5560E-E352-4DEE-8EBA-694459070AD4}" dt="2023-03-08T06:39:28.854" v="3350" actId="478"/>
          <ac:cxnSpMkLst>
            <pc:docMk/>
            <pc:sldMk cId="2417296658" sldId="542"/>
            <ac:cxnSpMk id="39" creationId="{EAD650D8-2431-8D73-D064-8934CAD4F8A1}"/>
          </ac:cxnSpMkLst>
        </pc:cxnChg>
        <pc:cxnChg chg="del mod">
          <ac:chgData name="徐志嘉" userId="4f4e22b3-2ff2-4e81-a7cc-1ce68c8c1bc8" providerId="ADAL" clId="{8FE5560E-E352-4DEE-8EBA-694459070AD4}" dt="2023-03-08T06:39:28.854" v="3350" actId="478"/>
          <ac:cxnSpMkLst>
            <pc:docMk/>
            <pc:sldMk cId="2417296658" sldId="542"/>
            <ac:cxnSpMk id="40" creationId="{D09BE50E-A2FD-1A89-8935-355C7D2214A8}"/>
          </ac:cxnSpMkLst>
        </pc:cxnChg>
        <pc:cxnChg chg="del mod">
          <ac:chgData name="徐志嘉" userId="4f4e22b3-2ff2-4e81-a7cc-1ce68c8c1bc8" providerId="ADAL" clId="{8FE5560E-E352-4DEE-8EBA-694459070AD4}" dt="2023-03-08T06:39:28.854" v="3350" actId="478"/>
          <ac:cxnSpMkLst>
            <pc:docMk/>
            <pc:sldMk cId="2417296658" sldId="542"/>
            <ac:cxnSpMk id="41" creationId="{E8A5E75C-53F3-350A-C188-90D29AFF08B5}"/>
          </ac:cxnSpMkLst>
        </pc:cxnChg>
        <pc:cxnChg chg="del mod">
          <ac:chgData name="徐志嘉" userId="4f4e22b3-2ff2-4e81-a7cc-1ce68c8c1bc8" providerId="ADAL" clId="{8FE5560E-E352-4DEE-8EBA-694459070AD4}" dt="2023-03-08T06:39:28.854" v="3350" actId="478"/>
          <ac:cxnSpMkLst>
            <pc:docMk/>
            <pc:sldMk cId="2417296658" sldId="542"/>
            <ac:cxnSpMk id="42" creationId="{BFE1E741-B3E7-452E-2DEA-A15BFFF478CA}"/>
          </ac:cxnSpMkLst>
        </pc:cxnChg>
        <pc:cxnChg chg="del mod">
          <ac:chgData name="徐志嘉" userId="4f4e22b3-2ff2-4e81-a7cc-1ce68c8c1bc8" providerId="ADAL" clId="{8FE5560E-E352-4DEE-8EBA-694459070AD4}" dt="2023-03-08T06:39:28.854" v="3350" actId="478"/>
          <ac:cxnSpMkLst>
            <pc:docMk/>
            <pc:sldMk cId="2417296658" sldId="542"/>
            <ac:cxnSpMk id="43" creationId="{67562584-248E-E3CE-FE3C-6C3D3F762159}"/>
          </ac:cxnSpMkLst>
        </pc:cxnChg>
        <pc:cxnChg chg="del mod">
          <ac:chgData name="徐志嘉" userId="4f4e22b3-2ff2-4e81-a7cc-1ce68c8c1bc8" providerId="ADAL" clId="{8FE5560E-E352-4DEE-8EBA-694459070AD4}" dt="2023-03-08T06:39:28.854" v="3350" actId="478"/>
          <ac:cxnSpMkLst>
            <pc:docMk/>
            <pc:sldMk cId="2417296658" sldId="542"/>
            <ac:cxnSpMk id="44" creationId="{DCCF88BC-9F4E-18F4-F6E1-504DABCD432D}"/>
          </ac:cxnSpMkLst>
        </pc:cxnChg>
        <pc:cxnChg chg="del">
          <ac:chgData name="徐志嘉" userId="4f4e22b3-2ff2-4e81-a7cc-1ce68c8c1bc8" providerId="ADAL" clId="{8FE5560E-E352-4DEE-8EBA-694459070AD4}" dt="2023-03-08T06:39:28.854" v="3350" actId="478"/>
          <ac:cxnSpMkLst>
            <pc:docMk/>
            <pc:sldMk cId="2417296658" sldId="542"/>
            <ac:cxnSpMk id="48" creationId="{E01B6E65-2E8F-1C05-B079-0A5586585357}"/>
          </ac:cxnSpMkLst>
        </pc:cxnChg>
        <pc:cxnChg chg="del mod">
          <ac:chgData name="徐志嘉" userId="4f4e22b3-2ff2-4e81-a7cc-1ce68c8c1bc8" providerId="ADAL" clId="{8FE5560E-E352-4DEE-8EBA-694459070AD4}" dt="2023-03-08T06:39:28.854" v="3350" actId="478"/>
          <ac:cxnSpMkLst>
            <pc:docMk/>
            <pc:sldMk cId="2417296658" sldId="542"/>
            <ac:cxnSpMk id="54" creationId="{0691470C-719F-4094-98B0-678CC76C4660}"/>
          </ac:cxnSpMkLst>
        </pc:cxnChg>
        <pc:cxnChg chg="del mod">
          <ac:chgData name="徐志嘉" userId="4f4e22b3-2ff2-4e81-a7cc-1ce68c8c1bc8" providerId="ADAL" clId="{8FE5560E-E352-4DEE-8EBA-694459070AD4}" dt="2023-03-08T06:39:28.854" v="3350" actId="478"/>
          <ac:cxnSpMkLst>
            <pc:docMk/>
            <pc:sldMk cId="2417296658" sldId="542"/>
            <ac:cxnSpMk id="55" creationId="{56532040-2577-AC6E-9B89-AEA3943A3E47}"/>
          </ac:cxnSpMkLst>
        </pc:cxnChg>
        <pc:cxnChg chg="del mod">
          <ac:chgData name="徐志嘉" userId="4f4e22b3-2ff2-4e81-a7cc-1ce68c8c1bc8" providerId="ADAL" clId="{8FE5560E-E352-4DEE-8EBA-694459070AD4}" dt="2023-03-08T06:39:28.854" v="3350" actId="478"/>
          <ac:cxnSpMkLst>
            <pc:docMk/>
            <pc:sldMk cId="2417296658" sldId="542"/>
            <ac:cxnSpMk id="59" creationId="{F49411DE-0EC4-44C3-44BA-C4BE76F633DC}"/>
          </ac:cxnSpMkLst>
        </pc:cxnChg>
        <pc:cxnChg chg="del mod">
          <ac:chgData name="徐志嘉" userId="4f4e22b3-2ff2-4e81-a7cc-1ce68c8c1bc8" providerId="ADAL" clId="{8FE5560E-E352-4DEE-8EBA-694459070AD4}" dt="2023-03-08T06:39:28.854" v="3350" actId="478"/>
          <ac:cxnSpMkLst>
            <pc:docMk/>
            <pc:sldMk cId="2417296658" sldId="542"/>
            <ac:cxnSpMk id="61" creationId="{07F7583B-6A05-2995-AE56-054513D3A140}"/>
          </ac:cxnSpMkLst>
        </pc:cxnChg>
        <pc:cxnChg chg="del mod">
          <ac:chgData name="徐志嘉" userId="4f4e22b3-2ff2-4e81-a7cc-1ce68c8c1bc8" providerId="ADAL" clId="{8FE5560E-E352-4DEE-8EBA-694459070AD4}" dt="2023-03-08T06:39:28.854" v="3350" actId="478"/>
          <ac:cxnSpMkLst>
            <pc:docMk/>
            <pc:sldMk cId="2417296658" sldId="542"/>
            <ac:cxnSpMk id="62" creationId="{05FFE06C-193C-5602-8305-E36515258A4A}"/>
          </ac:cxnSpMkLst>
        </pc:cxnChg>
        <pc:cxnChg chg="del mod">
          <ac:chgData name="徐志嘉" userId="4f4e22b3-2ff2-4e81-a7cc-1ce68c8c1bc8" providerId="ADAL" clId="{8FE5560E-E352-4DEE-8EBA-694459070AD4}" dt="2023-03-08T06:39:28.854" v="3350" actId="478"/>
          <ac:cxnSpMkLst>
            <pc:docMk/>
            <pc:sldMk cId="2417296658" sldId="542"/>
            <ac:cxnSpMk id="63" creationId="{1B461275-7399-D44C-225B-7DDF5C4500F3}"/>
          </ac:cxnSpMkLst>
        </pc:cxnChg>
        <pc:cxnChg chg="del mod">
          <ac:chgData name="徐志嘉" userId="4f4e22b3-2ff2-4e81-a7cc-1ce68c8c1bc8" providerId="ADAL" clId="{8FE5560E-E352-4DEE-8EBA-694459070AD4}" dt="2023-03-08T06:39:28.854" v="3350" actId="478"/>
          <ac:cxnSpMkLst>
            <pc:docMk/>
            <pc:sldMk cId="2417296658" sldId="542"/>
            <ac:cxnSpMk id="64" creationId="{CD9F9E6D-54EE-A9D5-03A2-DE69EF53C484}"/>
          </ac:cxnSpMkLst>
        </pc:cxnChg>
        <pc:cxnChg chg="del mod">
          <ac:chgData name="徐志嘉" userId="4f4e22b3-2ff2-4e81-a7cc-1ce68c8c1bc8" providerId="ADAL" clId="{8FE5560E-E352-4DEE-8EBA-694459070AD4}" dt="2023-03-08T06:39:28.854" v="3350" actId="478"/>
          <ac:cxnSpMkLst>
            <pc:docMk/>
            <pc:sldMk cId="2417296658" sldId="542"/>
            <ac:cxnSpMk id="65" creationId="{C99AFC29-8AEF-BC81-0468-1CDE29BDD1B8}"/>
          </ac:cxnSpMkLst>
        </pc:cxnChg>
        <pc:cxnChg chg="del mod">
          <ac:chgData name="徐志嘉" userId="4f4e22b3-2ff2-4e81-a7cc-1ce68c8c1bc8" providerId="ADAL" clId="{8FE5560E-E352-4DEE-8EBA-694459070AD4}" dt="2023-03-08T06:39:28.854" v="3350" actId="478"/>
          <ac:cxnSpMkLst>
            <pc:docMk/>
            <pc:sldMk cId="2417296658" sldId="542"/>
            <ac:cxnSpMk id="66" creationId="{9C2E43E0-E03C-1644-5AC9-167994862979}"/>
          </ac:cxnSpMkLst>
        </pc:cxnChg>
        <pc:cxnChg chg="del mod">
          <ac:chgData name="徐志嘉" userId="4f4e22b3-2ff2-4e81-a7cc-1ce68c8c1bc8" providerId="ADAL" clId="{8FE5560E-E352-4DEE-8EBA-694459070AD4}" dt="2023-03-08T06:39:28.854" v="3350" actId="478"/>
          <ac:cxnSpMkLst>
            <pc:docMk/>
            <pc:sldMk cId="2417296658" sldId="542"/>
            <ac:cxnSpMk id="67" creationId="{8EA70989-4229-4850-D31E-57BD3BA29796}"/>
          </ac:cxnSpMkLst>
        </pc:cxnChg>
        <pc:cxnChg chg="del mod">
          <ac:chgData name="徐志嘉" userId="4f4e22b3-2ff2-4e81-a7cc-1ce68c8c1bc8" providerId="ADAL" clId="{8FE5560E-E352-4DEE-8EBA-694459070AD4}" dt="2023-03-08T06:39:28.854" v="3350" actId="478"/>
          <ac:cxnSpMkLst>
            <pc:docMk/>
            <pc:sldMk cId="2417296658" sldId="542"/>
            <ac:cxnSpMk id="68" creationId="{F268DA27-B198-0913-FD04-872A8B8ED6A4}"/>
          </ac:cxnSpMkLst>
        </pc:cxnChg>
        <pc:cxnChg chg="del">
          <ac:chgData name="徐志嘉" userId="4f4e22b3-2ff2-4e81-a7cc-1ce68c8c1bc8" providerId="ADAL" clId="{8FE5560E-E352-4DEE-8EBA-694459070AD4}" dt="2023-03-08T06:39:28.854" v="3350" actId="478"/>
          <ac:cxnSpMkLst>
            <pc:docMk/>
            <pc:sldMk cId="2417296658" sldId="542"/>
            <ac:cxnSpMk id="70" creationId="{C9AE7B21-1F56-07A3-FB1A-76781F8220A3}"/>
          </ac:cxnSpMkLst>
        </pc:cxnChg>
        <pc:cxnChg chg="del mod">
          <ac:chgData name="徐志嘉" userId="4f4e22b3-2ff2-4e81-a7cc-1ce68c8c1bc8" providerId="ADAL" clId="{8FE5560E-E352-4DEE-8EBA-694459070AD4}" dt="2023-03-08T06:39:28.854" v="3350" actId="478"/>
          <ac:cxnSpMkLst>
            <pc:docMk/>
            <pc:sldMk cId="2417296658" sldId="542"/>
            <ac:cxnSpMk id="74" creationId="{CFB7615F-334A-697A-BB3D-E467A940EDC5}"/>
          </ac:cxnSpMkLst>
        </pc:cxnChg>
        <pc:cxnChg chg="del mod">
          <ac:chgData name="徐志嘉" userId="4f4e22b3-2ff2-4e81-a7cc-1ce68c8c1bc8" providerId="ADAL" clId="{8FE5560E-E352-4DEE-8EBA-694459070AD4}" dt="2023-03-08T06:39:28.854" v="3350" actId="478"/>
          <ac:cxnSpMkLst>
            <pc:docMk/>
            <pc:sldMk cId="2417296658" sldId="542"/>
            <ac:cxnSpMk id="78" creationId="{4670E1DE-E4D0-3056-1579-7D4309B35693}"/>
          </ac:cxnSpMkLst>
        </pc:cxnChg>
      </pc:sldChg>
      <pc:sldChg chg="addSp delSp modSp new mod chgLayout">
        <pc:chgData name="徐志嘉" userId="4f4e22b3-2ff2-4e81-a7cc-1ce68c8c1bc8" providerId="ADAL" clId="{8FE5560E-E352-4DEE-8EBA-694459070AD4}" dt="2023-03-08T15:52:14.314" v="4824" actId="1036"/>
        <pc:sldMkLst>
          <pc:docMk/>
          <pc:sldMk cId="3300008049" sldId="543"/>
        </pc:sldMkLst>
        <pc:spChg chg="mod ord">
          <ac:chgData name="徐志嘉" userId="4f4e22b3-2ff2-4e81-a7cc-1ce68c8c1bc8" providerId="ADAL" clId="{8FE5560E-E352-4DEE-8EBA-694459070AD4}" dt="2023-03-08T07:21:52.946" v="3902" actId="20577"/>
          <ac:spMkLst>
            <pc:docMk/>
            <pc:sldMk cId="3300008049" sldId="543"/>
            <ac:spMk id="2" creationId="{8ABE91D9-3D65-1923-211C-FE5ECEDF0CAE}"/>
          </ac:spMkLst>
        </pc:spChg>
        <pc:spChg chg="del">
          <ac:chgData name="徐志嘉" userId="4f4e22b3-2ff2-4e81-a7cc-1ce68c8c1bc8" providerId="ADAL" clId="{8FE5560E-E352-4DEE-8EBA-694459070AD4}" dt="2023-03-08T06:59:49.204" v="3690" actId="22"/>
          <ac:spMkLst>
            <pc:docMk/>
            <pc:sldMk cId="3300008049" sldId="543"/>
            <ac:spMk id="3" creationId="{2ECBC7D4-4D98-ADEA-AA74-0D9A2F3F59BE}"/>
          </ac:spMkLst>
        </pc:spChg>
        <pc:spChg chg="add del mod">
          <ac:chgData name="徐志嘉" userId="4f4e22b3-2ff2-4e81-a7cc-1ce68c8c1bc8" providerId="ADAL" clId="{8FE5560E-E352-4DEE-8EBA-694459070AD4}" dt="2023-03-08T07:18:37.004" v="3870" actId="478"/>
          <ac:spMkLst>
            <pc:docMk/>
            <pc:sldMk cId="3300008049" sldId="543"/>
            <ac:spMk id="6" creationId="{11453EFF-5EA8-1967-7CB5-D2D049715802}"/>
          </ac:spMkLst>
        </pc:spChg>
        <pc:spChg chg="add del mod">
          <ac:chgData name="徐志嘉" userId="4f4e22b3-2ff2-4e81-a7cc-1ce68c8c1bc8" providerId="ADAL" clId="{8FE5560E-E352-4DEE-8EBA-694459070AD4}" dt="2023-03-08T07:18:35.650" v="3869" actId="478"/>
          <ac:spMkLst>
            <pc:docMk/>
            <pc:sldMk cId="3300008049" sldId="543"/>
            <ac:spMk id="7" creationId="{72621C61-69E9-720B-C1E1-53D216548CB3}"/>
          </ac:spMkLst>
        </pc:spChg>
        <pc:spChg chg="add del mod">
          <ac:chgData name="徐志嘉" userId="4f4e22b3-2ff2-4e81-a7cc-1ce68c8c1bc8" providerId="ADAL" clId="{8FE5560E-E352-4DEE-8EBA-694459070AD4}" dt="2023-03-08T07:18:24.940" v="3865" actId="478"/>
          <ac:spMkLst>
            <pc:docMk/>
            <pc:sldMk cId="3300008049" sldId="543"/>
            <ac:spMk id="8" creationId="{78397C75-80D4-563D-87E3-0A709A47B9A0}"/>
          </ac:spMkLst>
        </pc:spChg>
        <pc:spChg chg="add del mod">
          <ac:chgData name="徐志嘉" userId="4f4e22b3-2ff2-4e81-a7cc-1ce68c8c1bc8" providerId="ADAL" clId="{8FE5560E-E352-4DEE-8EBA-694459070AD4}" dt="2023-03-08T07:18:33.495" v="3868" actId="478"/>
          <ac:spMkLst>
            <pc:docMk/>
            <pc:sldMk cId="3300008049" sldId="543"/>
            <ac:spMk id="10" creationId="{460F099F-3C9E-91A9-9D0A-F06D7873A96E}"/>
          </ac:spMkLst>
        </pc:spChg>
        <pc:spChg chg="add del mod ord">
          <ac:chgData name="徐志嘉" userId="4f4e22b3-2ff2-4e81-a7cc-1ce68c8c1bc8" providerId="ADAL" clId="{8FE5560E-E352-4DEE-8EBA-694459070AD4}" dt="2023-03-08T07:33:45.128" v="3907"/>
          <ac:spMkLst>
            <pc:docMk/>
            <pc:sldMk cId="3300008049" sldId="543"/>
            <ac:spMk id="11" creationId="{4E6D441B-2A8C-F2B4-6F74-F8B86B892FF5}"/>
          </ac:spMkLst>
        </pc:spChg>
        <pc:spChg chg="add mod">
          <ac:chgData name="徐志嘉" userId="4f4e22b3-2ff2-4e81-a7cc-1ce68c8c1bc8" providerId="ADAL" clId="{8FE5560E-E352-4DEE-8EBA-694459070AD4}" dt="2023-03-08T15:52:06.604" v="4802" actId="20577"/>
          <ac:spMkLst>
            <pc:docMk/>
            <pc:sldMk cId="3300008049" sldId="543"/>
            <ac:spMk id="14" creationId="{0E229606-7C83-DA08-5CBB-4C52B22904AD}"/>
          </ac:spMkLst>
        </pc:spChg>
        <pc:picChg chg="add del mod ord">
          <ac:chgData name="徐志嘉" userId="4f4e22b3-2ff2-4e81-a7cc-1ce68c8c1bc8" providerId="ADAL" clId="{8FE5560E-E352-4DEE-8EBA-694459070AD4}" dt="2023-03-08T07:18:25.504" v="3866" actId="478"/>
          <ac:picMkLst>
            <pc:docMk/>
            <pc:sldMk cId="3300008049" sldId="543"/>
            <ac:picMk id="5" creationId="{74ECA210-5613-22F5-2F19-CBD82382A567}"/>
          </ac:picMkLst>
        </pc:picChg>
        <pc:picChg chg="add del mod">
          <ac:chgData name="徐志嘉" userId="4f4e22b3-2ff2-4e81-a7cc-1ce68c8c1bc8" providerId="ADAL" clId="{8FE5560E-E352-4DEE-8EBA-694459070AD4}" dt="2023-03-08T15:51:19.753" v="4708" actId="21"/>
          <ac:picMkLst>
            <pc:docMk/>
            <pc:sldMk cId="3300008049" sldId="543"/>
            <ac:picMk id="12" creationId="{07421378-7E13-E31D-471A-AE800D12F0B5}"/>
          </ac:picMkLst>
        </pc:picChg>
        <pc:picChg chg="add mod">
          <ac:chgData name="徐志嘉" userId="4f4e22b3-2ff2-4e81-a7cc-1ce68c8c1bc8" providerId="ADAL" clId="{8FE5560E-E352-4DEE-8EBA-694459070AD4}" dt="2023-03-08T15:52:14.314" v="4824" actId="1036"/>
          <ac:picMkLst>
            <pc:docMk/>
            <pc:sldMk cId="3300008049" sldId="543"/>
            <ac:picMk id="15" creationId="{997037E4-D467-6CDC-C539-9D85D060901B}"/>
          </ac:picMkLst>
        </pc:picChg>
      </pc:sldChg>
      <pc:sldChg chg="addSp delSp modSp add del mod modShow">
        <pc:chgData name="徐志嘉" userId="4f4e22b3-2ff2-4e81-a7cc-1ce68c8c1bc8" providerId="ADAL" clId="{8FE5560E-E352-4DEE-8EBA-694459070AD4}" dt="2023-03-09T06:36:16.747" v="6082" actId="2696"/>
        <pc:sldMkLst>
          <pc:docMk/>
          <pc:sldMk cId="3142767756" sldId="544"/>
        </pc:sldMkLst>
        <pc:spChg chg="mod">
          <ac:chgData name="徐志嘉" userId="4f4e22b3-2ff2-4e81-a7cc-1ce68c8c1bc8" providerId="ADAL" clId="{8FE5560E-E352-4DEE-8EBA-694459070AD4}" dt="2023-03-08T07:55:50.948" v="4278"/>
          <ac:spMkLst>
            <pc:docMk/>
            <pc:sldMk cId="3142767756" sldId="544"/>
            <ac:spMk id="2" creationId="{8ABE91D9-3D65-1923-211C-FE5ECEDF0CAE}"/>
          </ac:spMkLst>
        </pc:spChg>
        <pc:spChg chg="add del mod">
          <ac:chgData name="徐志嘉" userId="4f4e22b3-2ff2-4e81-a7cc-1ce68c8c1bc8" providerId="ADAL" clId="{8FE5560E-E352-4DEE-8EBA-694459070AD4}" dt="2023-03-08T07:00:24.112" v="3693" actId="22"/>
          <ac:spMkLst>
            <pc:docMk/>
            <pc:sldMk cId="3142767756" sldId="544"/>
            <ac:spMk id="4" creationId="{6AF98315-7514-A829-2C8D-81E4A25377C0}"/>
          </ac:spMkLst>
        </pc:spChg>
        <pc:spChg chg="add mod">
          <ac:chgData name="徐志嘉" userId="4f4e22b3-2ff2-4e81-a7cc-1ce68c8c1bc8" providerId="ADAL" clId="{8FE5560E-E352-4DEE-8EBA-694459070AD4}" dt="2023-03-08T07:05:07.323" v="3820" actId="1076"/>
          <ac:spMkLst>
            <pc:docMk/>
            <pc:sldMk cId="3142767756" sldId="544"/>
            <ac:spMk id="8" creationId="{E0895244-B2F3-EAE7-086E-5F9D8951353B}"/>
          </ac:spMkLst>
        </pc:spChg>
        <pc:spChg chg="add mod">
          <ac:chgData name="徐志嘉" userId="4f4e22b3-2ff2-4e81-a7cc-1ce68c8c1bc8" providerId="ADAL" clId="{8FE5560E-E352-4DEE-8EBA-694459070AD4}" dt="2023-03-08T07:05:02.073" v="3819" actId="1076"/>
          <ac:spMkLst>
            <pc:docMk/>
            <pc:sldMk cId="3142767756" sldId="544"/>
            <ac:spMk id="9" creationId="{11F30DA3-6A07-D257-5705-48A845204715}"/>
          </ac:spMkLst>
        </pc:spChg>
        <pc:spChg chg="add mod">
          <ac:chgData name="徐志嘉" userId="4f4e22b3-2ff2-4e81-a7cc-1ce68c8c1bc8" providerId="ADAL" clId="{8FE5560E-E352-4DEE-8EBA-694459070AD4}" dt="2023-03-08T07:05:44.449" v="3836" actId="1076"/>
          <ac:spMkLst>
            <pc:docMk/>
            <pc:sldMk cId="3142767756" sldId="544"/>
            <ac:spMk id="10" creationId="{0BF92DDE-976D-505D-834E-A7D62119330C}"/>
          </ac:spMkLst>
        </pc:spChg>
        <pc:picChg chg="del">
          <ac:chgData name="徐志嘉" userId="4f4e22b3-2ff2-4e81-a7cc-1ce68c8c1bc8" providerId="ADAL" clId="{8FE5560E-E352-4DEE-8EBA-694459070AD4}" dt="2023-03-08T07:00:22.752" v="3692" actId="478"/>
          <ac:picMkLst>
            <pc:docMk/>
            <pc:sldMk cId="3142767756" sldId="544"/>
            <ac:picMk id="5" creationId="{74ECA210-5613-22F5-2F19-CBD82382A567}"/>
          </ac:picMkLst>
        </pc:picChg>
        <pc:picChg chg="add mod ord">
          <ac:chgData name="徐志嘉" userId="4f4e22b3-2ff2-4e81-a7cc-1ce68c8c1bc8" providerId="ADAL" clId="{8FE5560E-E352-4DEE-8EBA-694459070AD4}" dt="2023-03-08T07:00:24.112" v="3693" actId="22"/>
          <ac:picMkLst>
            <pc:docMk/>
            <pc:sldMk cId="3142767756" sldId="544"/>
            <ac:picMk id="7" creationId="{11F7B7B9-417B-53B3-63A3-C8CABECC381E}"/>
          </ac:picMkLst>
        </pc:picChg>
      </pc:sldChg>
      <pc:sldChg chg="modSp add del mod modShow">
        <pc:chgData name="徐志嘉" userId="4f4e22b3-2ff2-4e81-a7cc-1ce68c8c1bc8" providerId="ADAL" clId="{8FE5560E-E352-4DEE-8EBA-694459070AD4}" dt="2023-03-09T06:36:16.747" v="6082" actId="2696"/>
        <pc:sldMkLst>
          <pc:docMk/>
          <pc:sldMk cId="2918956170" sldId="545"/>
        </pc:sldMkLst>
        <pc:spChg chg="mod">
          <ac:chgData name="徐志嘉" userId="4f4e22b3-2ff2-4e81-a7cc-1ce68c8c1bc8" providerId="ADAL" clId="{8FE5560E-E352-4DEE-8EBA-694459070AD4}" dt="2023-03-08T07:55:47.654" v="4277"/>
          <ac:spMkLst>
            <pc:docMk/>
            <pc:sldMk cId="2918956170" sldId="545"/>
            <ac:spMk id="2" creationId="{8ABE91D9-3D65-1923-211C-FE5ECEDF0CAE}"/>
          </ac:spMkLst>
        </pc:spChg>
        <pc:spChg chg="mod">
          <ac:chgData name="徐志嘉" userId="4f4e22b3-2ff2-4e81-a7cc-1ce68c8c1bc8" providerId="ADAL" clId="{8FE5560E-E352-4DEE-8EBA-694459070AD4}" dt="2023-03-08T08:16:32.854" v="4474" actId="20577"/>
          <ac:spMkLst>
            <pc:docMk/>
            <pc:sldMk cId="2918956170" sldId="545"/>
            <ac:spMk id="7" creationId="{72621C61-69E9-720B-C1E1-53D216548CB3}"/>
          </ac:spMkLst>
        </pc:spChg>
        <pc:spChg chg="mod">
          <ac:chgData name="徐志嘉" userId="4f4e22b3-2ff2-4e81-a7cc-1ce68c8c1bc8" providerId="ADAL" clId="{8FE5560E-E352-4DEE-8EBA-694459070AD4}" dt="2023-03-08T08:17:04.306" v="4479" actId="1076"/>
          <ac:spMkLst>
            <pc:docMk/>
            <pc:sldMk cId="2918956170" sldId="545"/>
            <ac:spMk id="8" creationId="{78397C75-80D4-563D-87E3-0A709A47B9A0}"/>
          </ac:spMkLst>
        </pc:spChg>
      </pc:sldChg>
      <pc:sldChg chg="addSp delSp modSp add mod modNotesTx">
        <pc:chgData name="徐志嘉" userId="4f4e22b3-2ff2-4e81-a7cc-1ce68c8c1bc8" providerId="ADAL" clId="{8FE5560E-E352-4DEE-8EBA-694459070AD4}" dt="2023-03-08T16:15:01.346" v="5042" actId="1036"/>
        <pc:sldMkLst>
          <pc:docMk/>
          <pc:sldMk cId="1921359229" sldId="546"/>
        </pc:sldMkLst>
        <pc:spChg chg="add del mod">
          <ac:chgData name="徐志嘉" userId="4f4e22b3-2ff2-4e81-a7cc-1ce68c8c1bc8" providerId="ADAL" clId="{8FE5560E-E352-4DEE-8EBA-694459070AD4}" dt="2023-03-08T07:31:13.129" v="3905"/>
          <ac:spMkLst>
            <pc:docMk/>
            <pc:sldMk cId="1921359229" sldId="546"/>
            <ac:spMk id="3" creationId="{5E337FED-6FCB-E82D-00C3-AEFFFB78A6FB}"/>
          </ac:spMkLst>
        </pc:spChg>
        <pc:spChg chg="add mod">
          <ac:chgData name="徐志嘉" userId="4f4e22b3-2ff2-4e81-a7cc-1ce68c8c1bc8" providerId="ADAL" clId="{8FE5560E-E352-4DEE-8EBA-694459070AD4}" dt="2023-03-08T16:14:52.355" v="5040"/>
          <ac:spMkLst>
            <pc:docMk/>
            <pc:sldMk cId="1921359229" sldId="546"/>
            <ac:spMk id="6" creationId="{0D5D52D4-766C-6DEC-1E50-A2DF9BCDA6EC}"/>
          </ac:spMkLst>
        </pc:spChg>
        <pc:picChg chg="add del mod">
          <ac:chgData name="徐志嘉" userId="4f4e22b3-2ff2-4e81-a7cc-1ce68c8c1bc8" providerId="ADAL" clId="{8FE5560E-E352-4DEE-8EBA-694459070AD4}" dt="2023-03-08T16:14:41.894" v="4997" actId="21"/>
          <ac:picMkLst>
            <pc:docMk/>
            <pc:sldMk cId="1921359229" sldId="546"/>
            <ac:picMk id="4" creationId="{49E8B6D7-2282-2365-1CD2-F451432DE46D}"/>
          </ac:picMkLst>
        </pc:picChg>
        <pc:picChg chg="add mod">
          <ac:chgData name="徐志嘉" userId="4f4e22b3-2ff2-4e81-a7cc-1ce68c8c1bc8" providerId="ADAL" clId="{8FE5560E-E352-4DEE-8EBA-694459070AD4}" dt="2023-03-08T16:15:01.346" v="5042" actId="1036"/>
          <ac:picMkLst>
            <pc:docMk/>
            <pc:sldMk cId="1921359229" sldId="546"/>
            <ac:picMk id="7" creationId="{5D8524C3-03FE-12E2-0560-B76DBE224585}"/>
          </ac:picMkLst>
        </pc:picChg>
        <pc:picChg chg="del">
          <ac:chgData name="徐志嘉" userId="4f4e22b3-2ff2-4e81-a7cc-1ce68c8c1bc8" providerId="ADAL" clId="{8FE5560E-E352-4DEE-8EBA-694459070AD4}" dt="2023-03-08T07:31:09.791" v="3904" actId="478"/>
          <ac:picMkLst>
            <pc:docMk/>
            <pc:sldMk cId="1921359229" sldId="546"/>
            <ac:picMk id="2050" creationId="{C2D339A1-7CD7-1BC8-C230-135D59CB52D1}"/>
          </ac:picMkLst>
        </pc:picChg>
      </pc:sldChg>
      <pc:sldChg chg="addSp delSp modSp add mod">
        <pc:chgData name="徐志嘉" userId="4f4e22b3-2ff2-4e81-a7cc-1ce68c8c1bc8" providerId="ADAL" clId="{8FE5560E-E352-4DEE-8EBA-694459070AD4}" dt="2023-03-08T07:40:34.095" v="4264" actId="20577"/>
        <pc:sldMkLst>
          <pc:docMk/>
          <pc:sldMk cId="2775856983" sldId="547"/>
        </pc:sldMkLst>
        <pc:spChg chg="add mod">
          <ac:chgData name="徐志嘉" userId="4f4e22b3-2ff2-4e81-a7cc-1ce68c8c1bc8" providerId="ADAL" clId="{8FE5560E-E352-4DEE-8EBA-694459070AD4}" dt="2023-03-08T07:40:34.095" v="4264" actId="20577"/>
          <ac:spMkLst>
            <pc:docMk/>
            <pc:sldMk cId="2775856983" sldId="547"/>
            <ac:spMk id="4" creationId="{89541EEA-08A4-9E0D-7D4E-2B1CC5B79F04}"/>
          </ac:spMkLst>
        </pc:spChg>
        <pc:picChg chg="add mod">
          <ac:chgData name="徐志嘉" userId="4f4e22b3-2ff2-4e81-a7cc-1ce68c8c1bc8" providerId="ADAL" clId="{8FE5560E-E352-4DEE-8EBA-694459070AD4}" dt="2023-03-08T07:36:08.453" v="4010" actId="1076"/>
          <ac:picMkLst>
            <pc:docMk/>
            <pc:sldMk cId="2775856983" sldId="547"/>
            <ac:picMk id="5" creationId="{2B4355A5-60A0-413A-DC24-63AF9A4C8782}"/>
          </ac:picMkLst>
        </pc:picChg>
        <pc:picChg chg="del">
          <ac:chgData name="徐志嘉" userId="4f4e22b3-2ff2-4e81-a7cc-1ce68c8c1bc8" providerId="ADAL" clId="{8FE5560E-E352-4DEE-8EBA-694459070AD4}" dt="2023-03-08T07:34:16.124" v="3909" actId="478"/>
          <ac:picMkLst>
            <pc:docMk/>
            <pc:sldMk cId="2775856983" sldId="547"/>
            <ac:picMk id="12" creationId="{07421378-7E13-E31D-471A-AE800D12F0B5}"/>
          </ac:picMkLst>
        </pc:picChg>
      </pc:sldChg>
      <pc:sldChg chg="addSp delSp modSp new mod ord">
        <pc:chgData name="徐志嘉" userId="4f4e22b3-2ff2-4e81-a7cc-1ce68c8c1bc8" providerId="ADAL" clId="{8FE5560E-E352-4DEE-8EBA-694459070AD4}" dt="2023-03-09T08:23:53.777" v="6932"/>
        <pc:sldMkLst>
          <pc:docMk/>
          <pc:sldMk cId="600942705" sldId="548"/>
        </pc:sldMkLst>
        <pc:spChg chg="mod">
          <ac:chgData name="徐志嘉" userId="4f4e22b3-2ff2-4e81-a7cc-1ce68c8c1bc8" providerId="ADAL" clId="{8FE5560E-E352-4DEE-8EBA-694459070AD4}" dt="2023-03-08T07:56:12.514" v="4311" actId="20577"/>
          <ac:spMkLst>
            <pc:docMk/>
            <pc:sldMk cId="600942705" sldId="548"/>
            <ac:spMk id="2" creationId="{C7ABAFF7-9998-20B9-92E3-4A8966F7961E}"/>
          </ac:spMkLst>
        </pc:spChg>
        <pc:spChg chg="mod">
          <ac:chgData name="徐志嘉" userId="4f4e22b3-2ff2-4e81-a7cc-1ce68c8c1bc8" providerId="ADAL" clId="{8FE5560E-E352-4DEE-8EBA-694459070AD4}" dt="2023-03-08T08:13:18.297" v="4441" actId="6549"/>
          <ac:spMkLst>
            <pc:docMk/>
            <pc:sldMk cId="600942705" sldId="548"/>
            <ac:spMk id="3" creationId="{D03F04AE-505D-5628-0F8B-8893767DFB5B}"/>
          </ac:spMkLst>
        </pc:spChg>
        <pc:spChg chg="add mod">
          <ac:chgData name="徐志嘉" userId="4f4e22b3-2ff2-4e81-a7cc-1ce68c8c1bc8" providerId="ADAL" clId="{8FE5560E-E352-4DEE-8EBA-694459070AD4}" dt="2023-03-08T08:14:30.052" v="4446" actId="1076"/>
          <ac:spMkLst>
            <pc:docMk/>
            <pc:sldMk cId="600942705" sldId="548"/>
            <ac:spMk id="8" creationId="{B2039101-1BB1-2A4E-21B4-D1AEBF1BFF96}"/>
          </ac:spMkLst>
        </pc:spChg>
        <pc:spChg chg="add mod">
          <ac:chgData name="徐志嘉" userId="4f4e22b3-2ff2-4e81-a7cc-1ce68c8c1bc8" providerId="ADAL" clId="{8FE5560E-E352-4DEE-8EBA-694459070AD4}" dt="2023-03-08T08:14:30.052" v="4446" actId="1076"/>
          <ac:spMkLst>
            <pc:docMk/>
            <pc:sldMk cId="600942705" sldId="548"/>
            <ac:spMk id="9" creationId="{2F8B14BF-C087-2BC9-9A04-B979ECAAF431}"/>
          </ac:spMkLst>
        </pc:spChg>
        <pc:spChg chg="add mod">
          <ac:chgData name="徐志嘉" userId="4f4e22b3-2ff2-4e81-a7cc-1ce68c8c1bc8" providerId="ADAL" clId="{8FE5560E-E352-4DEE-8EBA-694459070AD4}" dt="2023-03-08T08:14:30.052" v="4446" actId="1076"/>
          <ac:spMkLst>
            <pc:docMk/>
            <pc:sldMk cId="600942705" sldId="548"/>
            <ac:spMk id="10" creationId="{FB781DA4-7B9B-2BA4-60FC-6AAB5CF11E36}"/>
          </ac:spMkLst>
        </pc:spChg>
        <pc:spChg chg="add mod">
          <ac:chgData name="徐志嘉" userId="4f4e22b3-2ff2-4e81-a7cc-1ce68c8c1bc8" providerId="ADAL" clId="{8FE5560E-E352-4DEE-8EBA-694459070AD4}" dt="2023-03-08T08:14:30.052" v="4446" actId="1076"/>
          <ac:spMkLst>
            <pc:docMk/>
            <pc:sldMk cId="600942705" sldId="548"/>
            <ac:spMk id="11" creationId="{3B071FD1-C6E4-7A40-BD08-C992893F12F8}"/>
          </ac:spMkLst>
        </pc:spChg>
        <pc:spChg chg="add mod">
          <ac:chgData name="徐志嘉" userId="4f4e22b3-2ff2-4e81-a7cc-1ce68c8c1bc8" providerId="ADAL" clId="{8FE5560E-E352-4DEE-8EBA-694459070AD4}" dt="2023-03-08T08:14:39.030" v="4451" actId="1037"/>
          <ac:spMkLst>
            <pc:docMk/>
            <pc:sldMk cId="600942705" sldId="548"/>
            <ac:spMk id="12" creationId="{1CF95349-AA18-DE5B-50FB-0D650A0AA427}"/>
          </ac:spMkLst>
        </pc:spChg>
        <pc:graphicFrameChg chg="add mod modGraphic">
          <ac:chgData name="徐志嘉" userId="4f4e22b3-2ff2-4e81-a7cc-1ce68c8c1bc8" providerId="ADAL" clId="{8FE5560E-E352-4DEE-8EBA-694459070AD4}" dt="2023-03-08T08:14:30.052" v="4446" actId="1076"/>
          <ac:graphicFrameMkLst>
            <pc:docMk/>
            <pc:sldMk cId="600942705" sldId="548"/>
            <ac:graphicFrameMk id="6" creationId="{C8D266C6-BD49-B345-3B28-B2CFEFBF6EC0}"/>
          </ac:graphicFrameMkLst>
        </pc:graphicFrameChg>
        <pc:graphicFrameChg chg="add mod modGraphic">
          <ac:chgData name="徐志嘉" userId="4f4e22b3-2ff2-4e81-a7cc-1ce68c8c1bc8" providerId="ADAL" clId="{8FE5560E-E352-4DEE-8EBA-694459070AD4}" dt="2023-03-08T08:14:30.052" v="4446" actId="1076"/>
          <ac:graphicFrameMkLst>
            <pc:docMk/>
            <pc:sldMk cId="600942705" sldId="548"/>
            <ac:graphicFrameMk id="7" creationId="{96DBE7C1-C1BA-82E1-CD33-426C571B8397}"/>
          </ac:graphicFrameMkLst>
        </pc:graphicFrameChg>
        <pc:picChg chg="add del mod">
          <ac:chgData name="徐志嘉" userId="4f4e22b3-2ff2-4e81-a7cc-1ce68c8c1bc8" providerId="ADAL" clId="{8FE5560E-E352-4DEE-8EBA-694459070AD4}" dt="2023-03-08T08:06:26.361" v="4355" actId="21"/>
          <ac:picMkLst>
            <pc:docMk/>
            <pc:sldMk cId="600942705" sldId="548"/>
            <ac:picMk id="5" creationId="{59E1E592-0489-8346-33E4-9EAF1215F7B8}"/>
          </ac:picMkLst>
        </pc:picChg>
        <pc:cxnChg chg="add mod">
          <ac:chgData name="徐志嘉" userId="4f4e22b3-2ff2-4e81-a7cc-1ce68c8c1bc8" providerId="ADAL" clId="{8FE5560E-E352-4DEE-8EBA-694459070AD4}" dt="2023-03-08T08:14:56.158" v="4453" actId="1076"/>
          <ac:cxnSpMkLst>
            <pc:docMk/>
            <pc:sldMk cId="600942705" sldId="548"/>
            <ac:cxnSpMk id="13" creationId="{D348FB54-9624-3DC2-F17D-AE8EB142DC5C}"/>
          </ac:cxnSpMkLst>
        </pc:cxnChg>
      </pc:sldChg>
      <pc:sldChg chg="addSp delSp modSp new mod">
        <pc:chgData name="徐志嘉" userId="4f4e22b3-2ff2-4e81-a7cc-1ce68c8c1bc8" providerId="ADAL" clId="{8FE5560E-E352-4DEE-8EBA-694459070AD4}" dt="2023-03-08T08:08:54.937" v="4406" actId="1076"/>
        <pc:sldMkLst>
          <pc:docMk/>
          <pc:sldMk cId="3533259047" sldId="549"/>
        </pc:sldMkLst>
        <pc:spChg chg="mod">
          <ac:chgData name="徐志嘉" userId="4f4e22b3-2ff2-4e81-a7cc-1ce68c8c1bc8" providerId="ADAL" clId="{8FE5560E-E352-4DEE-8EBA-694459070AD4}" dt="2023-03-08T08:07:17.615" v="4357"/>
          <ac:spMkLst>
            <pc:docMk/>
            <pc:sldMk cId="3533259047" sldId="549"/>
            <ac:spMk id="2" creationId="{039AAF46-6B39-858F-16C6-55586266ABB3}"/>
          </ac:spMkLst>
        </pc:spChg>
        <pc:spChg chg="mod">
          <ac:chgData name="徐志嘉" userId="4f4e22b3-2ff2-4e81-a7cc-1ce68c8c1bc8" providerId="ADAL" clId="{8FE5560E-E352-4DEE-8EBA-694459070AD4}" dt="2023-03-08T08:08:08.873" v="4376" actId="20577"/>
          <ac:spMkLst>
            <pc:docMk/>
            <pc:sldMk cId="3533259047" sldId="549"/>
            <ac:spMk id="3" creationId="{8EB0D70B-C700-8A76-5857-418FC72183BB}"/>
          </ac:spMkLst>
        </pc:spChg>
        <pc:picChg chg="add mod">
          <ac:chgData name="徐志嘉" userId="4f4e22b3-2ff2-4e81-a7cc-1ce68c8c1bc8" providerId="ADAL" clId="{8FE5560E-E352-4DEE-8EBA-694459070AD4}" dt="2023-03-08T08:08:54.937" v="4406" actId="1076"/>
          <ac:picMkLst>
            <pc:docMk/>
            <pc:sldMk cId="3533259047" sldId="549"/>
            <ac:picMk id="4" creationId="{C24D06FF-C317-CE07-BC72-F5852C02BF83}"/>
          </ac:picMkLst>
        </pc:picChg>
        <pc:picChg chg="add del mod">
          <ac:chgData name="徐志嘉" userId="4f4e22b3-2ff2-4e81-a7cc-1ce68c8c1bc8" providerId="ADAL" clId="{8FE5560E-E352-4DEE-8EBA-694459070AD4}" dt="2023-03-08T08:08:37.302" v="4403" actId="1035"/>
          <ac:picMkLst>
            <pc:docMk/>
            <pc:sldMk cId="3533259047" sldId="549"/>
            <ac:picMk id="5" creationId="{AD155B4A-FC7C-BE58-7DB9-BC0EAD724EF9}"/>
          </ac:picMkLst>
        </pc:picChg>
        <pc:picChg chg="add del mod">
          <ac:chgData name="徐志嘉" userId="4f4e22b3-2ff2-4e81-a7cc-1ce68c8c1bc8" providerId="ADAL" clId="{8FE5560E-E352-4DEE-8EBA-694459070AD4}" dt="2023-03-08T08:08:37.302" v="4403" actId="1035"/>
          <ac:picMkLst>
            <pc:docMk/>
            <pc:sldMk cId="3533259047" sldId="549"/>
            <ac:picMk id="6" creationId="{423156DC-3EA6-328C-C0E7-498B29A011CF}"/>
          </ac:picMkLst>
        </pc:picChg>
        <pc:picChg chg="add del mod">
          <ac:chgData name="徐志嘉" userId="4f4e22b3-2ff2-4e81-a7cc-1ce68c8c1bc8" providerId="ADAL" clId="{8FE5560E-E352-4DEE-8EBA-694459070AD4}" dt="2023-03-08T08:08:37.302" v="4403" actId="1035"/>
          <ac:picMkLst>
            <pc:docMk/>
            <pc:sldMk cId="3533259047" sldId="549"/>
            <ac:picMk id="7" creationId="{0098D283-6607-8E8E-8F73-4C564754A506}"/>
          </ac:picMkLst>
        </pc:picChg>
        <pc:picChg chg="add del mod">
          <ac:chgData name="徐志嘉" userId="4f4e22b3-2ff2-4e81-a7cc-1ce68c8c1bc8" providerId="ADAL" clId="{8FE5560E-E352-4DEE-8EBA-694459070AD4}" dt="2023-03-08T08:08:37.302" v="4403" actId="1035"/>
          <ac:picMkLst>
            <pc:docMk/>
            <pc:sldMk cId="3533259047" sldId="549"/>
            <ac:picMk id="8" creationId="{B955EE2A-DC90-EA19-B4C7-B8ED159A48F7}"/>
          </ac:picMkLst>
        </pc:picChg>
        <pc:picChg chg="add del mod">
          <ac:chgData name="徐志嘉" userId="4f4e22b3-2ff2-4e81-a7cc-1ce68c8c1bc8" providerId="ADAL" clId="{8FE5560E-E352-4DEE-8EBA-694459070AD4}" dt="2023-03-08T08:08:37.302" v="4403" actId="1035"/>
          <ac:picMkLst>
            <pc:docMk/>
            <pc:sldMk cId="3533259047" sldId="549"/>
            <ac:picMk id="9" creationId="{50236FAE-C953-F68B-3DD7-ECC1C8DEAAB6}"/>
          </ac:picMkLst>
        </pc:picChg>
        <pc:picChg chg="add del mod">
          <ac:chgData name="徐志嘉" userId="4f4e22b3-2ff2-4e81-a7cc-1ce68c8c1bc8" providerId="ADAL" clId="{8FE5560E-E352-4DEE-8EBA-694459070AD4}" dt="2023-03-08T08:08:37.302" v="4403" actId="1035"/>
          <ac:picMkLst>
            <pc:docMk/>
            <pc:sldMk cId="3533259047" sldId="549"/>
            <ac:picMk id="10" creationId="{7A15CC3A-6E6A-AB52-49C5-393554CB2D34}"/>
          </ac:picMkLst>
        </pc:picChg>
        <pc:picChg chg="add del mod">
          <ac:chgData name="徐志嘉" userId="4f4e22b3-2ff2-4e81-a7cc-1ce68c8c1bc8" providerId="ADAL" clId="{8FE5560E-E352-4DEE-8EBA-694459070AD4}" dt="2023-03-08T08:08:37.302" v="4403" actId="1035"/>
          <ac:picMkLst>
            <pc:docMk/>
            <pc:sldMk cId="3533259047" sldId="549"/>
            <ac:picMk id="11" creationId="{EF35C7E0-3FCB-1B84-C58A-9DC1EA60233E}"/>
          </ac:picMkLst>
        </pc:picChg>
      </pc:sldChg>
      <pc:sldChg chg="addSp delSp modSp new mod ord modShow">
        <pc:chgData name="徐志嘉" userId="4f4e22b3-2ff2-4e81-a7cc-1ce68c8c1bc8" providerId="ADAL" clId="{8FE5560E-E352-4DEE-8EBA-694459070AD4}" dt="2023-03-09T08:20:28.086" v="6922" actId="729"/>
        <pc:sldMkLst>
          <pc:docMk/>
          <pc:sldMk cId="2849602499" sldId="550"/>
        </pc:sldMkLst>
        <pc:spChg chg="mod">
          <ac:chgData name="徐志嘉" userId="4f4e22b3-2ff2-4e81-a7cc-1ce68c8c1bc8" providerId="ADAL" clId="{8FE5560E-E352-4DEE-8EBA-694459070AD4}" dt="2023-03-08T08:21:33.370" v="4524"/>
          <ac:spMkLst>
            <pc:docMk/>
            <pc:sldMk cId="2849602499" sldId="550"/>
            <ac:spMk id="2" creationId="{35B06157-CFEF-0927-3DDA-9F0BCD018398}"/>
          </ac:spMkLst>
        </pc:spChg>
        <pc:spChg chg="mod">
          <ac:chgData name="徐志嘉" userId="4f4e22b3-2ff2-4e81-a7cc-1ce68c8c1bc8" providerId="ADAL" clId="{8FE5560E-E352-4DEE-8EBA-694459070AD4}" dt="2023-03-08T16:38:52.641" v="5083" actId="20577"/>
          <ac:spMkLst>
            <pc:docMk/>
            <pc:sldMk cId="2849602499" sldId="550"/>
            <ac:spMk id="3" creationId="{5E3C280D-813E-3A71-3348-12947AE8F2E6}"/>
          </ac:spMkLst>
        </pc:spChg>
        <pc:picChg chg="add del mod">
          <ac:chgData name="徐志嘉" userId="4f4e22b3-2ff2-4e81-a7cc-1ce68c8c1bc8" providerId="ADAL" clId="{8FE5560E-E352-4DEE-8EBA-694459070AD4}" dt="2023-03-08T16:38:45.865" v="5074" actId="478"/>
          <ac:picMkLst>
            <pc:docMk/>
            <pc:sldMk cId="2849602499" sldId="550"/>
            <ac:picMk id="5" creationId="{20FBBFC5-05B4-F7F9-8466-758DEFE571B1}"/>
          </ac:picMkLst>
        </pc:picChg>
        <pc:picChg chg="add mod">
          <ac:chgData name="徐志嘉" userId="4f4e22b3-2ff2-4e81-a7cc-1ce68c8c1bc8" providerId="ADAL" clId="{8FE5560E-E352-4DEE-8EBA-694459070AD4}" dt="2023-03-08T16:39:35.025" v="5085" actId="1076"/>
          <ac:picMkLst>
            <pc:docMk/>
            <pc:sldMk cId="2849602499" sldId="550"/>
            <ac:picMk id="7" creationId="{A936C275-E8CB-C52E-7256-6B3A2C72C907}"/>
          </ac:picMkLst>
        </pc:picChg>
      </pc:sldChg>
      <pc:sldChg chg="addSp delSp modSp add mod">
        <pc:chgData name="徐志嘉" userId="4f4e22b3-2ff2-4e81-a7cc-1ce68c8c1bc8" providerId="ADAL" clId="{8FE5560E-E352-4DEE-8EBA-694459070AD4}" dt="2023-03-09T08:20:20.610" v="6921" actId="1076"/>
        <pc:sldMkLst>
          <pc:docMk/>
          <pc:sldMk cId="2761283553" sldId="551"/>
        </pc:sldMkLst>
        <pc:spChg chg="mod">
          <ac:chgData name="徐志嘉" userId="4f4e22b3-2ff2-4e81-a7cc-1ce68c8c1bc8" providerId="ADAL" clId="{8FE5560E-E352-4DEE-8EBA-694459070AD4}" dt="2023-03-08T16:38:35.386" v="5072" actId="20577"/>
          <ac:spMkLst>
            <pc:docMk/>
            <pc:sldMk cId="2761283553" sldId="551"/>
            <ac:spMk id="3" creationId="{5E3C280D-813E-3A71-3348-12947AE8F2E6}"/>
          </ac:spMkLst>
        </pc:spChg>
        <pc:graphicFrameChg chg="add del mod">
          <ac:chgData name="徐志嘉" userId="4f4e22b3-2ff2-4e81-a7cc-1ce68c8c1bc8" providerId="ADAL" clId="{8FE5560E-E352-4DEE-8EBA-694459070AD4}" dt="2023-03-08T16:35:52.165" v="5044" actId="478"/>
          <ac:graphicFrameMkLst>
            <pc:docMk/>
            <pc:sldMk cId="2761283553" sldId="551"/>
            <ac:graphicFrameMk id="7" creationId="{DB7150D2-C81D-94CC-5B95-E7B46F4D348C}"/>
          </ac:graphicFrameMkLst>
        </pc:graphicFrameChg>
        <pc:picChg chg="del">
          <ac:chgData name="徐志嘉" userId="4f4e22b3-2ff2-4e81-a7cc-1ce68c8c1bc8" providerId="ADAL" clId="{8FE5560E-E352-4DEE-8EBA-694459070AD4}" dt="2023-03-08T08:22:08.827" v="4537" actId="478"/>
          <ac:picMkLst>
            <pc:docMk/>
            <pc:sldMk cId="2761283553" sldId="551"/>
            <ac:picMk id="5" creationId="{20FBBFC5-05B4-F7F9-8466-758DEFE571B1}"/>
          </ac:picMkLst>
        </pc:picChg>
        <pc:picChg chg="add del mod">
          <ac:chgData name="徐志嘉" userId="4f4e22b3-2ff2-4e81-a7cc-1ce68c8c1bc8" providerId="ADAL" clId="{8FE5560E-E352-4DEE-8EBA-694459070AD4}" dt="2023-03-09T08:20:13.404" v="6919" actId="478"/>
          <ac:picMkLst>
            <pc:docMk/>
            <pc:sldMk cId="2761283553" sldId="551"/>
            <ac:picMk id="5" creationId="{A76E7D28-6606-7D8D-8BF3-B7876D99A802}"/>
          </ac:picMkLst>
        </pc:picChg>
        <pc:picChg chg="add mod">
          <ac:chgData name="徐志嘉" userId="4f4e22b3-2ff2-4e81-a7cc-1ce68c8c1bc8" providerId="ADAL" clId="{8FE5560E-E352-4DEE-8EBA-694459070AD4}" dt="2023-03-09T08:20:20.610" v="6921" actId="1076"/>
          <ac:picMkLst>
            <pc:docMk/>
            <pc:sldMk cId="2761283553" sldId="551"/>
            <ac:picMk id="6" creationId="{7453BD1C-2575-5904-C90C-C76EE12F9CA4}"/>
          </ac:picMkLst>
        </pc:picChg>
        <pc:picChg chg="add del">
          <ac:chgData name="徐志嘉" userId="4f4e22b3-2ff2-4e81-a7cc-1ce68c8c1bc8" providerId="ADAL" clId="{8FE5560E-E352-4DEE-8EBA-694459070AD4}" dt="2023-03-08T16:36:02.222" v="5046" actId="478"/>
          <ac:picMkLst>
            <pc:docMk/>
            <pc:sldMk cId="2761283553" sldId="551"/>
            <ac:picMk id="6" creationId="{9B7230EE-9727-6495-A998-9C6129D8D62B}"/>
          </ac:picMkLst>
        </pc:picChg>
        <pc:picChg chg="add del">
          <ac:chgData name="徐志嘉" userId="4f4e22b3-2ff2-4e81-a7cc-1ce68c8c1bc8" providerId="ADAL" clId="{8FE5560E-E352-4DEE-8EBA-694459070AD4}" dt="2023-03-08T16:36:05.221" v="5047" actId="478"/>
          <ac:picMkLst>
            <pc:docMk/>
            <pc:sldMk cId="2761283553" sldId="551"/>
            <ac:picMk id="8" creationId="{1FF56497-B71C-9F99-FA99-1A27265D8911}"/>
          </ac:picMkLst>
        </pc:picChg>
        <pc:picChg chg="add del mod">
          <ac:chgData name="徐志嘉" userId="4f4e22b3-2ff2-4e81-a7cc-1ce68c8c1bc8" providerId="ADAL" clId="{8FE5560E-E352-4DEE-8EBA-694459070AD4}" dt="2023-03-09T02:04:58.710" v="5095" actId="478"/>
          <ac:picMkLst>
            <pc:docMk/>
            <pc:sldMk cId="2761283553" sldId="551"/>
            <ac:picMk id="10" creationId="{7ED44BFC-72DD-954F-67C0-47DDCDDF936B}"/>
          </ac:picMkLst>
        </pc:picChg>
      </pc:sldChg>
      <pc:sldChg chg="modSp add mod">
        <pc:chgData name="徐志嘉" userId="4f4e22b3-2ff2-4e81-a7cc-1ce68c8c1bc8" providerId="ADAL" clId="{8FE5560E-E352-4DEE-8EBA-694459070AD4}" dt="2023-03-09T05:59:58.044" v="5232" actId="6549"/>
        <pc:sldMkLst>
          <pc:docMk/>
          <pc:sldMk cId="1874547092" sldId="552"/>
        </pc:sldMkLst>
        <pc:spChg chg="mod">
          <ac:chgData name="徐志嘉" userId="4f4e22b3-2ff2-4e81-a7cc-1ce68c8c1bc8" providerId="ADAL" clId="{8FE5560E-E352-4DEE-8EBA-694459070AD4}" dt="2023-03-09T05:59:58.044" v="5232" actId="6549"/>
          <ac:spMkLst>
            <pc:docMk/>
            <pc:sldMk cId="1874547092" sldId="552"/>
            <ac:spMk id="3" creationId="{FE7E1904-06D8-31FE-F86D-A653CB38CD1D}"/>
          </ac:spMkLst>
        </pc:spChg>
      </pc:sldChg>
      <pc:sldChg chg="addSp delSp modSp new del mod">
        <pc:chgData name="徐志嘉" userId="4f4e22b3-2ff2-4e81-a7cc-1ce68c8c1bc8" providerId="ADAL" clId="{8FE5560E-E352-4DEE-8EBA-694459070AD4}" dt="2023-03-08T09:26:07.190" v="4674" actId="47"/>
        <pc:sldMkLst>
          <pc:docMk/>
          <pc:sldMk cId="3444318184" sldId="552"/>
        </pc:sldMkLst>
        <pc:spChg chg="del">
          <ac:chgData name="徐志嘉" userId="4f4e22b3-2ff2-4e81-a7cc-1ce68c8c1bc8" providerId="ADAL" clId="{8FE5560E-E352-4DEE-8EBA-694459070AD4}" dt="2023-03-08T09:17:15.463" v="4565"/>
          <ac:spMkLst>
            <pc:docMk/>
            <pc:sldMk cId="3444318184" sldId="552"/>
            <ac:spMk id="3" creationId="{1781B93A-606D-362B-9B48-8CC5DEB685C7}"/>
          </ac:spMkLst>
        </pc:spChg>
        <pc:spChg chg="add del mod">
          <ac:chgData name="徐志嘉" userId="4f4e22b3-2ff2-4e81-a7cc-1ce68c8c1bc8" providerId="ADAL" clId="{8FE5560E-E352-4DEE-8EBA-694459070AD4}" dt="2023-03-08T09:19:56.298" v="4576"/>
          <ac:spMkLst>
            <pc:docMk/>
            <pc:sldMk cId="3444318184" sldId="552"/>
            <ac:spMk id="6" creationId="{539B8877-AA11-B526-0813-67A5BDE7F410}"/>
          </ac:spMkLst>
        </pc:spChg>
        <pc:spChg chg="add del mod">
          <ac:chgData name="徐志嘉" userId="4f4e22b3-2ff2-4e81-a7cc-1ce68c8c1bc8" providerId="ADAL" clId="{8FE5560E-E352-4DEE-8EBA-694459070AD4}" dt="2023-03-08T09:20:52.489" v="4580"/>
          <ac:spMkLst>
            <pc:docMk/>
            <pc:sldMk cId="3444318184" sldId="552"/>
            <ac:spMk id="9" creationId="{9CD49C0F-1B4C-DDBD-6C1E-DE8E2168BF16}"/>
          </ac:spMkLst>
        </pc:spChg>
        <pc:spChg chg="add del mod">
          <ac:chgData name="徐志嘉" userId="4f4e22b3-2ff2-4e81-a7cc-1ce68c8c1bc8" providerId="ADAL" clId="{8FE5560E-E352-4DEE-8EBA-694459070AD4}" dt="2023-03-08T09:22:24.168" v="4593" actId="21"/>
          <ac:spMkLst>
            <pc:docMk/>
            <pc:sldMk cId="3444318184" sldId="552"/>
            <ac:spMk id="12" creationId="{4EE041A2-1F36-6EB0-9D64-DBBD48DD259A}"/>
          </ac:spMkLst>
        </pc:spChg>
        <pc:graphicFrameChg chg="add del mod">
          <ac:chgData name="徐志嘉" userId="4f4e22b3-2ff2-4e81-a7cc-1ce68c8c1bc8" providerId="ADAL" clId="{8FE5560E-E352-4DEE-8EBA-694459070AD4}" dt="2023-03-08T09:19:55.266" v="4574" actId="478"/>
          <ac:graphicFrameMkLst>
            <pc:docMk/>
            <pc:sldMk cId="3444318184" sldId="552"/>
            <ac:graphicFrameMk id="4" creationId="{6271CD30-58A1-0C36-7ECC-8C424857ED51}"/>
          </ac:graphicFrameMkLst>
        </pc:graphicFrameChg>
        <pc:graphicFrameChg chg="add del mod">
          <ac:chgData name="徐志嘉" userId="4f4e22b3-2ff2-4e81-a7cc-1ce68c8c1bc8" providerId="ADAL" clId="{8FE5560E-E352-4DEE-8EBA-694459070AD4}" dt="2023-03-08T09:20:48.011" v="4578" actId="478"/>
          <ac:graphicFrameMkLst>
            <pc:docMk/>
            <pc:sldMk cId="3444318184" sldId="552"/>
            <ac:graphicFrameMk id="7" creationId="{1657D90E-2E31-6366-A305-2AC5EF870CA0}"/>
          </ac:graphicFrameMkLst>
        </pc:graphicFrameChg>
        <pc:graphicFrameChg chg="add del mod">
          <ac:chgData name="徐志嘉" userId="4f4e22b3-2ff2-4e81-a7cc-1ce68c8c1bc8" providerId="ADAL" clId="{8FE5560E-E352-4DEE-8EBA-694459070AD4}" dt="2023-03-08T09:22:24.168" v="4593" actId="21"/>
          <ac:graphicFrameMkLst>
            <pc:docMk/>
            <pc:sldMk cId="3444318184" sldId="552"/>
            <ac:graphicFrameMk id="10" creationId="{1657D90E-2E31-6366-A305-2AC5EF870CA0}"/>
          </ac:graphicFrameMkLst>
        </pc:graphicFrameChg>
      </pc:sldChg>
      <pc:sldChg chg="addSp delSp modSp new mod chgLayout">
        <pc:chgData name="徐志嘉" userId="4f4e22b3-2ff2-4e81-a7cc-1ce68c8c1bc8" providerId="ADAL" clId="{8FE5560E-E352-4DEE-8EBA-694459070AD4}" dt="2023-03-09T06:29:51.984" v="6043" actId="1076"/>
        <pc:sldMkLst>
          <pc:docMk/>
          <pc:sldMk cId="1204608154" sldId="553"/>
        </pc:sldMkLst>
        <pc:spChg chg="mod ord">
          <ac:chgData name="徐志嘉" userId="4f4e22b3-2ff2-4e81-a7cc-1ce68c8c1bc8" providerId="ADAL" clId="{8FE5560E-E352-4DEE-8EBA-694459070AD4}" dt="2023-03-09T06:29:29.746" v="6008" actId="700"/>
          <ac:spMkLst>
            <pc:docMk/>
            <pc:sldMk cId="1204608154" sldId="553"/>
            <ac:spMk id="2" creationId="{17DEDC6E-C034-39FD-7791-DDF428BD0AD5}"/>
          </ac:spMkLst>
        </pc:spChg>
        <pc:spChg chg="del">
          <ac:chgData name="徐志嘉" userId="4f4e22b3-2ff2-4e81-a7cc-1ce68c8c1bc8" providerId="ADAL" clId="{8FE5560E-E352-4DEE-8EBA-694459070AD4}" dt="2023-03-09T06:10:55.667" v="5789" actId="478"/>
          <ac:spMkLst>
            <pc:docMk/>
            <pc:sldMk cId="1204608154" sldId="553"/>
            <ac:spMk id="3" creationId="{9DCF607C-E204-156A-4E70-83AB651F741D}"/>
          </ac:spMkLst>
        </pc:spChg>
        <pc:spChg chg="add mod">
          <ac:chgData name="徐志嘉" userId="4f4e22b3-2ff2-4e81-a7cc-1ce68c8c1bc8" providerId="ADAL" clId="{8FE5560E-E352-4DEE-8EBA-694459070AD4}" dt="2023-03-09T06:29:51.984" v="6043" actId="1076"/>
          <ac:spMkLst>
            <pc:docMk/>
            <pc:sldMk cId="1204608154" sldId="553"/>
            <ac:spMk id="16" creationId="{9039DD7E-CDC0-A918-C467-B914CD62EA33}"/>
          </ac:spMkLst>
        </pc:spChg>
        <pc:spChg chg="add mod">
          <ac:chgData name="徐志嘉" userId="4f4e22b3-2ff2-4e81-a7cc-1ce68c8c1bc8" providerId="ADAL" clId="{8FE5560E-E352-4DEE-8EBA-694459070AD4}" dt="2023-03-09T06:29:51.984" v="6043" actId="1076"/>
          <ac:spMkLst>
            <pc:docMk/>
            <pc:sldMk cId="1204608154" sldId="553"/>
            <ac:spMk id="17" creationId="{3F236B7B-8178-9236-2160-91407D616C94}"/>
          </ac:spMkLst>
        </pc:spChg>
        <pc:spChg chg="add mod">
          <ac:chgData name="徐志嘉" userId="4f4e22b3-2ff2-4e81-a7cc-1ce68c8c1bc8" providerId="ADAL" clId="{8FE5560E-E352-4DEE-8EBA-694459070AD4}" dt="2023-03-09T06:29:51.984" v="6043" actId="1076"/>
          <ac:spMkLst>
            <pc:docMk/>
            <pc:sldMk cId="1204608154" sldId="553"/>
            <ac:spMk id="18" creationId="{C911A5F5-D607-F3DB-7B2F-3208851B68EE}"/>
          </ac:spMkLst>
        </pc:spChg>
        <pc:spChg chg="add mod ord">
          <ac:chgData name="徐志嘉" userId="4f4e22b3-2ff2-4e81-a7cc-1ce68c8c1bc8" providerId="ADAL" clId="{8FE5560E-E352-4DEE-8EBA-694459070AD4}" dt="2023-03-09T06:29:46.242" v="6042" actId="20577"/>
          <ac:spMkLst>
            <pc:docMk/>
            <pc:sldMk cId="1204608154" sldId="553"/>
            <ac:spMk id="20" creationId="{14242065-7EE1-5BFE-E951-335B7ECC075F}"/>
          </ac:spMkLst>
        </pc:spChg>
        <pc:graphicFrameChg chg="add mod modGraphic">
          <ac:chgData name="徐志嘉" userId="4f4e22b3-2ff2-4e81-a7cc-1ce68c8c1bc8" providerId="ADAL" clId="{8FE5560E-E352-4DEE-8EBA-694459070AD4}" dt="2023-03-09T06:28:58.032" v="5984" actId="1037"/>
          <ac:graphicFrameMkLst>
            <pc:docMk/>
            <pc:sldMk cId="1204608154" sldId="553"/>
            <ac:graphicFrameMk id="19" creationId="{F88B4543-7CC2-9614-CC19-0185F894A2BF}"/>
          </ac:graphicFrameMkLst>
        </pc:graphicFrameChg>
        <pc:picChg chg="add del mod">
          <ac:chgData name="徐志嘉" userId="4f4e22b3-2ff2-4e81-a7cc-1ce68c8c1bc8" providerId="ADAL" clId="{8FE5560E-E352-4DEE-8EBA-694459070AD4}" dt="2023-03-09T06:11:52.684" v="5793" actId="478"/>
          <ac:picMkLst>
            <pc:docMk/>
            <pc:sldMk cId="1204608154" sldId="553"/>
            <ac:picMk id="5" creationId="{E920EDC9-4042-A83D-C517-1F31242B551E}"/>
          </ac:picMkLst>
        </pc:picChg>
        <pc:picChg chg="add del mod">
          <ac:chgData name="徐志嘉" userId="4f4e22b3-2ff2-4e81-a7cc-1ce68c8c1bc8" providerId="ADAL" clId="{8FE5560E-E352-4DEE-8EBA-694459070AD4}" dt="2023-03-09T06:12:42.004" v="5797" actId="478"/>
          <ac:picMkLst>
            <pc:docMk/>
            <pc:sldMk cId="1204608154" sldId="553"/>
            <ac:picMk id="7" creationId="{87FE7679-64A8-5151-C0C4-8FFB6BDE78A1}"/>
          </ac:picMkLst>
        </pc:picChg>
        <pc:picChg chg="add mod">
          <ac:chgData name="徐志嘉" userId="4f4e22b3-2ff2-4e81-a7cc-1ce68c8c1bc8" providerId="ADAL" clId="{8FE5560E-E352-4DEE-8EBA-694459070AD4}" dt="2023-03-09T06:29:51.984" v="6043" actId="1076"/>
          <ac:picMkLst>
            <pc:docMk/>
            <pc:sldMk cId="1204608154" sldId="553"/>
            <ac:picMk id="9" creationId="{F559E43F-01DA-2B7C-B7C8-8630AB82E53F}"/>
          </ac:picMkLst>
        </pc:picChg>
        <pc:picChg chg="add del mod">
          <ac:chgData name="徐志嘉" userId="4f4e22b3-2ff2-4e81-a7cc-1ce68c8c1bc8" providerId="ADAL" clId="{8FE5560E-E352-4DEE-8EBA-694459070AD4}" dt="2023-03-09T06:28:58.032" v="5984" actId="1037"/>
          <ac:picMkLst>
            <pc:docMk/>
            <pc:sldMk cId="1204608154" sldId="553"/>
            <ac:picMk id="11" creationId="{C0A352C8-130B-9AF7-E637-E720CD4E1C09}"/>
          </ac:picMkLst>
        </pc:picChg>
        <pc:picChg chg="add mod">
          <ac:chgData name="徐志嘉" userId="4f4e22b3-2ff2-4e81-a7cc-1ce68c8c1bc8" providerId="ADAL" clId="{8FE5560E-E352-4DEE-8EBA-694459070AD4}" dt="2023-03-09T06:28:58.032" v="5984" actId="1037"/>
          <ac:picMkLst>
            <pc:docMk/>
            <pc:sldMk cId="1204608154" sldId="553"/>
            <ac:picMk id="13" creationId="{239BE59E-4583-3E2B-4320-BE81C1FB4D27}"/>
          </ac:picMkLst>
        </pc:picChg>
        <pc:picChg chg="add mod">
          <ac:chgData name="徐志嘉" userId="4f4e22b3-2ff2-4e81-a7cc-1ce68c8c1bc8" providerId="ADAL" clId="{8FE5560E-E352-4DEE-8EBA-694459070AD4}" dt="2023-03-09T06:28:58.032" v="5984" actId="1037"/>
          <ac:picMkLst>
            <pc:docMk/>
            <pc:sldMk cId="1204608154" sldId="553"/>
            <ac:picMk id="15" creationId="{9759D383-B6FA-33BF-22E4-79E485C0EDBA}"/>
          </ac:picMkLst>
        </pc:picChg>
      </pc:sldChg>
      <pc:sldChg chg="add del">
        <pc:chgData name="徐志嘉" userId="4f4e22b3-2ff2-4e81-a7cc-1ce68c8c1bc8" providerId="ADAL" clId="{8FE5560E-E352-4DEE-8EBA-694459070AD4}" dt="2023-03-09T06:06:20.016" v="5393" actId="47"/>
        <pc:sldMkLst>
          <pc:docMk/>
          <pc:sldMk cId="3257451033" sldId="553"/>
        </pc:sldMkLst>
      </pc:sldChg>
      <pc:sldChg chg="addSp delSp modSp add del mod">
        <pc:chgData name="徐志嘉" userId="4f4e22b3-2ff2-4e81-a7cc-1ce68c8c1bc8" providerId="ADAL" clId="{8FE5560E-E352-4DEE-8EBA-694459070AD4}" dt="2023-03-09T07:14:27.845" v="6875" actId="47"/>
        <pc:sldMkLst>
          <pc:docMk/>
          <pc:sldMk cId="458881502" sldId="554"/>
        </pc:sldMkLst>
        <pc:spChg chg="add mod">
          <ac:chgData name="徐志嘉" userId="4f4e22b3-2ff2-4e81-a7cc-1ce68c8c1bc8" providerId="ADAL" clId="{8FE5560E-E352-4DEE-8EBA-694459070AD4}" dt="2023-03-09T07:10:12.063" v="6741"/>
          <ac:spMkLst>
            <pc:docMk/>
            <pc:sldMk cId="458881502" sldId="554"/>
            <ac:spMk id="6" creationId="{D44D91DE-FE75-A054-234F-D1E00B27045C}"/>
          </ac:spMkLst>
        </pc:spChg>
        <pc:spChg chg="mod">
          <ac:chgData name="徐志嘉" userId="4f4e22b3-2ff2-4e81-a7cc-1ce68c8c1bc8" providerId="ADAL" clId="{8FE5560E-E352-4DEE-8EBA-694459070AD4}" dt="2023-03-09T07:09:47.744" v="6731" actId="1076"/>
          <ac:spMkLst>
            <pc:docMk/>
            <pc:sldMk cId="458881502" sldId="554"/>
            <ac:spMk id="9" creationId="{AB6B8430-6F22-3A21-8921-20408C3024A5}"/>
          </ac:spMkLst>
        </pc:spChg>
        <pc:cxnChg chg="add del mod">
          <ac:chgData name="徐志嘉" userId="4f4e22b3-2ff2-4e81-a7cc-1ce68c8c1bc8" providerId="ADAL" clId="{8FE5560E-E352-4DEE-8EBA-694459070AD4}" dt="2023-03-09T07:10:02.389" v="6735" actId="478"/>
          <ac:cxnSpMkLst>
            <pc:docMk/>
            <pc:sldMk cId="458881502" sldId="554"/>
            <ac:cxnSpMk id="3" creationId="{CD132EEF-9D04-85B1-B7AC-558DC4F66821}"/>
          </ac:cxnSpMkLst>
        </pc:cxnChg>
        <pc:cxnChg chg="add del mod">
          <ac:chgData name="徐志嘉" userId="4f4e22b3-2ff2-4e81-a7cc-1ce68c8c1bc8" providerId="ADAL" clId="{8FE5560E-E352-4DEE-8EBA-694459070AD4}" dt="2023-03-09T07:10:02.107" v="6734" actId="478"/>
          <ac:cxnSpMkLst>
            <pc:docMk/>
            <pc:sldMk cId="458881502" sldId="554"/>
            <ac:cxnSpMk id="4" creationId="{D5C93508-50C3-CA61-10D2-6D523AB74B78}"/>
          </ac:cxnSpMkLst>
        </pc:cxnChg>
        <pc:cxnChg chg="add mod">
          <ac:chgData name="徐志嘉" userId="4f4e22b3-2ff2-4e81-a7cc-1ce68c8c1bc8" providerId="ADAL" clId="{8FE5560E-E352-4DEE-8EBA-694459070AD4}" dt="2023-03-09T07:09:30.541" v="6730" actId="571"/>
          <ac:cxnSpMkLst>
            <pc:docMk/>
            <pc:sldMk cId="458881502" sldId="554"/>
            <ac:cxnSpMk id="5" creationId="{4383D268-437B-E2FC-658C-00373D009A46}"/>
          </ac:cxnSpMkLst>
        </pc:cxnChg>
        <pc:cxnChg chg="mod">
          <ac:chgData name="徐志嘉" userId="4f4e22b3-2ff2-4e81-a7cc-1ce68c8c1bc8" providerId="ADAL" clId="{8FE5560E-E352-4DEE-8EBA-694459070AD4}" dt="2023-03-09T07:09:05.353" v="6708" actId="1038"/>
          <ac:cxnSpMkLst>
            <pc:docMk/>
            <pc:sldMk cId="458881502" sldId="554"/>
            <ac:cxnSpMk id="8" creationId="{C2AA81C8-993A-BCAC-80A4-88B07AD1FE4A}"/>
          </ac:cxnSpMkLst>
        </pc:cxnChg>
        <pc:cxnChg chg="add mod">
          <ac:chgData name="徐志嘉" userId="4f4e22b3-2ff2-4e81-a7cc-1ce68c8c1bc8" providerId="ADAL" clId="{8FE5560E-E352-4DEE-8EBA-694459070AD4}" dt="2023-03-09T07:10:16.333" v="6743"/>
          <ac:cxnSpMkLst>
            <pc:docMk/>
            <pc:sldMk cId="458881502" sldId="554"/>
            <ac:cxnSpMk id="11" creationId="{C11EE767-3159-400C-880A-053E703F0074}"/>
          </ac:cxnSpMkLst>
        </pc:cxnChg>
      </pc:sldChg>
      <pc:sldChg chg="addSp delSp modSp add del mod">
        <pc:chgData name="徐志嘉" userId="4f4e22b3-2ff2-4e81-a7cc-1ce68c8c1bc8" providerId="ADAL" clId="{8FE5560E-E352-4DEE-8EBA-694459070AD4}" dt="2023-03-09T06:47:45.374" v="6377" actId="47"/>
        <pc:sldMkLst>
          <pc:docMk/>
          <pc:sldMk cId="795426756" sldId="554"/>
        </pc:sldMkLst>
        <pc:spChg chg="mod">
          <ac:chgData name="徐志嘉" userId="4f4e22b3-2ff2-4e81-a7cc-1ce68c8c1bc8" providerId="ADAL" clId="{8FE5560E-E352-4DEE-8EBA-694459070AD4}" dt="2023-03-09T06:33:30.196" v="6078" actId="1076"/>
          <ac:spMkLst>
            <pc:docMk/>
            <pc:sldMk cId="795426756" sldId="554"/>
            <ac:spMk id="4" creationId="{4CC8D5DC-E193-50F5-23EB-319D92C33F8A}"/>
          </ac:spMkLst>
        </pc:spChg>
        <pc:spChg chg="add del mod">
          <ac:chgData name="徐志嘉" userId="4f4e22b3-2ff2-4e81-a7cc-1ce68c8c1bc8" providerId="ADAL" clId="{8FE5560E-E352-4DEE-8EBA-694459070AD4}" dt="2023-03-09T06:33:32.322" v="6079" actId="478"/>
          <ac:spMkLst>
            <pc:docMk/>
            <pc:sldMk cId="795426756" sldId="554"/>
            <ac:spMk id="14" creationId="{B634ABF8-92D1-07D2-46E6-4F5CF3B6C2C1}"/>
          </ac:spMkLst>
        </pc:spChg>
        <pc:spChg chg="mod">
          <ac:chgData name="徐志嘉" userId="4f4e22b3-2ff2-4e81-a7cc-1ce68c8c1bc8" providerId="ADAL" clId="{8FE5560E-E352-4DEE-8EBA-694459070AD4}" dt="2023-03-09T06:33:30.196" v="6078" actId="1076"/>
          <ac:spMkLst>
            <pc:docMk/>
            <pc:sldMk cId="795426756" sldId="554"/>
            <ac:spMk id="57" creationId="{EEEC7DFC-03B6-92DD-E58C-580E4E72FDFC}"/>
          </ac:spMkLst>
        </pc:spChg>
        <pc:spChg chg="mod">
          <ac:chgData name="徐志嘉" userId="4f4e22b3-2ff2-4e81-a7cc-1ce68c8c1bc8" providerId="ADAL" clId="{8FE5560E-E352-4DEE-8EBA-694459070AD4}" dt="2023-03-09T06:33:30.196" v="6078" actId="1076"/>
          <ac:spMkLst>
            <pc:docMk/>
            <pc:sldMk cId="795426756" sldId="554"/>
            <ac:spMk id="58" creationId="{101644DD-C7A5-5372-2D02-A6BBECFAE218}"/>
          </ac:spMkLst>
        </pc:spChg>
        <pc:cxnChg chg="mod">
          <ac:chgData name="徐志嘉" userId="4f4e22b3-2ff2-4e81-a7cc-1ce68c8c1bc8" providerId="ADAL" clId="{8FE5560E-E352-4DEE-8EBA-694459070AD4}" dt="2023-03-09T06:33:30.196" v="6078" actId="1076"/>
          <ac:cxnSpMkLst>
            <pc:docMk/>
            <pc:sldMk cId="795426756" sldId="554"/>
            <ac:cxnSpMk id="26" creationId="{8373AEC7-1409-4C19-A267-268187209776}"/>
          </ac:cxnSpMkLst>
        </pc:cxnChg>
      </pc:sldChg>
      <pc:sldChg chg="addSp delSp modSp add mod">
        <pc:chgData name="徐志嘉" userId="4f4e22b3-2ff2-4e81-a7cc-1ce68c8c1bc8" providerId="ADAL" clId="{8FE5560E-E352-4DEE-8EBA-694459070AD4}" dt="2023-03-09T07:14:47.095" v="6884" actId="1076"/>
        <pc:sldMkLst>
          <pc:docMk/>
          <pc:sldMk cId="1424881894" sldId="555"/>
        </pc:sldMkLst>
        <pc:spChg chg="add del mod">
          <ac:chgData name="徐志嘉" userId="4f4e22b3-2ff2-4e81-a7cc-1ce68c8c1bc8" providerId="ADAL" clId="{8FE5560E-E352-4DEE-8EBA-694459070AD4}" dt="2023-03-09T07:13:25.151" v="6841" actId="478"/>
          <ac:spMkLst>
            <pc:docMk/>
            <pc:sldMk cId="1424881894" sldId="555"/>
            <ac:spMk id="6" creationId="{06AB6CEC-C1D7-F698-7C9A-754368294D21}"/>
          </ac:spMkLst>
        </pc:spChg>
        <pc:spChg chg="mod">
          <ac:chgData name="徐志嘉" userId="4f4e22b3-2ff2-4e81-a7cc-1ce68c8c1bc8" providerId="ADAL" clId="{8FE5560E-E352-4DEE-8EBA-694459070AD4}" dt="2023-03-09T07:14:23.284" v="6873" actId="1036"/>
          <ac:spMkLst>
            <pc:docMk/>
            <pc:sldMk cId="1424881894" sldId="555"/>
            <ac:spMk id="9" creationId="{AB6B8430-6F22-3A21-8921-20408C3024A5}"/>
          </ac:spMkLst>
        </pc:spChg>
        <pc:spChg chg="del">
          <ac:chgData name="徐志嘉" userId="4f4e22b3-2ff2-4e81-a7cc-1ce68c8c1bc8" providerId="ADAL" clId="{8FE5560E-E352-4DEE-8EBA-694459070AD4}" dt="2023-03-09T07:13:26.114" v="6842" actId="478"/>
          <ac:spMkLst>
            <pc:docMk/>
            <pc:sldMk cId="1424881894" sldId="555"/>
            <ac:spMk id="10" creationId="{04228FE1-C0BB-172A-2AA0-810518E56820}"/>
          </ac:spMkLst>
        </pc:spChg>
        <pc:spChg chg="add del mod">
          <ac:chgData name="徐志嘉" userId="4f4e22b3-2ff2-4e81-a7cc-1ce68c8c1bc8" providerId="ADAL" clId="{8FE5560E-E352-4DEE-8EBA-694459070AD4}" dt="2023-03-09T07:11:14.231" v="6768" actId="478"/>
          <ac:spMkLst>
            <pc:docMk/>
            <pc:sldMk cId="1424881894" sldId="555"/>
            <ac:spMk id="12" creationId="{E61AF599-B14F-E50F-56A4-7829AA39960D}"/>
          </ac:spMkLst>
        </pc:spChg>
        <pc:spChg chg="add mod">
          <ac:chgData name="徐志嘉" userId="4f4e22b3-2ff2-4e81-a7cc-1ce68c8c1bc8" providerId="ADAL" clId="{8FE5560E-E352-4DEE-8EBA-694459070AD4}" dt="2023-03-09T07:14:47.095" v="6884" actId="1076"/>
          <ac:spMkLst>
            <pc:docMk/>
            <pc:sldMk cId="1424881894" sldId="555"/>
            <ac:spMk id="13" creationId="{1579BFC8-0A33-277D-4ED2-6D811C7EE953}"/>
          </ac:spMkLst>
        </pc:spChg>
        <pc:spChg chg="add del mod">
          <ac:chgData name="徐志嘉" userId="4f4e22b3-2ff2-4e81-a7cc-1ce68c8c1bc8" providerId="ADAL" clId="{8FE5560E-E352-4DEE-8EBA-694459070AD4}" dt="2023-03-09T07:14:04.810" v="6851"/>
          <ac:spMkLst>
            <pc:docMk/>
            <pc:sldMk cId="1424881894" sldId="555"/>
            <ac:spMk id="14" creationId="{6AE4C5E1-4214-E929-7D5E-BBD1002ACF94}"/>
          </ac:spMkLst>
        </pc:spChg>
        <pc:graphicFrameChg chg="del">
          <ac:chgData name="徐志嘉" userId="4f4e22b3-2ff2-4e81-a7cc-1ce68c8c1bc8" providerId="ADAL" clId="{8FE5560E-E352-4DEE-8EBA-694459070AD4}" dt="2023-03-09T07:13:28.573" v="6844" actId="478"/>
          <ac:graphicFrameMkLst>
            <pc:docMk/>
            <pc:sldMk cId="1424881894" sldId="555"/>
            <ac:graphicFrameMk id="7" creationId="{5ED20CBD-C100-AA21-2C54-0A281548003F}"/>
          </ac:graphicFrameMkLst>
        </pc:graphicFrameChg>
        <pc:picChg chg="add mod">
          <ac:chgData name="徐志嘉" userId="4f4e22b3-2ff2-4e81-a7cc-1ce68c8c1bc8" providerId="ADAL" clId="{8FE5560E-E352-4DEE-8EBA-694459070AD4}" dt="2023-03-09T07:14:40.233" v="6883" actId="1076"/>
          <ac:picMkLst>
            <pc:docMk/>
            <pc:sldMk cId="1424881894" sldId="555"/>
            <ac:picMk id="15" creationId="{C08BAC72-FD28-CB1B-D159-1FC7FD195162}"/>
          </ac:picMkLst>
        </pc:picChg>
        <pc:picChg chg="del mod">
          <ac:chgData name="徐志嘉" userId="4f4e22b3-2ff2-4e81-a7cc-1ce68c8c1bc8" providerId="ADAL" clId="{8FE5560E-E352-4DEE-8EBA-694459070AD4}" dt="2023-03-09T07:14:03.969" v="6850" actId="21"/>
          <ac:picMkLst>
            <pc:docMk/>
            <pc:sldMk cId="1424881894" sldId="555"/>
            <ac:picMk id="3074" creationId="{A92411E7-01D7-51BE-7297-18B0A666909A}"/>
          </ac:picMkLst>
        </pc:picChg>
        <pc:cxnChg chg="del">
          <ac:chgData name="徐志嘉" userId="4f4e22b3-2ff2-4e81-a7cc-1ce68c8c1bc8" providerId="ADAL" clId="{8FE5560E-E352-4DEE-8EBA-694459070AD4}" dt="2023-03-09T07:10:06.243" v="6737" actId="478"/>
          <ac:cxnSpMkLst>
            <pc:docMk/>
            <pc:sldMk cId="1424881894" sldId="555"/>
            <ac:cxnSpMk id="3" creationId="{CD132EEF-9D04-85B1-B7AC-558DC4F66821}"/>
          </ac:cxnSpMkLst>
        </pc:cxnChg>
        <pc:cxnChg chg="del">
          <ac:chgData name="徐志嘉" userId="4f4e22b3-2ff2-4e81-a7cc-1ce68c8c1bc8" providerId="ADAL" clId="{8FE5560E-E352-4DEE-8EBA-694459070AD4}" dt="2023-03-09T07:10:06.876" v="6738" actId="478"/>
          <ac:cxnSpMkLst>
            <pc:docMk/>
            <pc:sldMk cId="1424881894" sldId="555"/>
            <ac:cxnSpMk id="4" creationId="{D5C93508-50C3-CA61-10D2-6D523AB74B78}"/>
          </ac:cxnSpMkLst>
        </pc:cxnChg>
        <pc:cxnChg chg="del">
          <ac:chgData name="徐志嘉" userId="4f4e22b3-2ff2-4e81-a7cc-1ce68c8c1bc8" providerId="ADAL" clId="{8FE5560E-E352-4DEE-8EBA-694459070AD4}" dt="2023-03-09T07:10:08.171" v="6740" actId="478"/>
          <ac:cxnSpMkLst>
            <pc:docMk/>
            <pc:sldMk cId="1424881894" sldId="555"/>
            <ac:cxnSpMk id="5" creationId="{4383D268-437B-E2FC-658C-00373D009A46}"/>
          </ac:cxnSpMkLst>
        </pc:cxnChg>
        <pc:cxnChg chg="del">
          <ac:chgData name="徐志嘉" userId="4f4e22b3-2ff2-4e81-a7cc-1ce68c8c1bc8" providerId="ADAL" clId="{8FE5560E-E352-4DEE-8EBA-694459070AD4}" dt="2023-03-09T07:10:07.314" v="6739" actId="478"/>
          <ac:cxnSpMkLst>
            <pc:docMk/>
            <pc:sldMk cId="1424881894" sldId="555"/>
            <ac:cxnSpMk id="8" creationId="{C2AA81C8-993A-BCAC-80A4-88B07AD1FE4A}"/>
          </ac:cxnSpMkLst>
        </pc:cxnChg>
        <pc:cxnChg chg="add del mod">
          <ac:chgData name="徐志嘉" userId="4f4e22b3-2ff2-4e81-a7cc-1ce68c8c1bc8" providerId="ADAL" clId="{8FE5560E-E352-4DEE-8EBA-694459070AD4}" dt="2023-03-09T07:13:26.844" v="6843" actId="478"/>
          <ac:cxnSpMkLst>
            <pc:docMk/>
            <pc:sldMk cId="1424881894" sldId="555"/>
            <ac:cxnSpMk id="11" creationId="{54954326-376A-234F-8F8C-CEAF71FE1B9D}"/>
          </ac:cxnSpMkLst>
        </pc:cxnChg>
      </pc:sldChg>
      <pc:sldChg chg="addSp delSp modSp add mod">
        <pc:chgData name="徐志嘉" userId="4f4e22b3-2ff2-4e81-a7cc-1ce68c8c1bc8" providerId="ADAL" clId="{8FE5560E-E352-4DEE-8EBA-694459070AD4}" dt="2023-03-09T08:23:45.079" v="6928" actId="27918"/>
        <pc:sldMkLst>
          <pc:docMk/>
          <pc:sldMk cId="1309442527" sldId="556"/>
        </pc:sldMkLst>
        <pc:spChg chg="del">
          <ac:chgData name="徐志嘉" userId="4f4e22b3-2ff2-4e81-a7cc-1ce68c8c1bc8" providerId="ADAL" clId="{8FE5560E-E352-4DEE-8EBA-694459070AD4}" dt="2023-03-09T08:08:16.753" v="6886" actId="478"/>
          <ac:spMkLst>
            <pc:docMk/>
            <pc:sldMk cId="1309442527" sldId="556"/>
            <ac:spMk id="3" creationId="{D03F04AE-505D-5628-0F8B-8893767DFB5B}"/>
          </ac:spMkLst>
        </pc:spChg>
        <pc:spChg chg="add del mod">
          <ac:chgData name="徐志嘉" userId="4f4e22b3-2ff2-4e81-a7cc-1ce68c8c1bc8" providerId="ADAL" clId="{8FE5560E-E352-4DEE-8EBA-694459070AD4}" dt="2023-03-09T08:08:29.551" v="6895"/>
          <ac:spMkLst>
            <pc:docMk/>
            <pc:sldMk cId="1309442527" sldId="556"/>
            <ac:spMk id="5" creationId="{B169DA10-5E37-25C4-A57F-59FC88C729B5}"/>
          </ac:spMkLst>
        </pc:spChg>
        <pc:spChg chg="add del">
          <ac:chgData name="徐志嘉" userId="4f4e22b3-2ff2-4e81-a7cc-1ce68c8c1bc8" providerId="ADAL" clId="{8FE5560E-E352-4DEE-8EBA-694459070AD4}" dt="2023-03-09T08:08:32.588" v="6896" actId="478"/>
          <ac:spMkLst>
            <pc:docMk/>
            <pc:sldMk cId="1309442527" sldId="556"/>
            <ac:spMk id="8" creationId="{B2039101-1BB1-2A4E-21B4-D1AEBF1BFF96}"/>
          </ac:spMkLst>
        </pc:spChg>
        <pc:spChg chg="add del">
          <ac:chgData name="徐志嘉" userId="4f4e22b3-2ff2-4e81-a7cc-1ce68c8c1bc8" providerId="ADAL" clId="{8FE5560E-E352-4DEE-8EBA-694459070AD4}" dt="2023-03-09T08:08:32.588" v="6896" actId="478"/>
          <ac:spMkLst>
            <pc:docMk/>
            <pc:sldMk cId="1309442527" sldId="556"/>
            <ac:spMk id="9" creationId="{2F8B14BF-C087-2BC9-9A04-B979ECAAF431}"/>
          </ac:spMkLst>
        </pc:spChg>
        <pc:spChg chg="add del">
          <ac:chgData name="徐志嘉" userId="4f4e22b3-2ff2-4e81-a7cc-1ce68c8c1bc8" providerId="ADAL" clId="{8FE5560E-E352-4DEE-8EBA-694459070AD4}" dt="2023-03-09T08:08:32.588" v="6896" actId="478"/>
          <ac:spMkLst>
            <pc:docMk/>
            <pc:sldMk cId="1309442527" sldId="556"/>
            <ac:spMk id="10" creationId="{FB781DA4-7B9B-2BA4-60FC-6AAB5CF11E36}"/>
          </ac:spMkLst>
        </pc:spChg>
        <pc:spChg chg="add del">
          <ac:chgData name="徐志嘉" userId="4f4e22b3-2ff2-4e81-a7cc-1ce68c8c1bc8" providerId="ADAL" clId="{8FE5560E-E352-4DEE-8EBA-694459070AD4}" dt="2023-03-09T08:08:32.588" v="6896" actId="478"/>
          <ac:spMkLst>
            <pc:docMk/>
            <pc:sldMk cId="1309442527" sldId="556"/>
            <ac:spMk id="11" creationId="{3B071FD1-C6E4-7A40-BD08-C992893F12F8}"/>
          </ac:spMkLst>
        </pc:spChg>
        <pc:spChg chg="add del">
          <ac:chgData name="徐志嘉" userId="4f4e22b3-2ff2-4e81-a7cc-1ce68c8c1bc8" providerId="ADAL" clId="{8FE5560E-E352-4DEE-8EBA-694459070AD4}" dt="2023-03-09T08:08:32.588" v="6896" actId="478"/>
          <ac:spMkLst>
            <pc:docMk/>
            <pc:sldMk cId="1309442527" sldId="556"/>
            <ac:spMk id="12" creationId="{1CF95349-AA18-DE5B-50FB-0D650A0AA427}"/>
          </ac:spMkLst>
        </pc:spChg>
        <pc:spChg chg="add mod">
          <ac:chgData name="徐志嘉" userId="4f4e22b3-2ff2-4e81-a7cc-1ce68c8c1bc8" providerId="ADAL" clId="{8FE5560E-E352-4DEE-8EBA-694459070AD4}" dt="2023-03-09T08:11:40.011" v="6917" actId="207"/>
          <ac:spMkLst>
            <pc:docMk/>
            <pc:sldMk cId="1309442527" sldId="556"/>
            <ac:spMk id="16" creationId="{1CDEC500-BABB-D6F4-23F8-09B65AA7CEA7}"/>
          </ac:spMkLst>
        </pc:spChg>
        <pc:spChg chg="add mod">
          <ac:chgData name="徐志嘉" userId="4f4e22b3-2ff2-4e81-a7cc-1ce68c8c1bc8" providerId="ADAL" clId="{8FE5560E-E352-4DEE-8EBA-694459070AD4}" dt="2023-03-09T08:09:34.038" v="6906" actId="207"/>
          <ac:spMkLst>
            <pc:docMk/>
            <pc:sldMk cId="1309442527" sldId="556"/>
            <ac:spMk id="17" creationId="{59E5C1BF-9EA5-9068-1107-45A3AC101C93}"/>
          </ac:spMkLst>
        </pc:spChg>
        <pc:spChg chg="add mod">
          <ac:chgData name="徐志嘉" userId="4f4e22b3-2ff2-4e81-a7cc-1ce68c8c1bc8" providerId="ADAL" clId="{8FE5560E-E352-4DEE-8EBA-694459070AD4}" dt="2023-03-09T08:11:08.894" v="6915" actId="207"/>
          <ac:spMkLst>
            <pc:docMk/>
            <pc:sldMk cId="1309442527" sldId="556"/>
            <ac:spMk id="18" creationId="{73141B38-19AE-4B93-6BD6-EA91DAE1C9D4}"/>
          </ac:spMkLst>
        </pc:spChg>
        <pc:graphicFrameChg chg="add del">
          <ac:chgData name="徐志嘉" userId="4f4e22b3-2ff2-4e81-a7cc-1ce68c8c1bc8" providerId="ADAL" clId="{8FE5560E-E352-4DEE-8EBA-694459070AD4}" dt="2023-03-09T08:08:32.588" v="6896" actId="478"/>
          <ac:graphicFrameMkLst>
            <pc:docMk/>
            <pc:sldMk cId="1309442527" sldId="556"/>
            <ac:graphicFrameMk id="6" creationId="{C8D266C6-BD49-B345-3B28-B2CFEFBF6EC0}"/>
          </ac:graphicFrameMkLst>
        </pc:graphicFrameChg>
        <pc:graphicFrameChg chg="add del">
          <ac:chgData name="徐志嘉" userId="4f4e22b3-2ff2-4e81-a7cc-1ce68c8c1bc8" providerId="ADAL" clId="{8FE5560E-E352-4DEE-8EBA-694459070AD4}" dt="2023-03-09T08:08:32.588" v="6896" actId="478"/>
          <ac:graphicFrameMkLst>
            <pc:docMk/>
            <pc:sldMk cId="1309442527" sldId="556"/>
            <ac:graphicFrameMk id="7" creationId="{96DBE7C1-C1BA-82E1-CD33-426C571B8397}"/>
          </ac:graphicFrameMkLst>
        </pc:graphicFrameChg>
        <pc:graphicFrameChg chg="add mod">
          <ac:chgData name="徐志嘉" userId="4f4e22b3-2ff2-4e81-a7cc-1ce68c8c1bc8" providerId="ADAL" clId="{8FE5560E-E352-4DEE-8EBA-694459070AD4}" dt="2023-03-09T08:08:27.437" v="6891"/>
          <ac:graphicFrameMkLst>
            <pc:docMk/>
            <pc:sldMk cId="1309442527" sldId="556"/>
            <ac:graphicFrameMk id="14" creationId="{8E6AF7DB-F521-2E59-73BE-F8988EF2EA64}"/>
          </ac:graphicFrameMkLst>
        </pc:graphicFrameChg>
        <pc:graphicFrameChg chg="add mod">
          <ac:chgData name="徐志嘉" userId="4f4e22b3-2ff2-4e81-a7cc-1ce68c8c1bc8" providerId="ADAL" clId="{8FE5560E-E352-4DEE-8EBA-694459070AD4}" dt="2023-03-09T08:23:42.579" v="6925" actId="403"/>
          <ac:graphicFrameMkLst>
            <pc:docMk/>
            <pc:sldMk cId="1309442527" sldId="556"/>
            <ac:graphicFrameMk id="15" creationId="{8E6AF7DB-F521-2E59-73BE-F8988EF2EA64}"/>
          </ac:graphicFrameMkLst>
        </pc:graphicFrameChg>
        <pc:cxnChg chg="add del">
          <ac:chgData name="徐志嘉" userId="4f4e22b3-2ff2-4e81-a7cc-1ce68c8c1bc8" providerId="ADAL" clId="{8FE5560E-E352-4DEE-8EBA-694459070AD4}" dt="2023-03-09T08:08:32.588" v="6896" actId="478"/>
          <ac:cxnSpMkLst>
            <pc:docMk/>
            <pc:sldMk cId="1309442527" sldId="556"/>
            <ac:cxnSpMk id="13" creationId="{D348FB54-9624-3DC2-F17D-AE8EB142DC5C}"/>
          </ac:cxnSpMkLst>
        </pc:cxnChg>
      </pc:sldChg>
      <pc:sldChg chg="del">
        <pc:chgData name="徐志嘉" userId="4f4e22b3-2ff2-4e81-a7cc-1ce68c8c1bc8" providerId="ADAL" clId="{8FE5560E-E352-4DEE-8EBA-694459070AD4}" dt="2023-03-07T05:52:48.098" v="60" actId="47"/>
        <pc:sldMkLst>
          <pc:docMk/>
          <pc:sldMk cId="4038689681" sldId="730"/>
        </pc:sldMkLst>
      </pc:sldChg>
      <pc:sldChg chg="del">
        <pc:chgData name="徐志嘉" userId="4f4e22b3-2ff2-4e81-a7cc-1ce68c8c1bc8" providerId="ADAL" clId="{8FE5560E-E352-4DEE-8EBA-694459070AD4}" dt="2023-03-07T05:52:48.098" v="60" actId="47"/>
        <pc:sldMkLst>
          <pc:docMk/>
          <pc:sldMk cId="2027784308" sldId="731"/>
        </pc:sldMkLst>
      </pc:sldChg>
      <pc:sldChg chg="del">
        <pc:chgData name="徐志嘉" userId="4f4e22b3-2ff2-4e81-a7cc-1ce68c8c1bc8" providerId="ADAL" clId="{8FE5560E-E352-4DEE-8EBA-694459070AD4}" dt="2023-03-07T05:52:48.098" v="60" actId="47"/>
        <pc:sldMkLst>
          <pc:docMk/>
          <pc:sldMk cId="3909844303" sldId="734"/>
        </pc:sldMkLst>
      </pc:sldChg>
      <pc:sldChg chg="del">
        <pc:chgData name="徐志嘉" userId="4f4e22b3-2ff2-4e81-a7cc-1ce68c8c1bc8" providerId="ADAL" clId="{8FE5560E-E352-4DEE-8EBA-694459070AD4}" dt="2023-03-07T05:52:48.098" v="60" actId="47"/>
        <pc:sldMkLst>
          <pc:docMk/>
          <pc:sldMk cId="4028972452" sldId="735"/>
        </pc:sldMkLst>
      </pc:sldChg>
      <pc:sldChg chg="del">
        <pc:chgData name="徐志嘉" userId="4f4e22b3-2ff2-4e81-a7cc-1ce68c8c1bc8" providerId="ADAL" clId="{8FE5560E-E352-4DEE-8EBA-694459070AD4}" dt="2023-03-07T05:52:48.098" v="60" actId="47"/>
        <pc:sldMkLst>
          <pc:docMk/>
          <pc:sldMk cId="1328844212" sldId="738"/>
        </pc:sldMkLst>
      </pc:sldChg>
      <pc:sldChg chg="del">
        <pc:chgData name="徐志嘉" userId="4f4e22b3-2ff2-4e81-a7cc-1ce68c8c1bc8" providerId="ADAL" clId="{8FE5560E-E352-4DEE-8EBA-694459070AD4}" dt="2023-03-07T05:52:48.098" v="60" actId="47"/>
        <pc:sldMkLst>
          <pc:docMk/>
          <pc:sldMk cId="3182743858" sldId="739"/>
        </pc:sldMkLst>
      </pc:sldChg>
      <pc:sldChg chg="del">
        <pc:chgData name="徐志嘉" userId="4f4e22b3-2ff2-4e81-a7cc-1ce68c8c1bc8" providerId="ADAL" clId="{8FE5560E-E352-4DEE-8EBA-694459070AD4}" dt="2023-03-07T05:52:48.098" v="60" actId="47"/>
        <pc:sldMkLst>
          <pc:docMk/>
          <pc:sldMk cId="1643755427" sldId="740"/>
        </pc:sldMkLst>
      </pc:sldChg>
      <pc:sldChg chg="del">
        <pc:chgData name="徐志嘉" userId="4f4e22b3-2ff2-4e81-a7cc-1ce68c8c1bc8" providerId="ADAL" clId="{8FE5560E-E352-4DEE-8EBA-694459070AD4}" dt="2023-03-07T05:52:48.098" v="60" actId="47"/>
        <pc:sldMkLst>
          <pc:docMk/>
          <pc:sldMk cId="1313774599" sldId="743"/>
        </pc:sldMkLst>
      </pc:sldChg>
      <pc:sldChg chg="del">
        <pc:chgData name="徐志嘉" userId="4f4e22b3-2ff2-4e81-a7cc-1ce68c8c1bc8" providerId="ADAL" clId="{8FE5560E-E352-4DEE-8EBA-694459070AD4}" dt="2023-03-07T05:52:48.098" v="60" actId="47"/>
        <pc:sldMkLst>
          <pc:docMk/>
          <pc:sldMk cId="3818832205" sldId="744"/>
        </pc:sldMkLst>
      </pc:sldChg>
      <pc:sldChg chg="del">
        <pc:chgData name="徐志嘉" userId="4f4e22b3-2ff2-4e81-a7cc-1ce68c8c1bc8" providerId="ADAL" clId="{8FE5560E-E352-4DEE-8EBA-694459070AD4}" dt="2023-03-07T05:52:48.098" v="60" actId="47"/>
        <pc:sldMkLst>
          <pc:docMk/>
          <pc:sldMk cId="1298609736" sldId="745"/>
        </pc:sldMkLst>
      </pc:sldChg>
      <pc:sldChg chg="del">
        <pc:chgData name="徐志嘉" userId="4f4e22b3-2ff2-4e81-a7cc-1ce68c8c1bc8" providerId="ADAL" clId="{8FE5560E-E352-4DEE-8EBA-694459070AD4}" dt="2023-03-07T05:52:48.098" v="60" actId="47"/>
        <pc:sldMkLst>
          <pc:docMk/>
          <pc:sldMk cId="3832857923" sldId="746"/>
        </pc:sldMkLst>
      </pc:sldChg>
      <pc:sldChg chg="del">
        <pc:chgData name="徐志嘉" userId="4f4e22b3-2ff2-4e81-a7cc-1ce68c8c1bc8" providerId="ADAL" clId="{8FE5560E-E352-4DEE-8EBA-694459070AD4}" dt="2023-03-07T05:52:48.098" v="60" actId="47"/>
        <pc:sldMkLst>
          <pc:docMk/>
          <pc:sldMk cId="3911545161" sldId="747"/>
        </pc:sldMkLst>
      </pc:sldChg>
      <pc:sldMasterChg chg="addSp delSp modSp mod modSldLayout">
        <pc:chgData name="徐志嘉" userId="4f4e22b3-2ff2-4e81-a7cc-1ce68c8c1bc8" providerId="ADAL" clId="{8FE5560E-E352-4DEE-8EBA-694459070AD4}" dt="2023-03-07T06:42:48.783" v="344" actId="14100"/>
        <pc:sldMasterMkLst>
          <pc:docMk/>
          <pc:sldMasterMk cId="0" sldId="2147483660"/>
        </pc:sldMasterMkLst>
        <pc:spChg chg="mod">
          <ac:chgData name="徐志嘉" userId="4f4e22b3-2ff2-4e81-a7cc-1ce68c8c1bc8" providerId="ADAL" clId="{8FE5560E-E352-4DEE-8EBA-694459070AD4}" dt="2023-03-07T06:24:15.399" v="126" actId="20577"/>
          <ac:spMkLst>
            <pc:docMk/>
            <pc:sldMasterMk cId="0" sldId="2147483660"/>
            <ac:spMk id="7" creationId="{00000000-0000-0000-0000-000000000000}"/>
          </ac:spMkLst>
        </pc:spChg>
        <pc:spChg chg="mod">
          <ac:chgData name="徐志嘉" userId="4f4e22b3-2ff2-4e81-a7cc-1ce68c8c1bc8" providerId="ADAL" clId="{8FE5560E-E352-4DEE-8EBA-694459070AD4}" dt="2023-03-07T06:28:55.473" v="176" actId="20577"/>
          <ac:spMkLst>
            <pc:docMk/>
            <pc:sldMasterMk cId="0" sldId="2147483660"/>
            <ac:spMk id="15" creationId="{00000000-0000-0000-0000-000000000000}"/>
          </ac:spMkLst>
        </pc:spChg>
        <pc:spChg chg="mod">
          <ac:chgData name="徐志嘉" userId="4f4e22b3-2ff2-4e81-a7cc-1ce68c8c1bc8" providerId="ADAL" clId="{8FE5560E-E352-4DEE-8EBA-694459070AD4}" dt="2023-03-07T06:42:15.623" v="341" actId="14100"/>
          <ac:spMkLst>
            <pc:docMk/>
            <pc:sldMasterMk cId="0" sldId="2147483660"/>
            <ac:spMk id="4098" creationId="{00000000-0000-0000-0000-000000000000}"/>
          </ac:spMkLst>
        </pc:spChg>
        <pc:spChg chg="mod">
          <ac:chgData name="徐志嘉" userId="4f4e22b3-2ff2-4e81-a7cc-1ce68c8c1bc8" providerId="ADAL" clId="{8FE5560E-E352-4DEE-8EBA-694459070AD4}" dt="2023-03-07T06:42:03.599" v="332" actId="14100"/>
          <ac:spMkLst>
            <pc:docMk/>
            <pc:sldMasterMk cId="0" sldId="2147483660"/>
            <ac:spMk id="4099" creationId="{00000000-0000-0000-0000-000000000000}"/>
          </ac:spMkLst>
        </pc:spChg>
        <pc:cxnChg chg="add del mod">
          <ac:chgData name="徐志嘉" userId="4f4e22b3-2ff2-4e81-a7cc-1ce68c8c1bc8" providerId="ADAL" clId="{8FE5560E-E352-4DEE-8EBA-694459070AD4}" dt="2023-03-07T06:42:02.510" v="330" actId="11529"/>
          <ac:cxnSpMkLst>
            <pc:docMk/>
            <pc:sldMasterMk cId="0" sldId="2147483660"/>
            <ac:cxnSpMk id="3" creationId="{2DD7C543-EC2B-0157-D580-D333C933F95D}"/>
          </ac:cxnSpMkLst>
        </pc:cxnChg>
        <pc:sldLayoutChg chg="addSp delSp modSp mod">
          <pc:chgData name="徐志嘉" userId="4f4e22b3-2ff2-4e81-a7cc-1ce68c8c1bc8" providerId="ADAL" clId="{8FE5560E-E352-4DEE-8EBA-694459070AD4}" dt="2023-03-07T06:34:34.699" v="209" actId="2711"/>
          <pc:sldLayoutMkLst>
            <pc:docMk/>
            <pc:sldMasterMk cId="0" sldId="2147483660"/>
            <pc:sldLayoutMk cId="0" sldId="2147483661"/>
          </pc:sldLayoutMkLst>
          <pc:spChg chg="mod">
            <ac:chgData name="徐志嘉" userId="4f4e22b3-2ff2-4e81-a7cc-1ce68c8c1bc8" providerId="ADAL" clId="{8FE5560E-E352-4DEE-8EBA-694459070AD4}" dt="2023-03-07T06:34:30.278" v="208" actId="2711"/>
            <ac:spMkLst>
              <pc:docMk/>
              <pc:sldMasterMk cId="0" sldId="2147483660"/>
              <pc:sldLayoutMk cId="0" sldId="2147483661"/>
              <ac:spMk id="2" creationId="{00000000-0000-0000-0000-000000000000}"/>
            </ac:spMkLst>
          </pc:spChg>
          <pc:spChg chg="mod">
            <ac:chgData name="徐志嘉" userId="4f4e22b3-2ff2-4e81-a7cc-1ce68c8c1bc8" providerId="ADAL" clId="{8FE5560E-E352-4DEE-8EBA-694459070AD4}" dt="2023-03-07T06:34:34.699" v="209" actId="2711"/>
            <ac:spMkLst>
              <pc:docMk/>
              <pc:sldMasterMk cId="0" sldId="2147483660"/>
              <pc:sldLayoutMk cId="0" sldId="2147483661"/>
              <ac:spMk id="3" creationId="{00000000-0000-0000-0000-000000000000}"/>
            </ac:spMkLst>
          </pc:spChg>
          <pc:picChg chg="del">
            <ac:chgData name="徐志嘉" userId="4f4e22b3-2ff2-4e81-a7cc-1ce68c8c1bc8" providerId="ADAL" clId="{8FE5560E-E352-4DEE-8EBA-694459070AD4}" dt="2023-03-07T06:23:07.232" v="120" actId="478"/>
            <ac:picMkLst>
              <pc:docMk/>
              <pc:sldMasterMk cId="0" sldId="2147483660"/>
              <pc:sldLayoutMk cId="0" sldId="2147483661"/>
              <ac:picMk id="5" creationId="{00000000-0000-0000-0000-000000000000}"/>
            </ac:picMkLst>
          </pc:picChg>
          <pc:picChg chg="add del">
            <ac:chgData name="徐志嘉" userId="4f4e22b3-2ff2-4e81-a7cc-1ce68c8c1bc8" providerId="ADAL" clId="{8FE5560E-E352-4DEE-8EBA-694459070AD4}" dt="2023-03-07T06:05:46.062" v="119" actId="478"/>
            <ac:picMkLst>
              <pc:docMk/>
              <pc:sldMasterMk cId="0" sldId="2147483660"/>
              <pc:sldLayoutMk cId="0" sldId="2147483661"/>
              <ac:picMk id="1026" creationId="{34484184-F19F-A6DE-C297-3D976AB7D93F}"/>
            </ac:picMkLst>
          </pc:picChg>
          <pc:picChg chg="add mod">
            <ac:chgData name="徐志嘉" userId="4f4e22b3-2ff2-4e81-a7cc-1ce68c8c1bc8" providerId="ADAL" clId="{8FE5560E-E352-4DEE-8EBA-694459070AD4}" dt="2023-03-07T06:23:48.646" v="125" actId="732"/>
            <ac:picMkLst>
              <pc:docMk/>
              <pc:sldMasterMk cId="0" sldId="2147483660"/>
              <pc:sldLayoutMk cId="0" sldId="2147483661"/>
              <ac:picMk id="1026" creationId="{BA0283D1-4F0A-B54B-1A2C-3E62E6FF9C54}"/>
            </ac:picMkLst>
          </pc:picChg>
        </pc:sldLayoutChg>
        <pc:sldLayoutChg chg="addSp delSp modSp mod">
          <pc:chgData name="徐志嘉" userId="4f4e22b3-2ff2-4e81-a7cc-1ce68c8c1bc8" providerId="ADAL" clId="{8FE5560E-E352-4DEE-8EBA-694459070AD4}" dt="2023-03-07T06:42:48.783" v="344" actId="14100"/>
          <pc:sldLayoutMkLst>
            <pc:docMk/>
            <pc:sldMasterMk cId="0" sldId="2147483660"/>
            <pc:sldLayoutMk cId="0" sldId="2147483662"/>
          </pc:sldLayoutMkLst>
          <pc:spChg chg="mod">
            <ac:chgData name="徐志嘉" userId="4f4e22b3-2ff2-4e81-a7cc-1ce68c8c1bc8" providerId="ADAL" clId="{8FE5560E-E352-4DEE-8EBA-694459070AD4}" dt="2023-03-07T06:42:44.431" v="343" actId="14100"/>
            <ac:spMkLst>
              <pc:docMk/>
              <pc:sldMasterMk cId="0" sldId="2147483660"/>
              <pc:sldLayoutMk cId="0" sldId="2147483662"/>
              <ac:spMk id="2" creationId="{00000000-0000-0000-0000-000000000000}"/>
            </ac:spMkLst>
          </pc:spChg>
          <pc:spChg chg="mod">
            <ac:chgData name="徐志嘉" userId="4f4e22b3-2ff2-4e81-a7cc-1ce68c8c1bc8" providerId="ADAL" clId="{8FE5560E-E352-4DEE-8EBA-694459070AD4}" dt="2023-03-07T06:42:48.783" v="344" actId="14100"/>
            <ac:spMkLst>
              <pc:docMk/>
              <pc:sldMasterMk cId="0" sldId="2147483660"/>
              <pc:sldLayoutMk cId="0" sldId="2147483662"/>
              <ac:spMk id="3" creationId="{00000000-0000-0000-0000-000000000000}"/>
            </ac:spMkLst>
          </pc:spChg>
          <pc:cxnChg chg="add del mod">
            <ac:chgData name="徐志嘉" userId="4f4e22b3-2ff2-4e81-a7cc-1ce68c8c1bc8" providerId="ADAL" clId="{8FE5560E-E352-4DEE-8EBA-694459070AD4}" dt="2023-03-07T06:41:56.998" v="323"/>
            <ac:cxnSpMkLst>
              <pc:docMk/>
              <pc:sldMasterMk cId="0" sldId="2147483660"/>
              <pc:sldLayoutMk cId="0" sldId="2147483662"/>
              <ac:cxnSpMk id="7" creationId="{2F8BC1A4-8173-1439-1093-18D1D4383613}"/>
            </ac:cxnSpMkLst>
          </pc:cxnChg>
          <pc:cxnChg chg="add mod">
            <ac:chgData name="徐志嘉" userId="4f4e22b3-2ff2-4e81-a7cc-1ce68c8c1bc8" providerId="ADAL" clId="{8FE5560E-E352-4DEE-8EBA-694459070AD4}" dt="2023-03-07T06:42:20.906" v="342"/>
            <ac:cxnSpMkLst>
              <pc:docMk/>
              <pc:sldMasterMk cId="0" sldId="2147483660"/>
              <pc:sldLayoutMk cId="0" sldId="2147483662"/>
              <ac:cxnSpMk id="8" creationId="{0C49E2A3-7E15-EF96-83E4-BD2E3B19AE3F}"/>
            </ac:cxnSpMkLst>
          </pc:cxnChg>
        </pc:sldLayoutChg>
      </pc:sldMasterChg>
    </pc:docChg>
  </pc:docChgLst>
  <pc:docChgLst>
    <pc:chgData name="徐志嘉" userId="4f4e22b3-2ff2-4e81-a7cc-1ce68c8c1bc8" providerId="ADAL" clId="{39D4A37E-9991-4686-B771-75935559E58F}"/>
    <pc:docChg chg="undo redo custSel addSld delSld modSld sldOrd modMainMaster">
      <pc:chgData name="徐志嘉" userId="4f4e22b3-2ff2-4e81-a7cc-1ce68c8c1bc8" providerId="ADAL" clId="{39D4A37E-9991-4686-B771-75935559E58F}" dt="2023-05-11T08:20:46.847" v="4179"/>
      <pc:docMkLst>
        <pc:docMk/>
      </pc:docMkLst>
      <pc:sldChg chg="del">
        <pc:chgData name="徐志嘉" userId="4f4e22b3-2ff2-4e81-a7cc-1ce68c8c1bc8" providerId="ADAL" clId="{39D4A37E-9991-4686-B771-75935559E58F}" dt="2023-05-10T08:03:20.288" v="78" actId="47"/>
        <pc:sldMkLst>
          <pc:docMk/>
          <pc:sldMk cId="875176709" sldId="271"/>
        </pc:sldMkLst>
      </pc:sldChg>
      <pc:sldChg chg="del">
        <pc:chgData name="徐志嘉" userId="4f4e22b3-2ff2-4e81-a7cc-1ce68c8c1bc8" providerId="ADAL" clId="{39D4A37E-9991-4686-B771-75935559E58F}" dt="2023-05-10T08:03:20.288" v="78" actId="47"/>
        <pc:sldMkLst>
          <pc:docMk/>
          <pc:sldMk cId="3606242411" sldId="272"/>
        </pc:sldMkLst>
      </pc:sldChg>
      <pc:sldChg chg="del">
        <pc:chgData name="徐志嘉" userId="4f4e22b3-2ff2-4e81-a7cc-1ce68c8c1bc8" providerId="ADAL" clId="{39D4A37E-9991-4686-B771-75935559E58F}" dt="2023-05-10T08:03:20.288" v="78" actId="47"/>
        <pc:sldMkLst>
          <pc:docMk/>
          <pc:sldMk cId="1678320007" sldId="274"/>
        </pc:sldMkLst>
      </pc:sldChg>
      <pc:sldChg chg="modSp mod">
        <pc:chgData name="徐志嘉" userId="4f4e22b3-2ff2-4e81-a7cc-1ce68c8c1bc8" providerId="ADAL" clId="{39D4A37E-9991-4686-B771-75935559E58F}" dt="2023-05-10T07:58:24.570" v="77" actId="6549"/>
        <pc:sldMkLst>
          <pc:docMk/>
          <pc:sldMk cId="2698383243" sldId="331"/>
        </pc:sldMkLst>
        <pc:spChg chg="mod">
          <ac:chgData name="徐志嘉" userId="4f4e22b3-2ff2-4e81-a7cc-1ce68c8c1bc8" providerId="ADAL" clId="{39D4A37E-9991-4686-B771-75935559E58F}" dt="2023-05-08T08:08:50.079" v="1" actId="20577"/>
          <ac:spMkLst>
            <pc:docMk/>
            <pc:sldMk cId="2698383243" sldId="331"/>
            <ac:spMk id="4" creationId="{00000000-0000-0000-0000-000000000000}"/>
          </ac:spMkLst>
        </pc:spChg>
        <pc:spChg chg="mod">
          <ac:chgData name="徐志嘉" userId="4f4e22b3-2ff2-4e81-a7cc-1ce68c8c1bc8" providerId="ADAL" clId="{39D4A37E-9991-4686-B771-75935559E58F}" dt="2023-05-10T07:58:24.570" v="77" actId="6549"/>
          <ac:spMkLst>
            <pc:docMk/>
            <pc:sldMk cId="2698383243" sldId="331"/>
            <ac:spMk id="5" creationId="{00000000-0000-0000-0000-000000000000}"/>
          </ac:spMkLst>
        </pc:spChg>
      </pc:sldChg>
      <pc:sldChg chg="modSp mod">
        <pc:chgData name="徐志嘉" userId="4f4e22b3-2ff2-4e81-a7cc-1ce68c8c1bc8" providerId="ADAL" clId="{39D4A37E-9991-4686-B771-75935559E58F}" dt="2023-05-10T12:52:48.715" v="2187" actId="20577"/>
        <pc:sldMkLst>
          <pc:docMk/>
          <pc:sldMk cId="3898483853" sldId="332"/>
        </pc:sldMkLst>
        <pc:spChg chg="mod">
          <ac:chgData name="徐志嘉" userId="4f4e22b3-2ff2-4e81-a7cc-1ce68c8c1bc8" providerId="ADAL" clId="{39D4A37E-9991-4686-B771-75935559E58F}" dt="2023-05-10T12:52:48.715" v="2187" actId="20577"/>
          <ac:spMkLst>
            <pc:docMk/>
            <pc:sldMk cId="3898483853" sldId="332"/>
            <ac:spMk id="3" creationId="{E0F37168-329F-C8A0-4262-5F8D77239542}"/>
          </ac:spMkLst>
        </pc:spChg>
      </pc:sldChg>
      <pc:sldChg chg="del">
        <pc:chgData name="徐志嘉" userId="4f4e22b3-2ff2-4e81-a7cc-1ce68c8c1bc8" providerId="ADAL" clId="{39D4A37E-9991-4686-B771-75935559E58F}" dt="2023-05-10T08:34:20.866" v="440" actId="47"/>
        <pc:sldMkLst>
          <pc:docMk/>
          <pc:sldMk cId="1740342789" sldId="492"/>
        </pc:sldMkLst>
      </pc:sldChg>
      <pc:sldChg chg="del">
        <pc:chgData name="徐志嘉" userId="4f4e22b3-2ff2-4e81-a7cc-1ce68c8c1bc8" providerId="ADAL" clId="{39D4A37E-9991-4686-B771-75935559E58F}" dt="2023-05-10T08:22:00.919" v="278" actId="47"/>
        <pc:sldMkLst>
          <pc:docMk/>
          <pc:sldMk cId="3917991048" sldId="529"/>
        </pc:sldMkLst>
      </pc:sldChg>
      <pc:sldChg chg="addSp delSp modSp mod">
        <pc:chgData name="徐志嘉" userId="4f4e22b3-2ff2-4e81-a7cc-1ce68c8c1bc8" providerId="ADAL" clId="{39D4A37E-9991-4686-B771-75935559E58F}" dt="2023-05-11T06:12:01.355" v="3616" actId="1076"/>
        <pc:sldMkLst>
          <pc:docMk/>
          <pc:sldMk cId="3513744940" sldId="530"/>
        </pc:sldMkLst>
        <pc:spChg chg="del">
          <ac:chgData name="徐志嘉" userId="4f4e22b3-2ff2-4e81-a7cc-1ce68c8c1bc8" providerId="ADAL" clId="{39D4A37E-9991-4686-B771-75935559E58F}" dt="2023-05-10T08:23:03.739" v="280" actId="478"/>
          <ac:spMkLst>
            <pc:docMk/>
            <pc:sldMk cId="3513744940" sldId="530"/>
            <ac:spMk id="4" creationId="{03634123-ACCC-1806-FE96-50F6DCFBFD46}"/>
          </ac:spMkLst>
        </pc:spChg>
        <pc:spChg chg="del">
          <ac:chgData name="徐志嘉" userId="4f4e22b3-2ff2-4e81-a7cc-1ce68c8c1bc8" providerId="ADAL" clId="{39D4A37E-9991-4686-B771-75935559E58F}" dt="2023-05-10T08:23:03.739" v="280" actId="478"/>
          <ac:spMkLst>
            <pc:docMk/>
            <pc:sldMk cId="3513744940" sldId="530"/>
            <ac:spMk id="7" creationId="{4053AC7C-4C5A-D8DB-C2ED-9A9FCCCF4DB4}"/>
          </ac:spMkLst>
        </pc:spChg>
        <pc:spChg chg="del">
          <ac:chgData name="徐志嘉" userId="4f4e22b3-2ff2-4e81-a7cc-1ce68c8c1bc8" providerId="ADAL" clId="{39D4A37E-9991-4686-B771-75935559E58F}" dt="2023-05-10T08:23:03.739" v="280" actId="478"/>
          <ac:spMkLst>
            <pc:docMk/>
            <pc:sldMk cId="3513744940" sldId="530"/>
            <ac:spMk id="8" creationId="{F8B7D490-02A7-5141-57D5-3B2A5EE290B9}"/>
          </ac:spMkLst>
        </pc:spChg>
        <pc:spChg chg="del">
          <ac:chgData name="徐志嘉" userId="4f4e22b3-2ff2-4e81-a7cc-1ce68c8c1bc8" providerId="ADAL" clId="{39D4A37E-9991-4686-B771-75935559E58F}" dt="2023-05-10T08:23:03.739" v="280" actId="478"/>
          <ac:spMkLst>
            <pc:docMk/>
            <pc:sldMk cId="3513744940" sldId="530"/>
            <ac:spMk id="11" creationId="{471B01EA-3D68-4004-716F-67111DFDA07A}"/>
          </ac:spMkLst>
        </pc:spChg>
        <pc:spChg chg="del">
          <ac:chgData name="徐志嘉" userId="4f4e22b3-2ff2-4e81-a7cc-1ce68c8c1bc8" providerId="ADAL" clId="{39D4A37E-9991-4686-B771-75935559E58F}" dt="2023-05-10T08:23:03.739" v="280" actId="478"/>
          <ac:spMkLst>
            <pc:docMk/>
            <pc:sldMk cId="3513744940" sldId="530"/>
            <ac:spMk id="12" creationId="{F752A52F-B381-7E71-C752-EEF6221531D8}"/>
          </ac:spMkLst>
        </pc:spChg>
        <pc:spChg chg="del">
          <ac:chgData name="徐志嘉" userId="4f4e22b3-2ff2-4e81-a7cc-1ce68c8c1bc8" providerId="ADAL" clId="{39D4A37E-9991-4686-B771-75935559E58F}" dt="2023-05-10T08:23:03.739" v="280" actId="478"/>
          <ac:spMkLst>
            <pc:docMk/>
            <pc:sldMk cId="3513744940" sldId="530"/>
            <ac:spMk id="13" creationId="{F8D95514-88DE-52A5-CF88-9BF2C418D329}"/>
          </ac:spMkLst>
        </pc:spChg>
        <pc:spChg chg="del">
          <ac:chgData name="徐志嘉" userId="4f4e22b3-2ff2-4e81-a7cc-1ce68c8c1bc8" providerId="ADAL" clId="{39D4A37E-9991-4686-B771-75935559E58F}" dt="2023-05-10T08:23:03.739" v="280" actId="478"/>
          <ac:spMkLst>
            <pc:docMk/>
            <pc:sldMk cId="3513744940" sldId="530"/>
            <ac:spMk id="15" creationId="{337D6E0C-647E-51A3-1C53-18468CF0AF47}"/>
          </ac:spMkLst>
        </pc:spChg>
        <pc:spChg chg="del">
          <ac:chgData name="徐志嘉" userId="4f4e22b3-2ff2-4e81-a7cc-1ce68c8c1bc8" providerId="ADAL" clId="{39D4A37E-9991-4686-B771-75935559E58F}" dt="2023-05-10T08:23:03.739" v="280" actId="478"/>
          <ac:spMkLst>
            <pc:docMk/>
            <pc:sldMk cId="3513744940" sldId="530"/>
            <ac:spMk id="24" creationId="{8751ADFA-EFA4-96F0-D1FC-D267D2513C7A}"/>
          </ac:spMkLst>
        </pc:spChg>
        <pc:spChg chg="del">
          <ac:chgData name="徐志嘉" userId="4f4e22b3-2ff2-4e81-a7cc-1ce68c8c1bc8" providerId="ADAL" clId="{39D4A37E-9991-4686-B771-75935559E58F}" dt="2023-05-10T08:23:03.739" v="280" actId="478"/>
          <ac:spMkLst>
            <pc:docMk/>
            <pc:sldMk cId="3513744940" sldId="530"/>
            <ac:spMk id="35" creationId="{AFE1F639-06A6-B653-9CA6-825EBFB205A3}"/>
          </ac:spMkLst>
        </pc:spChg>
        <pc:spChg chg="del">
          <ac:chgData name="徐志嘉" userId="4f4e22b3-2ff2-4e81-a7cc-1ce68c8c1bc8" providerId="ADAL" clId="{39D4A37E-9991-4686-B771-75935559E58F}" dt="2023-05-10T08:23:03.739" v="280" actId="478"/>
          <ac:spMkLst>
            <pc:docMk/>
            <pc:sldMk cId="3513744940" sldId="530"/>
            <ac:spMk id="43" creationId="{B60069C0-EF79-B0D4-85B9-40EF1839D4B5}"/>
          </ac:spMkLst>
        </pc:spChg>
        <pc:spChg chg="del">
          <ac:chgData name="徐志嘉" userId="4f4e22b3-2ff2-4e81-a7cc-1ce68c8c1bc8" providerId="ADAL" clId="{39D4A37E-9991-4686-B771-75935559E58F}" dt="2023-05-10T08:23:03.739" v="280" actId="478"/>
          <ac:spMkLst>
            <pc:docMk/>
            <pc:sldMk cId="3513744940" sldId="530"/>
            <ac:spMk id="45" creationId="{8E85AFDA-40B6-CCAC-214F-327CAF3740B3}"/>
          </ac:spMkLst>
        </pc:spChg>
        <pc:spChg chg="del">
          <ac:chgData name="徐志嘉" userId="4f4e22b3-2ff2-4e81-a7cc-1ce68c8c1bc8" providerId="ADAL" clId="{39D4A37E-9991-4686-B771-75935559E58F}" dt="2023-05-10T08:23:03.739" v="280" actId="478"/>
          <ac:spMkLst>
            <pc:docMk/>
            <pc:sldMk cId="3513744940" sldId="530"/>
            <ac:spMk id="46" creationId="{3F6ED777-3D2E-EED9-1703-6E8DDE8AF69F}"/>
          </ac:spMkLst>
        </pc:spChg>
        <pc:spChg chg="del">
          <ac:chgData name="徐志嘉" userId="4f4e22b3-2ff2-4e81-a7cc-1ce68c8c1bc8" providerId="ADAL" clId="{39D4A37E-9991-4686-B771-75935559E58F}" dt="2023-05-10T08:23:03.739" v="280" actId="478"/>
          <ac:spMkLst>
            <pc:docMk/>
            <pc:sldMk cId="3513744940" sldId="530"/>
            <ac:spMk id="47" creationId="{B09BA466-F685-1D27-3697-BEC1E0BAD56E}"/>
          </ac:spMkLst>
        </pc:spChg>
        <pc:spChg chg="del">
          <ac:chgData name="徐志嘉" userId="4f4e22b3-2ff2-4e81-a7cc-1ce68c8c1bc8" providerId="ADAL" clId="{39D4A37E-9991-4686-B771-75935559E58F}" dt="2023-05-10T08:23:03.739" v="280" actId="478"/>
          <ac:spMkLst>
            <pc:docMk/>
            <pc:sldMk cId="3513744940" sldId="530"/>
            <ac:spMk id="48" creationId="{CEA38BA0-107E-3C48-7C63-601DE0B6BBB9}"/>
          </ac:spMkLst>
        </pc:spChg>
        <pc:spChg chg="del">
          <ac:chgData name="徐志嘉" userId="4f4e22b3-2ff2-4e81-a7cc-1ce68c8c1bc8" providerId="ADAL" clId="{39D4A37E-9991-4686-B771-75935559E58F}" dt="2023-05-10T08:23:03.739" v="280" actId="478"/>
          <ac:spMkLst>
            <pc:docMk/>
            <pc:sldMk cId="3513744940" sldId="530"/>
            <ac:spMk id="49" creationId="{7B0E16B6-39C9-EBDD-3801-C1554E9A1B99}"/>
          </ac:spMkLst>
        </pc:spChg>
        <pc:spChg chg="del">
          <ac:chgData name="徐志嘉" userId="4f4e22b3-2ff2-4e81-a7cc-1ce68c8c1bc8" providerId="ADAL" clId="{39D4A37E-9991-4686-B771-75935559E58F}" dt="2023-05-10T08:23:03.739" v="280" actId="478"/>
          <ac:spMkLst>
            <pc:docMk/>
            <pc:sldMk cId="3513744940" sldId="530"/>
            <ac:spMk id="56" creationId="{87A641DA-D035-FE64-C474-9D6142D16D57}"/>
          </ac:spMkLst>
        </pc:spChg>
        <pc:spChg chg="del">
          <ac:chgData name="徐志嘉" userId="4f4e22b3-2ff2-4e81-a7cc-1ce68c8c1bc8" providerId="ADAL" clId="{39D4A37E-9991-4686-B771-75935559E58F}" dt="2023-05-10T08:23:03.739" v="280" actId="478"/>
          <ac:spMkLst>
            <pc:docMk/>
            <pc:sldMk cId="3513744940" sldId="530"/>
            <ac:spMk id="57" creationId="{F9C673F7-E642-2575-B271-D300A926FC4A}"/>
          </ac:spMkLst>
        </pc:spChg>
        <pc:spChg chg="del">
          <ac:chgData name="徐志嘉" userId="4f4e22b3-2ff2-4e81-a7cc-1ce68c8c1bc8" providerId="ADAL" clId="{39D4A37E-9991-4686-B771-75935559E58F}" dt="2023-05-10T08:23:03.739" v="280" actId="478"/>
          <ac:spMkLst>
            <pc:docMk/>
            <pc:sldMk cId="3513744940" sldId="530"/>
            <ac:spMk id="58" creationId="{2FAD1035-9F8E-235B-DCD1-6D8DA2CF33BF}"/>
          </ac:spMkLst>
        </pc:spChg>
        <pc:spChg chg="del">
          <ac:chgData name="徐志嘉" userId="4f4e22b3-2ff2-4e81-a7cc-1ce68c8c1bc8" providerId="ADAL" clId="{39D4A37E-9991-4686-B771-75935559E58F}" dt="2023-05-10T08:23:03.739" v="280" actId="478"/>
          <ac:spMkLst>
            <pc:docMk/>
            <pc:sldMk cId="3513744940" sldId="530"/>
            <ac:spMk id="59" creationId="{E1B08DDC-7284-D885-D952-877CF07CDA56}"/>
          </ac:spMkLst>
        </pc:spChg>
        <pc:spChg chg="add del mod">
          <ac:chgData name="徐志嘉" userId="4f4e22b3-2ff2-4e81-a7cc-1ce68c8c1bc8" providerId="ADAL" clId="{39D4A37E-9991-4686-B771-75935559E58F}" dt="2023-05-10T08:23:21.322" v="284"/>
          <ac:spMkLst>
            <pc:docMk/>
            <pc:sldMk cId="3513744940" sldId="530"/>
            <ac:spMk id="62" creationId="{AF4775F2-8BD6-B106-F422-FCB1414D92A4}"/>
          </ac:spMkLst>
        </pc:spChg>
        <pc:spChg chg="add del mod">
          <ac:chgData name="徐志嘉" userId="4f4e22b3-2ff2-4e81-a7cc-1ce68c8c1bc8" providerId="ADAL" clId="{39D4A37E-9991-4686-B771-75935559E58F}" dt="2023-05-10T08:23:21.322" v="284"/>
          <ac:spMkLst>
            <pc:docMk/>
            <pc:sldMk cId="3513744940" sldId="530"/>
            <ac:spMk id="63" creationId="{1A839B37-696B-2BA0-C4C8-4EEE655108F7}"/>
          </ac:spMkLst>
        </pc:spChg>
        <pc:spChg chg="add del mod">
          <ac:chgData name="徐志嘉" userId="4f4e22b3-2ff2-4e81-a7cc-1ce68c8c1bc8" providerId="ADAL" clId="{39D4A37E-9991-4686-B771-75935559E58F}" dt="2023-05-10T08:23:21.322" v="284"/>
          <ac:spMkLst>
            <pc:docMk/>
            <pc:sldMk cId="3513744940" sldId="530"/>
            <ac:spMk id="64" creationId="{92CF730C-FB37-16EF-1F48-B31E30C0D20D}"/>
          </ac:spMkLst>
        </pc:spChg>
        <pc:spChg chg="add del mod">
          <ac:chgData name="徐志嘉" userId="4f4e22b3-2ff2-4e81-a7cc-1ce68c8c1bc8" providerId="ADAL" clId="{39D4A37E-9991-4686-B771-75935559E58F}" dt="2023-05-10T08:23:21.322" v="284"/>
          <ac:spMkLst>
            <pc:docMk/>
            <pc:sldMk cId="3513744940" sldId="530"/>
            <ac:spMk id="67" creationId="{18ED2D07-E24F-BEE6-DE6A-0794183411E9}"/>
          </ac:spMkLst>
        </pc:spChg>
        <pc:spChg chg="add del mod">
          <ac:chgData name="徐志嘉" userId="4f4e22b3-2ff2-4e81-a7cc-1ce68c8c1bc8" providerId="ADAL" clId="{39D4A37E-9991-4686-B771-75935559E58F}" dt="2023-05-10T08:23:21.322" v="284"/>
          <ac:spMkLst>
            <pc:docMk/>
            <pc:sldMk cId="3513744940" sldId="530"/>
            <ac:spMk id="68" creationId="{FDE71FD6-0402-95E9-3CD8-89EC2C3D58B8}"/>
          </ac:spMkLst>
        </pc:spChg>
        <pc:spChg chg="add del mod">
          <ac:chgData name="徐志嘉" userId="4f4e22b3-2ff2-4e81-a7cc-1ce68c8c1bc8" providerId="ADAL" clId="{39D4A37E-9991-4686-B771-75935559E58F}" dt="2023-05-10T08:23:21.322" v="284"/>
          <ac:spMkLst>
            <pc:docMk/>
            <pc:sldMk cId="3513744940" sldId="530"/>
            <ac:spMk id="71" creationId="{A96BF3CD-4AFE-15EC-85C7-5273256C6684}"/>
          </ac:spMkLst>
        </pc:spChg>
        <pc:spChg chg="add del mod">
          <ac:chgData name="徐志嘉" userId="4f4e22b3-2ff2-4e81-a7cc-1ce68c8c1bc8" providerId="ADAL" clId="{39D4A37E-9991-4686-B771-75935559E58F}" dt="2023-05-10T08:23:21.322" v="284"/>
          <ac:spMkLst>
            <pc:docMk/>
            <pc:sldMk cId="3513744940" sldId="530"/>
            <ac:spMk id="72" creationId="{0E7A252F-6F17-C60B-75C1-FB5FE446FB09}"/>
          </ac:spMkLst>
        </pc:spChg>
        <pc:spChg chg="add del mod">
          <ac:chgData name="徐志嘉" userId="4f4e22b3-2ff2-4e81-a7cc-1ce68c8c1bc8" providerId="ADAL" clId="{39D4A37E-9991-4686-B771-75935559E58F}" dt="2023-05-10T08:23:21.322" v="284"/>
          <ac:spMkLst>
            <pc:docMk/>
            <pc:sldMk cId="3513744940" sldId="530"/>
            <ac:spMk id="74" creationId="{40B96702-0808-7758-C652-77D60E989707}"/>
          </ac:spMkLst>
        </pc:spChg>
        <pc:spChg chg="mod">
          <ac:chgData name="徐志嘉" userId="4f4e22b3-2ff2-4e81-a7cc-1ce68c8c1bc8" providerId="ADAL" clId="{39D4A37E-9991-4686-B771-75935559E58F}" dt="2023-05-10T08:23:13.538" v="281"/>
          <ac:spMkLst>
            <pc:docMk/>
            <pc:sldMk cId="3513744940" sldId="530"/>
            <ac:spMk id="79" creationId="{6CE11300-FD89-E744-4BE9-09FF5BE9CB1B}"/>
          </ac:spMkLst>
        </pc:spChg>
        <pc:spChg chg="mod">
          <ac:chgData name="徐志嘉" userId="4f4e22b3-2ff2-4e81-a7cc-1ce68c8c1bc8" providerId="ADAL" clId="{39D4A37E-9991-4686-B771-75935559E58F}" dt="2023-05-10T08:23:13.538" v="281"/>
          <ac:spMkLst>
            <pc:docMk/>
            <pc:sldMk cId="3513744940" sldId="530"/>
            <ac:spMk id="80" creationId="{B5EC39BE-B02D-25DD-3136-472CC738FE21}"/>
          </ac:spMkLst>
        </pc:spChg>
        <pc:spChg chg="mod">
          <ac:chgData name="徐志嘉" userId="4f4e22b3-2ff2-4e81-a7cc-1ce68c8c1bc8" providerId="ADAL" clId="{39D4A37E-9991-4686-B771-75935559E58F}" dt="2023-05-10T08:23:13.538" v="281"/>
          <ac:spMkLst>
            <pc:docMk/>
            <pc:sldMk cId="3513744940" sldId="530"/>
            <ac:spMk id="82" creationId="{A8B411D5-248F-DBC2-5FB7-DD8706569170}"/>
          </ac:spMkLst>
        </pc:spChg>
        <pc:spChg chg="mod">
          <ac:chgData name="徐志嘉" userId="4f4e22b3-2ff2-4e81-a7cc-1ce68c8c1bc8" providerId="ADAL" clId="{39D4A37E-9991-4686-B771-75935559E58F}" dt="2023-05-10T08:23:13.538" v="281"/>
          <ac:spMkLst>
            <pc:docMk/>
            <pc:sldMk cId="3513744940" sldId="530"/>
            <ac:spMk id="83" creationId="{FCE3FD41-9FE7-A6E5-7D10-328568D2DAB7}"/>
          </ac:spMkLst>
        </pc:spChg>
        <pc:spChg chg="add del mod">
          <ac:chgData name="徐志嘉" userId="4f4e22b3-2ff2-4e81-a7cc-1ce68c8c1bc8" providerId="ADAL" clId="{39D4A37E-9991-4686-B771-75935559E58F}" dt="2023-05-10T08:23:21.322" v="284"/>
          <ac:spMkLst>
            <pc:docMk/>
            <pc:sldMk cId="3513744940" sldId="530"/>
            <ac:spMk id="84" creationId="{4CEDD704-3FF5-4B12-40E6-125A68A411BB}"/>
          </ac:spMkLst>
        </pc:spChg>
        <pc:spChg chg="add del mod">
          <ac:chgData name="徐志嘉" userId="4f4e22b3-2ff2-4e81-a7cc-1ce68c8c1bc8" providerId="ADAL" clId="{39D4A37E-9991-4686-B771-75935559E58F}" dt="2023-05-10T08:23:21.322" v="284"/>
          <ac:spMkLst>
            <pc:docMk/>
            <pc:sldMk cId="3513744940" sldId="530"/>
            <ac:spMk id="91" creationId="{106D8F0B-4FFD-C281-03FB-AD26A8E0328A}"/>
          </ac:spMkLst>
        </pc:spChg>
        <pc:spChg chg="add del mod">
          <ac:chgData name="徐志嘉" userId="4f4e22b3-2ff2-4e81-a7cc-1ce68c8c1bc8" providerId="ADAL" clId="{39D4A37E-9991-4686-B771-75935559E58F}" dt="2023-05-10T08:23:21.322" v="284"/>
          <ac:spMkLst>
            <pc:docMk/>
            <pc:sldMk cId="3513744940" sldId="530"/>
            <ac:spMk id="93" creationId="{E07C63C8-E14A-1702-1F02-472514C0C994}"/>
          </ac:spMkLst>
        </pc:spChg>
        <pc:spChg chg="add del mod">
          <ac:chgData name="徐志嘉" userId="4f4e22b3-2ff2-4e81-a7cc-1ce68c8c1bc8" providerId="ADAL" clId="{39D4A37E-9991-4686-B771-75935559E58F}" dt="2023-05-10T08:23:21.322" v="284"/>
          <ac:spMkLst>
            <pc:docMk/>
            <pc:sldMk cId="3513744940" sldId="530"/>
            <ac:spMk id="94" creationId="{5BD20BFB-D025-E10F-E5A2-AE2D7BE903A5}"/>
          </ac:spMkLst>
        </pc:spChg>
        <pc:spChg chg="add del mod">
          <ac:chgData name="徐志嘉" userId="4f4e22b3-2ff2-4e81-a7cc-1ce68c8c1bc8" providerId="ADAL" clId="{39D4A37E-9991-4686-B771-75935559E58F}" dt="2023-05-10T08:23:21.322" v="284"/>
          <ac:spMkLst>
            <pc:docMk/>
            <pc:sldMk cId="3513744940" sldId="530"/>
            <ac:spMk id="97" creationId="{4DDCF77C-1A23-8451-99EC-0DBDD90BB748}"/>
          </ac:spMkLst>
        </pc:spChg>
        <pc:spChg chg="add del mod">
          <ac:chgData name="徐志嘉" userId="4f4e22b3-2ff2-4e81-a7cc-1ce68c8c1bc8" providerId="ADAL" clId="{39D4A37E-9991-4686-B771-75935559E58F}" dt="2023-05-10T08:23:21.322" v="284"/>
          <ac:spMkLst>
            <pc:docMk/>
            <pc:sldMk cId="3513744940" sldId="530"/>
            <ac:spMk id="98" creationId="{F896ADC5-93C8-811B-00B1-4D6870CC58DF}"/>
          </ac:spMkLst>
        </pc:spChg>
        <pc:spChg chg="add del mod">
          <ac:chgData name="徐志嘉" userId="4f4e22b3-2ff2-4e81-a7cc-1ce68c8c1bc8" providerId="ADAL" clId="{39D4A37E-9991-4686-B771-75935559E58F}" dt="2023-05-10T08:23:21.322" v="284"/>
          <ac:spMkLst>
            <pc:docMk/>
            <pc:sldMk cId="3513744940" sldId="530"/>
            <ac:spMk id="99" creationId="{D3966796-F27F-AC80-33DE-7DF537CB5979}"/>
          </ac:spMkLst>
        </pc:spChg>
        <pc:spChg chg="add del mod">
          <ac:chgData name="徐志嘉" userId="4f4e22b3-2ff2-4e81-a7cc-1ce68c8c1bc8" providerId="ADAL" clId="{39D4A37E-9991-4686-B771-75935559E58F}" dt="2023-05-10T08:23:21.322" v="284"/>
          <ac:spMkLst>
            <pc:docMk/>
            <pc:sldMk cId="3513744940" sldId="530"/>
            <ac:spMk id="106" creationId="{447968B0-A497-6514-C284-24BAC82BDC9D}"/>
          </ac:spMkLst>
        </pc:spChg>
        <pc:spChg chg="add del mod">
          <ac:chgData name="徐志嘉" userId="4f4e22b3-2ff2-4e81-a7cc-1ce68c8c1bc8" providerId="ADAL" clId="{39D4A37E-9991-4686-B771-75935559E58F}" dt="2023-05-10T08:23:21.322" v="284"/>
          <ac:spMkLst>
            <pc:docMk/>
            <pc:sldMk cId="3513744940" sldId="530"/>
            <ac:spMk id="107" creationId="{7218FC5A-297A-6303-2428-94416B83E353}"/>
          </ac:spMkLst>
        </pc:spChg>
        <pc:spChg chg="add del mod">
          <ac:chgData name="徐志嘉" userId="4f4e22b3-2ff2-4e81-a7cc-1ce68c8c1bc8" providerId="ADAL" clId="{39D4A37E-9991-4686-B771-75935559E58F}" dt="2023-05-10T08:23:21.322" v="284"/>
          <ac:spMkLst>
            <pc:docMk/>
            <pc:sldMk cId="3513744940" sldId="530"/>
            <ac:spMk id="108" creationId="{FD09CE7E-30DC-3C08-C4EE-F23438EA80B3}"/>
          </ac:spMkLst>
        </pc:spChg>
        <pc:spChg chg="add del mod">
          <ac:chgData name="徐志嘉" userId="4f4e22b3-2ff2-4e81-a7cc-1ce68c8c1bc8" providerId="ADAL" clId="{39D4A37E-9991-4686-B771-75935559E58F}" dt="2023-05-10T08:23:21.322" v="284"/>
          <ac:spMkLst>
            <pc:docMk/>
            <pc:sldMk cId="3513744940" sldId="530"/>
            <ac:spMk id="109" creationId="{C67364AC-8DA1-F23F-87EF-4A942E642D71}"/>
          </ac:spMkLst>
        </pc:spChg>
        <pc:spChg chg="add del mod">
          <ac:chgData name="徐志嘉" userId="4f4e22b3-2ff2-4e81-a7cc-1ce68c8c1bc8" providerId="ADAL" clId="{39D4A37E-9991-4686-B771-75935559E58F}" dt="2023-05-10T08:23:21.322" v="284"/>
          <ac:spMkLst>
            <pc:docMk/>
            <pc:sldMk cId="3513744940" sldId="530"/>
            <ac:spMk id="110" creationId="{1810408A-4370-1AB3-FCF7-E8E57C43ECC4}"/>
          </ac:spMkLst>
        </pc:spChg>
        <pc:spChg chg="add del mod">
          <ac:chgData name="徐志嘉" userId="4f4e22b3-2ff2-4e81-a7cc-1ce68c8c1bc8" providerId="ADAL" clId="{39D4A37E-9991-4686-B771-75935559E58F}" dt="2023-05-10T08:23:21.322" v="284"/>
          <ac:spMkLst>
            <pc:docMk/>
            <pc:sldMk cId="3513744940" sldId="530"/>
            <ac:spMk id="113" creationId="{2B908DB2-AFAF-33CF-983D-7F58354483B0}"/>
          </ac:spMkLst>
        </pc:spChg>
        <pc:spChg chg="add del mod">
          <ac:chgData name="徐志嘉" userId="4f4e22b3-2ff2-4e81-a7cc-1ce68c8c1bc8" providerId="ADAL" clId="{39D4A37E-9991-4686-B771-75935559E58F}" dt="2023-05-10T08:23:21.322" v="284"/>
          <ac:spMkLst>
            <pc:docMk/>
            <pc:sldMk cId="3513744940" sldId="530"/>
            <ac:spMk id="114" creationId="{2304F00F-D611-6006-730B-4874917059DC}"/>
          </ac:spMkLst>
        </pc:spChg>
        <pc:spChg chg="add del mod">
          <ac:chgData name="徐志嘉" userId="4f4e22b3-2ff2-4e81-a7cc-1ce68c8c1bc8" providerId="ADAL" clId="{39D4A37E-9991-4686-B771-75935559E58F}" dt="2023-05-10T08:23:21.322" v="284"/>
          <ac:spMkLst>
            <pc:docMk/>
            <pc:sldMk cId="3513744940" sldId="530"/>
            <ac:spMk id="116" creationId="{4A8038D7-D511-5575-31EC-E7C7A9793BA5}"/>
          </ac:spMkLst>
        </pc:spChg>
        <pc:spChg chg="add del mod">
          <ac:chgData name="徐志嘉" userId="4f4e22b3-2ff2-4e81-a7cc-1ce68c8c1bc8" providerId="ADAL" clId="{39D4A37E-9991-4686-B771-75935559E58F}" dt="2023-05-10T08:23:21.322" v="284"/>
          <ac:spMkLst>
            <pc:docMk/>
            <pc:sldMk cId="3513744940" sldId="530"/>
            <ac:spMk id="117" creationId="{904E46AA-ED22-0512-18DE-5332B2B211A5}"/>
          </ac:spMkLst>
        </pc:spChg>
        <pc:spChg chg="add mod">
          <ac:chgData name="徐志嘉" userId="4f4e22b3-2ff2-4e81-a7cc-1ce68c8c1bc8" providerId="ADAL" clId="{39D4A37E-9991-4686-B771-75935559E58F}" dt="2023-05-10T08:30:22.476" v="405" actId="1036"/>
          <ac:spMkLst>
            <pc:docMk/>
            <pc:sldMk cId="3513744940" sldId="530"/>
            <ac:spMk id="120" creationId="{19A2B85A-82FF-DD19-BC45-23F534E146DD}"/>
          </ac:spMkLst>
        </pc:spChg>
        <pc:spChg chg="add mod">
          <ac:chgData name="徐志嘉" userId="4f4e22b3-2ff2-4e81-a7cc-1ce68c8c1bc8" providerId="ADAL" clId="{39D4A37E-9991-4686-B771-75935559E58F}" dt="2023-05-10T08:30:22.476" v="405" actId="1036"/>
          <ac:spMkLst>
            <pc:docMk/>
            <pc:sldMk cId="3513744940" sldId="530"/>
            <ac:spMk id="121" creationId="{09D9FC9A-F91F-59BE-CE92-E3777D5E1E42}"/>
          </ac:spMkLst>
        </pc:spChg>
        <pc:spChg chg="add mod">
          <ac:chgData name="徐志嘉" userId="4f4e22b3-2ff2-4e81-a7cc-1ce68c8c1bc8" providerId="ADAL" clId="{39D4A37E-9991-4686-B771-75935559E58F}" dt="2023-05-10T08:30:22.476" v="405" actId="1036"/>
          <ac:spMkLst>
            <pc:docMk/>
            <pc:sldMk cId="3513744940" sldId="530"/>
            <ac:spMk id="124" creationId="{858C0EBE-3304-7D75-2D0D-746B8524E317}"/>
          </ac:spMkLst>
        </pc:spChg>
        <pc:spChg chg="add mod">
          <ac:chgData name="徐志嘉" userId="4f4e22b3-2ff2-4e81-a7cc-1ce68c8c1bc8" providerId="ADAL" clId="{39D4A37E-9991-4686-B771-75935559E58F}" dt="2023-05-10T08:30:22.476" v="405" actId="1036"/>
          <ac:spMkLst>
            <pc:docMk/>
            <pc:sldMk cId="3513744940" sldId="530"/>
            <ac:spMk id="125" creationId="{01F8F1D1-131E-DC15-EC8B-964D6D4E2B4A}"/>
          </ac:spMkLst>
        </pc:spChg>
        <pc:spChg chg="add mod">
          <ac:chgData name="徐志嘉" userId="4f4e22b3-2ff2-4e81-a7cc-1ce68c8c1bc8" providerId="ADAL" clId="{39D4A37E-9991-4686-B771-75935559E58F}" dt="2023-05-10T08:30:22.476" v="405" actId="1036"/>
          <ac:spMkLst>
            <pc:docMk/>
            <pc:sldMk cId="3513744940" sldId="530"/>
            <ac:spMk id="127" creationId="{A14AF894-1A11-EDDD-7F6C-6549299BB218}"/>
          </ac:spMkLst>
        </pc:spChg>
        <pc:spChg chg="add mod">
          <ac:chgData name="徐志嘉" userId="4f4e22b3-2ff2-4e81-a7cc-1ce68c8c1bc8" providerId="ADAL" clId="{39D4A37E-9991-4686-B771-75935559E58F}" dt="2023-05-10T08:30:22.476" v="405" actId="1036"/>
          <ac:spMkLst>
            <pc:docMk/>
            <pc:sldMk cId="3513744940" sldId="530"/>
            <ac:spMk id="131" creationId="{5B5420B3-9B25-429D-C433-0183D662BF1D}"/>
          </ac:spMkLst>
        </pc:spChg>
        <pc:spChg chg="add mod">
          <ac:chgData name="徐志嘉" userId="4f4e22b3-2ff2-4e81-a7cc-1ce68c8c1bc8" providerId="ADAL" clId="{39D4A37E-9991-4686-B771-75935559E58F}" dt="2023-05-10T08:30:22.476" v="405" actId="1036"/>
          <ac:spMkLst>
            <pc:docMk/>
            <pc:sldMk cId="3513744940" sldId="530"/>
            <ac:spMk id="132" creationId="{28223809-5A9E-ABB9-6693-575CE9A3CBF8}"/>
          </ac:spMkLst>
        </pc:spChg>
        <pc:spChg chg="add mod">
          <ac:chgData name="徐志嘉" userId="4f4e22b3-2ff2-4e81-a7cc-1ce68c8c1bc8" providerId="ADAL" clId="{39D4A37E-9991-4686-B771-75935559E58F}" dt="2023-05-10T08:30:51.559" v="408" actId="1076"/>
          <ac:spMkLst>
            <pc:docMk/>
            <pc:sldMk cId="3513744940" sldId="530"/>
            <ac:spMk id="133" creationId="{E94819D7-188A-4631-2E40-01B59901B2DF}"/>
          </ac:spMkLst>
        </pc:spChg>
        <pc:spChg chg="mod">
          <ac:chgData name="徐志嘉" userId="4f4e22b3-2ff2-4e81-a7cc-1ce68c8c1bc8" providerId="ADAL" clId="{39D4A37E-9991-4686-B771-75935559E58F}" dt="2023-05-10T08:24:33.288" v="291"/>
          <ac:spMkLst>
            <pc:docMk/>
            <pc:sldMk cId="3513744940" sldId="530"/>
            <ac:spMk id="135" creationId="{7E9C0782-3E22-11D3-CE69-074F3A079097}"/>
          </ac:spMkLst>
        </pc:spChg>
        <pc:spChg chg="mod">
          <ac:chgData name="徐志嘉" userId="4f4e22b3-2ff2-4e81-a7cc-1ce68c8c1bc8" providerId="ADAL" clId="{39D4A37E-9991-4686-B771-75935559E58F}" dt="2023-05-10T08:24:33.288" v="291"/>
          <ac:spMkLst>
            <pc:docMk/>
            <pc:sldMk cId="3513744940" sldId="530"/>
            <ac:spMk id="136" creationId="{87021E62-4550-3C8F-FB15-45E051469742}"/>
          </ac:spMkLst>
        </pc:spChg>
        <pc:spChg chg="mod">
          <ac:chgData name="徐志嘉" userId="4f4e22b3-2ff2-4e81-a7cc-1ce68c8c1bc8" providerId="ADAL" clId="{39D4A37E-9991-4686-B771-75935559E58F}" dt="2023-05-10T08:24:33.288" v="291"/>
          <ac:spMkLst>
            <pc:docMk/>
            <pc:sldMk cId="3513744940" sldId="530"/>
            <ac:spMk id="138" creationId="{3F6255F4-9253-CCBA-C4B6-9AF745EACD36}"/>
          </ac:spMkLst>
        </pc:spChg>
        <pc:spChg chg="mod">
          <ac:chgData name="徐志嘉" userId="4f4e22b3-2ff2-4e81-a7cc-1ce68c8c1bc8" providerId="ADAL" clId="{39D4A37E-9991-4686-B771-75935559E58F}" dt="2023-05-10T08:24:33.288" v="291"/>
          <ac:spMkLst>
            <pc:docMk/>
            <pc:sldMk cId="3513744940" sldId="530"/>
            <ac:spMk id="139" creationId="{98FC15DC-FFE6-971A-E793-949D40312037}"/>
          </ac:spMkLst>
        </pc:spChg>
        <pc:spChg chg="add mod">
          <ac:chgData name="徐志嘉" userId="4f4e22b3-2ff2-4e81-a7cc-1ce68c8c1bc8" providerId="ADAL" clId="{39D4A37E-9991-4686-B771-75935559E58F}" dt="2023-05-10T08:30:51.559" v="408" actId="1076"/>
          <ac:spMkLst>
            <pc:docMk/>
            <pc:sldMk cId="3513744940" sldId="530"/>
            <ac:spMk id="140" creationId="{0B2F890B-4BE6-208F-E734-B10C6DDE4B04}"/>
          </ac:spMkLst>
        </pc:spChg>
        <pc:spChg chg="add mod">
          <ac:chgData name="徐志嘉" userId="4f4e22b3-2ff2-4e81-a7cc-1ce68c8c1bc8" providerId="ADAL" clId="{39D4A37E-9991-4686-B771-75935559E58F}" dt="2023-05-10T08:30:51.559" v="408" actId="1076"/>
          <ac:spMkLst>
            <pc:docMk/>
            <pc:sldMk cId="3513744940" sldId="530"/>
            <ac:spMk id="147" creationId="{745FD72F-98DD-68F8-86D7-BAE2DC13BFBA}"/>
          </ac:spMkLst>
        </pc:spChg>
        <pc:spChg chg="add mod">
          <ac:chgData name="徐志嘉" userId="4f4e22b3-2ff2-4e81-a7cc-1ce68c8c1bc8" providerId="ADAL" clId="{39D4A37E-9991-4686-B771-75935559E58F}" dt="2023-05-10T08:30:51.559" v="408" actId="1076"/>
          <ac:spMkLst>
            <pc:docMk/>
            <pc:sldMk cId="3513744940" sldId="530"/>
            <ac:spMk id="149" creationId="{EDE464E6-5B53-B52D-5CF8-E256CCE8CEA2}"/>
          </ac:spMkLst>
        </pc:spChg>
        <pc:spChg chg="add mod">
          <ac:chgData name="徐志嘉" userId="4f4e22b3-2ff2-4e81-a7cc-1ce68c8c1bc8" providerId="ADAL" clId="{39D4A37E-9991-4686-B771-75935559E58F}" dt="2023-05-10T08:30:51.559" v="408" actId="1076"/>
          <ac:spMkLst>
            <pc:docMk/>
            <pc:sldMk cId="3513744940" sldId="530"/>
            <ac:spMk id="150" creationId="{8A16D7E4-59EE-F080-C27B-7BE3CD437B55}"/>
          </ac:spMkLst>
        </pc:spChg>
        <pc:spChg chg="add del mod">
          <ac:chgData name="徐志嘉" userId="4f4e22b3-2ff2-4e81-a7cc-1ce68c8c1bc8" providerId="ADAL" clId="{39D4A37E-9991-4686-B771-75935559E58F}" dt="2023-05-10T08:32:15.425" v="435" actId="1076"/>
          <ac:spMkLst>
            <pc:docMk/>
            <pc:sldMk cId="3513744940" sldId="530"/>
            <ac:spMk id="152" creationId="{7672D34E-881A-9091-217F-2B5BC4B33C6C}"/>
          </ac:spMkLst>
        </pc:spChg>
        <pc:spChg chg="add del mod">
          <ac:chgData name="徐志嘉" userId="4f4e22b3-2ff2-4e81-a7cc-1ce68c8c1bc8" providerId="ADAL" clId="{39D4A37E-9991-4686-B771-75935559E58F}" dt="2023-05-10T08:32:15.425" v="435" actId="1076"/>
          <ac:spMkLst>
            <pc:docMk/>
            <pc:sldMk cId="3513744940" sldId="530"/>
            <ac:spMk id="153" creationId="{6AF3A389-EEF4-D81B-196B-40758C6E1A2C}"/>
          </ac:spMkLst>
        </pc:spChg>
        <pc:spChg chg="add del mod">
          <ac:chgData name="徐志嘉" userId="4f4e22b3-2ff2-4e81-a7cc-1ce68c8c1bc8" providerId="ADAL" clId="{39D4A37E-9991-4686-B771-75935559E58F}" dt="2023-05-10T08:32:15.425" v="435" actId="1076"/>
          <ac:spMkLst>
            <pc:docMk/>
            <pc:sldMk cId="3513744940" sldId="530"/>
            <ac:spMk id="154" creationId="{1D4995A7-2A61-5540-22DF-6EB39F9A9FD5}"/>
          </ac:spMkLst>
        </pc:spChg>
        <pc:spChg chg="add del mod">
          <ac:chgData name="徐志嘉" userId="4f4e22b3-2ff2-4e81-a7cc-1ce68c8c1bc8" providerId="ADAL" clId="{39D4A37E-9991-4686-B771-75935559E58F}" dt="2023-05-10T08:32:15.425" v="435" actId="1076"/>
          <ac:spMkLst>
            <pc:docMk/>
            <pc:sldMk cId="3513744940" sldId="530"/>
            <ac:spMk id="157" creationId="{8F2C4B95-1BD3-2C28-D03D-1B88F7301FDF}"/>
          </ac:spMkLst>
        </pc:spChg>
        <pc:spChg chg="add del mod">
          <ac:chgData name="徐志嘉" userId="4f4e22b3-2ff2-4e81-a7cc-1ce68c8c1bc8" providerId="ADAL" clId="{39D4A37E-9991-4686-B771-75935559E58F}" dt="2023-05-10T08:31:58.444" v="421" actId="478"/>
          <ac:spMkLst>
            <pc:docMk/>
            <pc:sldMk cId="3513744940" sldId="530"/>
            <ac:spMk id="158" creationId="{E5692AB7-E6D7-1BF2-6198-30215CDBF3D8}"/>
          </ac:spMkLst>
        </pc:spChg>
        <pc:spChg chg="add del mod">
          <ac:chgData name="徐志嘉" userId="4f4e22b3-2ff2-4e81-a7cc-1ce68c8c1bc8" providerId="ADAL" clId="{39D4A37E-9991-4686-B771-75935559E58F}" dt="2023-05-10T08:31:58.444" v="421" actId="478"/>
          <ac:spMkLst>
            <pc:docMk/>
            <pc:sldMk cId="3513744940" sldId="530"/>
            <ac:spMk id="159" creationId="{69B72DAE-8DE2-9605-AA1F-8B8D364098FC}"/>
          </ac:spMkLst>
        </pc:spChg>
        <pc:spChg chg="add del mod">
          <ac:chgData name="徐志嘉" userId="4f4e22b3-2ff2-4e81-a7cc-1ce68c8c1bc8" providerId="ADAL" clId="{39D4A37E-9991-4686-B771-75935559E58F}" dt="2023-05-10T08:31:58.444" v="421" actId="478"/>
          <ac:spMkLst>
            <pc:docMk/>
            <pc:sldMk cId="3513744940" sldId="530"/>
            <ac:spMk id="160" creationId="{FC9A20C7-F46F-15C9-FA79-D01674FEF861}"/>
          </ac:spMkLst>
        </pc:spChg>
        <pc:spChg chg="add del mod">
          <ac:chgData name="徐志嘉" userId="4f4e22b3-2ff2-4e81-a7cc-1ce68c8c1bc8" providerId="ADAL" clId="{39D4A37E-9991-4686-B771-75935559E58F}" dt="2023-05-10T08:32:05.530" v="434" actId="478"/>
          <ac:spMkLst>
            <pc:docMk/>
            <pc:sldMk cId="3513744940" sldId="530"/>
            <ac:spMk id="163" creationId="{447469A6-40AE-0302-4468-B2AFC8B4BF9B}"/>
          </ac:spMkLst>
        </pc:spChg>
        <pc:spChg chg="add del mod">
          <ac:chgData name="徐志嘉" userId="4f4e22b3-2ff2-4e81-a7cc-1ce68c8c1bc8" providerId="ADAL" clId="{39D4A37E-9991-4686-B771-75935559E58F}" dt="2023-05-10T08:28:50.384" v="354" actId="478"/>
          <ac:spMkLst>
            <pc:docMk/>
            <pc:sldMk cId="3513744940" sldId="530"/>
            <ac:spMk id="164" creationId="{2B0234E4-99F5-4DFD-58F5-6FBD89B9B2E6}"/>
          </ac:spMkLst>
        </pc:spChg>
        <pc:spChg chg="add del mod">
          <ac:chgData name="徐志嘉" userId="4f4e22b3-2ff2-4e81-a7cc-1ce68c8c1bc8" providerId="ADAL" clId="{39D4A37E-9991-4686-B771-75935559E58F}" dt="2023-05-10T08:28:50.384" v="354" actId="478"/>
          <ac:spMkLst>
            <pc:docMk/>
            <pc:sldMk cId="3513744940" sldId="530"/>
            <ac:spMk id="165" creationId="{064FC00E-1099-8F44-88F8-54EB11660FC0}"/>
          </ac:spMkLst>
        </pc:spChg>
        <pc:spChg chg="add del mod">
          <ac:chgData name="徐志嘉" userId="4f4e22b3-2ff2-4e81-a7cc-1ce68c8c1bc8" providerId="ADAL" clId="{39D4A37E-9991-4686-B771-75935559E58F}" dt="2023-05-10T08:28:50.384" v="354" actId="478"/>
          <ac:spMkLst>
            <pc:docMk/>
            <pc:sldMk cId="3513744940" sldId="530"/>
            <ac:spMk id="172" creationId="{9498FF70-0E52-C574-37F6-53A14651890D}"/>
          </ac:spMkLst>
        </pc:spChg>
        <pc:spChg chg="add del mod">
          <ac:chgData name="徐志嘉" userId="4f4e22b3-2ff2-4e81-a7cc-1ce68c8c1bc8" providerId="ADAL" clId="{39D4A37E-9991-4686-B771-75935559E58F}" dt="2023-05-10T08:28:50.384" v="354" actId="478"/>
          <ac:spMkLst>
            <pc:docMk/>
            <pc:sldMk cId="3513744940" sldId="530"/>
            <ac:spMk id="173" creationId="{64F83C96-18D1-9115-E530-EAC66FF87BE0}"/>
          </ac:spMkLst>
        </pc:spChg>
        <pc:spChg chg="add mod">
          <ac:chgData name="徐志嘉" userId="4f4e22b3-2ff2-4e81-a7cc-1ce68c8c1bc8" providerId="ADAL" clId="{39D4A37E-9991-4686-B771-75935559E58F}" dt="2023-05-10T08:30:34.883" v="406" actId="1076"/>
          <ac:spMkLst>
            <pc:docMk/>
            <pc:sldMk cId="3513744940" sldId="530"/>
            <ac:spMk id="174" creationId="{70A7AC10-A241-D298-8828-17435D4B1D41}"/>
          </ac:spMkLst>
        </pc:spChg>
        <pc:spChg chg="add mod">
          <ac:chgData name="徐志嘉" userId="4f4e22b3-2ff2-4e81-a7cc-1ce68c8c1bc8" providerId="ADAL" clId="{39D4A37E-9991-4686-B771-75935559E58F}" dt="2023-05-10T08:30:34.883" v="406" actId="1076"/>
          <ac:spMkLst>
            <pc:docMk/>
            <pc:sldMk cId="3513744940" sldId="530"/>
            <ac:spMk id="175" creationId="{050B12DC-6624-C621-AB86-DC6551869D1F}"/>
          </ac:spMkLst>
        </pc:spChg>
        <pc:spChg chg="add mod">
          <ac:chgData name="徐志嘉" userId="4f4e22b3-2ff2-4e81-a7cc-1ce68c8c1bc8" providerId="ADAL" clId="{39D4A37E-9991-4686-B771-75935559E58F}" dt="2023-05-10T08:30:34.883" v="406" actId="1076"/>
          <ac:spMkLst>
            <pc:docMk/>
            <pc:sldMk cId="3513744940" sldId="530"/>
            <ac:spMk id="182" creationId="{8F1A1625-B0D3-10FC-3F9D-6DB523B4B148}"/>
          </ac:spMkLst>
        </pc:spChg>
        <pc:spChg chg="add mod">
          <ac:chgData name="徐志嘉" userId="4f4e22b3-2ff2-4e81-a7cc-1ce68c8c1bc8" providerId="ADAL" clId="{39D4A37E-9991-4686-B771-75935559E58F}" dt="2023-05-10T08:30:34.883" v="406" actId="1076"/>
          <ac:spMkLst>
            <pc:docMk/>
            <pc:sldMk cId="3513744940" sldId="530"/>
            <ac:spMk id="183" creationId="{D6C903FC-6D66-80DC-1B25-76CB5A54F1F2}"/>
          </ac:spMkLst>
        </pc:spChg>
        <pc:spChg chg="add mod">
          <ac:chgData name="徐志嘉" userId="4f4e22b3-2ff2-4e81-a7cc-1ce68c8c1bc8" providerId="ADAL" clId="{39D4A37E-9991-4686-B771-75935559E58F}" dt="2023-05-10T08:32:31.079" v="437" actId="1076"/>
          <ac:spMkLst>
            <pc:docMk/>
            <pc:sldMk cId="3513744940" sldId="530"/>
            <ac:spMk id="185" creationId="{182B8CCA-73BB-90DF-78C7-5FF85F72AFF2}"/>
          </ac:spMkLst>
        </pc:spChg>
        <pc:spChg chg="add mod">
          <ac:chgData name="徐志嘉" userId="4f4e22b3-2ff2-4e81-a7cc-1ce68c8c1bc8" providerId="ADAL" clId="{39D4A37E-9991-4686-B771-75935559E58F}" dt="2023-05-10T08:32:31.079" v="437" actId="1076"/>
          <ac:spMkLst>
            <pc:docMk/>
            <pc:sldMk cId="3513744940" sldId="530"/>
            <ac:spMk id="186" creationId="{5B799CD1-A042-F8BE-7254-BC0A24E85C91}"/>
          </ac:spMkLst>
        </pc:spChg>
        <pc:spChg chg="add mod">
          <ac:chgData name="徐志嘉" userId="4f4e22b3-2ff2-4e81-a7cc-1ce68c8c1bc8" providerId="ADAL" clId="{39D4A37E-9991-4686-B771-75935559E58F}" dt="2023-05-10T08:32:31.079" v="437" actId="1076"/>
          <ac:spMkLst>
            <pc:docMk/>
            <pc:sldMk cId="3513744940" sldId="530"/>
            <ac:spMk id="187" creationId="{A0949E24-7BBB-321C-1353-C0ADCA94CFFD}"/>
          </ac:spMkLst>
        </pc:spChg>
        <pc:spChg chg="add mod">
          <ac:chgData name="徐志嘉" userId="4f4e22b3-2ff2-4e81-a7cc-1ce68c8c1bc8" providerId="ADAL" clId="{39D4A37E-9991-4686-B771-75935559E58F}" dt="2023-05-10T08:32:31.079" v="437" actId="1076"/>
          <ac:spMkLst>
            <pc:docMk/>
            <pc:sldMk cId="3513744940" sldId="530"/>
            <ac:spMk id="190" creationId="{343B7F8B-C320-5516-F13C-7A45F4266F19}"/>
          </ac:spMkLst>
        </pc:spChg>
        <pc:grpChg chg="del">
          <ac:chgData name="徐志嘉" userId="4f4e22b3-2ff2-4e81-a7cc-1ce68c8c1bc8" providerId="ADAL" clId="{39D4A37E-9991-4686-B771-75935559E58F}" dt="2023-05-10T08:23:03.739" v="280" actId="478"/>
          <ac:grpSpMkLst>
            <pc:docMk/>
            <pc:sldMk cId="3513744940" sldId="530"/>
            <ac:grpSpMk id="25" creationId="{370491DF-EAFA-4996-6173-A995527148A1}"/>
          </ac:grpSpMkLst>
        </pc:grpChg>
        <pc:grpChg chg="del">
          <ac:chgData name="徐志嘉" userId="4f4e22b3-2ff2-4e81-a7cc-1ce68c8c1bc8" providerId="ADAL" clId="{39D4A37E-9991-4686-B771-75935559E58F}" dt="2023-05-10T08:23:03.739" v="280" actId="478"/>
          <ac:grpSpMkLst>
            <pc:docMk/>
            <pc:sldMk cId="3513744940" sldId="530"/>
            <ac:grpSpMk id="28" creationId="{651596DF-531E-BE98-48EC-CC13651F9616}"/>
          </ac:grpSpMkLst>
        </pc:grpChg>
        <pc:grpChg chg="del">
          <ac:chgData name="徐志嘉" userId="4f4e22b3-2ff2-4e81-a7cc-1ce68c8c1bc8" providerId="ADAL" clId="{39D4A37E-9991-4686-B771-75935559E58F}" dt="2023-05-10T08:23:03.739" v="280" actId="478"/>
          <ac:grpSpMkLst>
            <pc:docMk/>
            <pc:sldMk cId="3513744940" sldId="530"/>
            <ac:grpSpMk id="31" creationId="{F60B1C6F-9E2B-323A-CA0F-8ADD4D4B571B}"/>
          </ac:grpSpMkLst>
        </pc:grpChg>
        <pc:grpChg chg="add del mod">
          <ac:chgData name="徐志嘉" userId="4f4e22b3-2ff2-4e81-a7cc-1ce68c8c1bc8" providerId="ADAL" clId="{39D4A37E-9991-4686-B771-75935559E58F}" dt="2023-05-10T08:23:21.322" v="284"/>
          <ac:grpSpMkLst>
            <pc:docMk/>
            <pc:sldMk cId="3513744940" sldId="530"/>
            <ac:grpSpMk id="78" creationId="{73EA0FD2-948D-C634-2DEC-C0837C8DF1F2}"/>
          </ac:grpSpMkLst>
        </pc:grpChg>
        <pc:grpChg chg="add del mod">
          <ac:chgData name="徐志嘉" userId="4f4e22b3-2ff2-4e81-a7cc-1ce68c8c1bc8" providerId="ADAL" clId="{39D4A37E-9991-4686-B771-75935559E58F}" dt="2023-05-10T08:23:21.322" v="284"/>
          <ac:grpSpMkLst>
            <pc:docMk/>
            <pc:sldMk cId="3513744940" sldId="530"/>
            <ac:grpSpMk id="81" creationId="{24D70D9F-DA14-344A-1842-2B6A18F0F772}"/>
          </ac:grpSpMkLst>
        </pc:grpChg>
        <pc:grpChg chg="add mod">
          <ac:chgData name="徐志嘉" userId="4f4e22b3-2ff2-4e81-a7cc-1ce68c8c1bc8" providerId="ADAL" clId="{39D4A37E-9991-4686-B771-75935559E58F}" dt="2023-05-10T08:30:51.559" v="408" actId="1076"/>
          <ac:grpSpMkLst>
            <pc:docMk/>
            <pc:sldMk cId="3513744940" sldId="530"/>
            <ac:grpSpMk id="134" creationId="{DC43A338-5117-92BD-CB02-D000DEA13060}"/>
          </ac:grpSpMkLst>
        </pc:grpChg>
        <pc:grpChg chg="add mod">
          <ac:chgData name="徐志嘉" userId="4f4e22b3-2ff2-4e81-a7cc-1ce68c8c1bc8" providerId="ADAL" clId="{39D4A37E-9991-4686-B771-75935559E58F}" dt="2023-05-10T08:30:51.559" v="408" actId="1076"/>
          <ac:grpSpMkLst>
            <pc:docMk/>
            <pc:sldMk cId="3513744940" sldId="530"/>
            <ac:grpSpMk id="137" creationId="{E59F32AE-61CD-B406-BF6D-5166B3660D29}"/>
          </ac:grpSpMkLst>
        </pc:grpChg>
        <pc:graphicFrameChg chg="add mod">
          <ac:chgData name="徐志嘉" userId="4f4e22b3-2ff2-4e81-a7cc-1ce68c8c1bc8" providerId="ADAL" clId="{39D4A37E-9991-4686-B771-75935559E58F}" dt="2023-05-11T06:11:30.894" v="3615"/>
          <ac:graphicFrameMkLst>
            <pc:docMk/>
            <pc:sldMk cId="3513744940" sldId="530"/>
            <ac:graphicFrameMk id="4" creationId="{0A6B8C15-85C4-78E7-1CDE-AA47455468BB}"/>
          </ac:graphicFrameMkLst>
        </pc:graphicFrameChg>
        <pc:graphicFrameChg chg="add mod">
          <ac:chgData name="徐志嘉" userId="4f4e22b3-2ff2-4e81-a7cc-1ce68c8c1bc8" providerId="ADAL" clId="{39D4A37E-9991-4686-B771-75935559E58F}" dt="2023-05-11T06:11:29.441" v="3613"/>
          <ac:graphicFrameMkLst>
            <pc:docMk/>
            <pc:sldMk cId="3513744940" sldId="530"/>
            <ac:graphicFrameMk id="5" creationId="{9E342296-2FCB-84B4-7391-9F96B67B51FB}"/>
          </ac:graphicFrameMkLst>
        </pc:graphicFrameChg>
        <pc:graphicFrameChg chg="add mod">
          <ac:chgData name="徐志嘉" userId="4f4e22b3-2ff2-4e81-a7cc-1ce68c8c1bc8" providerId="ADAL" clId="{39D4A37E-9991-4686-B771-75935559E58F}" dt="2023-05-11T06:11:29.144" v="3612"/>
          <ac:graphicFrameMkLst>
            <pc:docMk/>
            <pc:sldMk cId="3513744940" sldId="530"/>
            <ac:graphicFrameMk id="6" creationId="{95F4B0E4-6A32-6417-7C83-5778C7D46480}"/>
          </ac:graphicFrameMkLst>
        </pc:graphicFrameChg>
        <pc:graphicFrameChg chg="add mod">
          <ac:chgData name="徐志嘉" userId="4f4e22b3-2ff2-4e81-a7cc-1ce68c8c1bc8" providerId="ADAL" clId="{39D4A37E-9991-4686-B771-75935559E58F}" dt="2023-05-11T06:11:28.815" v="3611"/>
          <ac:graphicFrameMkLst>
            <pc:docMk/>
            <pc:sldMk cId="3513744940" sldId="530"/>
            <ac:graphicFrameMk id="7" creationId="{387F493F-3854-99E9-CC14-ED9E7E51B79F}"/>
          </ac:graphicFrameMkLst>
        </pc:graphicFrameChg>
        <pc:graphicFrameChg chg="del">
          <ac:chgData name="徐志嘉" userId="4f4e22b3-2ff2-4e81-a7cc-1ce68c8c1bc8" providerId="ADAL" clId="{39D4A37E-9991-4686-B771-75935559E58F}" dt="2023-05-10T08:23:03.739" v="280" actId="478"/>
          <ac:graphicFrameMkLst>
            <pc:docMk/>
            <pc:sldMk cId="3513744940" sldId="530"/>
            <ac:graphicFrameMk id="50" creationId="{665F1DD9-3C35-55D0-37DC-0863DF976EB0}"/>
          </ac:graphicFrameMkLst>
        </pc:graphicFrameChg>
        <pc:graphicFrameChg chg="del">
          <ac:chgData name="徐志嘉" userId="4f4e22b3-2ff2-4e81-a7cc-1ce68c8c1bc8" providerId="ADAL" clId="{39D4A37E-9991-4686-B771-75935559E58F}" dt="2023-05-10T08:23:03.739" v="280" actId="478"/>
          <ac:graphicFrameMkLst>
            <pc:docMk/>
            <pc:sldMk cId="3513744940" sldId="530"/>
            <ac:graphicFrameMk id="51" creationId="{ADE56994-FA6E-A902-A62F-05F57CEA6889}"/>
          </ac:graphicFrameMkLst>
        </pc:graphicFrameChg>
        <pc:graphicFrameChg chg="del">
          <ac:chgData name="徐志嘉" userId="4f4e22b3-2ff2-4e81-a7cc-1ce68c8c1bc8" providerId="ADAL" clId="{39D4A37E-9991-4686-B771-75935559E58F}" dt="2023-05-10T08:23:03.739" v="280" actId="478"/>
          <ac:graphicFrameMkLst>
            <pc:docMk/>
            <pc:sldMk cId="3513744940" sldId="530"/>
            <ac:graphicFrameMk id="52" creationId="{1635F397-FABA-2877-27BF-E167706AD799}"/>
          </ac:graphicFrameMkLst>
        </pc:graphicFrameChg>
        <pc:graphicFrameChg chg="del">
          <ac:chgData name="徐志嘉" userId="4f4e22b3-2ff2-4e81-a7cc-1ce68c8c1bc8" providerId="ADAL" clId="{39D4A37E-9991-4686-B771-75935559E58F}" dt="2023-05-10T08:23:03.739" v="280" actId="478"/>
          <ac:graphicFrameMkLst>
            <pc:docMk/>
            <pc:sldMk cId="3513744940" sldId="530"/>
            <ac:graphicFrameMk id="53" creationId="{B1149A72-9386-E3B1-8460-3F79B97BA07F}"/>
          </ac:graphicFrameMkLst>
        </pc:graphicFrameChg>
        <pc:graphicFrameChg chg="del">
          <ac:chgData name="徐志嘉" userId="4f4e22b3-2ff2-4e81-a7cc-1ce68c8c1bc8" providerId="ADAL" clId="{39D4A37E-9991-4686-B771-75935559E58F}" dt="2023-05-10T08:23:03.739" v="280" actId="478"/>
          <ac:graphicFrameMkLst>
            <pc:docMk/>
            <pc:sldMk cId="3513744940" sldId="530"/>
            <ac:graphicFrameMk id="55" creationId="{15B059F7-F385-641C-A754-156949ED4B5A}"/>
          </ac:graphicFrameMkLst>
        </pc:graphicFrameChg>
        <pc:graphicFrameChg chg="add del mod">
          <ac:chgData name="徐志嘉" userId="4f4e22b3-2ff2-4e81-a7cc-1ce68c8c1bc8" providerId="ADAL" clId="{39D4A37E-9991-4686-B771-75935559E58F}" dt="2023-05-10T08:23:21.322" v="284"/>
          <ac:graphicFrameMkLst>
            <pc:docMk/>
            <pc:sldMk cId="3513744940" sldId="530"/>
            <ac:graphicFrameMk id="100" creationId="{551E054B-A9DB-8F3E-F040-FE25422A5A5B}"/>
          </ac:graphicFrameMkLst>
        </pc:graphicFrameChg>
        <pc:graphicFrameChg chg="add del mod">
          <ac:chgData name="徐志嘉" userId="4f4e22b3-2ff2-4e81-a7cc-1ce68c8c1bc8" providerId="ADAL" clId="{39D4A37E-9991-4686-B771-75935559E58F}" dt="2023-05-10T08:23:21.322" v="284"/>
          <ac:graphicFrameMkLst>
            <pc:docMk/>
            <pc:sldMk cId="3513744940" sldId="530"/>
            <ac:graphicFrameMk id="101" creationId="{2CF51D8E-08DB-77B2-9570-7BCA71FA8C33}"/>
          </ac:graphicFrameMkLst>
        </pc:graphicFrameChg>
        <pc:graphicFrameChg chg="add del mod">
          <ac:chgData name="徐志嘉" userId="4f4e22b3-2ff2-4e81-a7cc-1ce68c8c1bc8" providerId="ADAL" clId="{39D4A37E-9991-4686-B771-75935559E58F}" dt="2023-05-10T08:23:21.322" v="284"/>
          <ac:graphicFrameMkLst>
            <pc:docMk/>
            <pc:sldMk cId="3513744940" sldId="530"/>
            <ac:graphicFrameMk id="102" creationId="{620107C8-5C79-A463-3258-307BC0FD08CC}"/>
          </ac:graphicFrameMkLst>
        </pc:graphicFrameChg>
        <pc:graphicFrameChg chg="add del mod">
          <ac:chgData name="徐志嘉" userId="4f4e22b3-2ff2-4e81-a7cc-1ce68c8c1bc8" providerId="ADAL" clId="{39D4A37E-9991-4686-B771-75935559E58F}" dt="2023-05-10T08:23:21.322" v="284"/>
          <ac:graphicFrameMkLst>
            <pc:docMk/>
            <pc:sldMk cId="3513744940" sldId="530"/>
            <ac:graphicFrameMk id="103" creationId="{0F126F30-1663-CBF2-FF82-A64FADD61A2E}"/>
          </ac:graphicFrameMkLst>
        </pc:graphicFrameChg>
        <pc:graphicFrameChg chg="add del mod">
          <ac:chgData name="徐志嘉" userId="4f4e22b3-2ff2-4e81-a7cc-1ce68c8c1bc8" providerId="ADAL" clId="{39D4A37E-9991-4686-B771-75935559E58F}" dt="2023-05-10T08:23:21.322" v="284"/>
          <ac:graphicFrameMkLst>
            <pc:docMk/>
            <pc:sldMk cId="3513744940" sldId="530"/>
            <ac:graphicFrameMk id="105" creationId="{C6FF66AE-E939-1375-EA75-C0DA6813DD81}"/>
          </ac:graphicFrameMkLst>
        </pc:graphicFrameChg>
        <pc:graphicFrameChg chg="add del mod">
          <ac:chgData name="徐志嘉" userId="4f4e22b3-2ff2-4e81-a7cc-1ce68c8c1bc8" providerId="ADAL" clId="{39D4A37E-9991-4686-B771-75935559E58F}" dt="2023-05-10T08:28:50.384" v="354" actId="478"/>
          <ac:graphicFrameMkLst>
            <pc:docMk/>
            <pc:sldMk cId="3513744940" sldId="530"/>
            <ac:graphicFrameMk id="166" creationId="{CDB334F2-CEEA-73E3-1177-15E57FE977C1}"/>
          </ac:graphicFrameMkLst>
        </pc:graphicFrameChg>
        <pc:graphicFrameChg chg="add del mod">
          <ac:chgData name="徐志嘉" userId="4f4e22b3-2ff2-4e81-a7cc-1ce68c8c1bc8" providerId="ADAL" clId="{39D4A37E-9991-4686-B771-75935559E58F}" dt="2023-05-10T08:28:50.384" v="354" actId="478"/>
          <ac:graphicFrameMkLst>
            <pc:docMk/>
            <pc:sldMk cId="3513744940" sldId="530"/>
            <ac:graphicFrameMk id="167" creationId="{9D233626-F3AC-EDEC-7027-0A510F80E4C7}"/>
          </ac:graphicFrameMkLst>
        </pc:graphicFrameChg>
        <pc:graphicFrameChg chg="add del mod">
          <ac:chgData name="徐志嘉" userId="4f4e22b3-2ff2-4e81-a7cc-1ce68c8c1bc8" providerId="ADAL" clId="{39D4A37E-9991-4686-B771-75935559E58F}" dt="2023-05-10T08:28:50.384" v="354" actId="478"/>
          <ac:graphicFrameMkLst>
            <pc:docMk/>
            <pc:sldMk cId="3513744940" sldId="530"/>
            <ac:graphicFrameMk id="168" creationId="{92A860FE-4F4F-F5F9-894B-B68CFD99FD6B}"/>
          </ac:graphicFrameMkLst>
        </pc:graphicFrameChg>
        <pc:graphicFrameChg chg="add del mod">
          <ac:chgData name="徐志嘉" userId="4f4e22b3-2ff2-4e81-a7cc-1ce68c8c1bc8" providerId="ADAL" clId="{39D4A37E-9991-4686-B771-75935559E58F}" dt="2023-05-10T08:28:50.384" v="354" actId="478"/>
          <ac:graphicFrameMkLst>
            <pc:docMk/>
            <pc:sldMk cId="3513744940" sldId="530"/>
            <ac:graphicFrameMk id="169" creationId="{D8DB312A-EE00-F5FC-B45F-00FFB0E014D3}"/>
          </ac:graphicFrameMkLst>
        </pc:graphicFrameChg>
        <pc:graphicFrameChg chg="add del mod">
          <ac:chgData name="徐志嘉" userId="4f4e22b3-2ff2-4e81-a7cc-1ce68c8c1bc8" providerId="ADAL" clId="{39D4A37E-9991-4686-B771-75935559E58F}" dt="2023-05-10T08:28:50.384" v="354" actId="478"/>
          <ac:graphicFrameMkLst>
            <pc:docMk/>
            <pc:sldMk cId="3513744940" sldId="530"/>
            <ac:graphicFrameMk id="171" creationId="{EA0218CF-9B2F-86BF-D109-C6F1DA06E523}"/>
          </ac:graphicFrameMkLst>
        </pc:graphicFrameChg>
        <pc:graphicFrameChg chg="add mod">
          <ac:chgData name="徐志嘉" userId="4f4e22b3-2ff2-4e81-a7cc-1ce68c8c1bc8" providerId="ADAL" clId="{39D4A37E-9991-4686-B771-75935559E58F}" dt="2023-05-11T06:12:01.355" v="3616" actId="1076"/>
          <ac:graphicFrameMkLst>
            <pc:docMk/>
            <pc:sldMk cId="3513744940" sldId="530"/>
            <ac:graphicFrameMk id="176" creationId="{4A7BF819-9761-09A9-22A2-80768DDE278C}"/>
          </ac:graphicFrameMkLst>
        </pc:graphicFrameChg>
        <pc:graphicFrameChg chg="add mod">
          <ac:chgData name="徐志嘉" userId="4f4e22b3-2ff2-4e81-a7cc-1ce68c8c1bc8" providerId="ADAL" clId="{39D4A37E-9991-4686-B771-75935559E58F}" dt="2023-05-11T06:12:01.355" v="3616" actId="1076"/>
          <ac:graphicFrameMkLst>
            <pc:docMk/>
            <pc:sldMk cId="3513744940" sldId="530"/>
            <ac:graphicFrameMk id="177" creationId="{8D4ACB1D-0663-8F55-7436-7AF513F2508C}"/>
          </ac:graphicFrameMkLst>
        </pc:graphicFrameChg>
        <pc:graphicFrameChg chg="add mod">
          <ac:chgData name="徐志嘉" userId="4f4e22b3-2ff2-4e81-a7cc-1ce68c8c1bc8" providerId="ADAL" clId="{39D4A37E-9991-4686-B771-75935559E58F}" dt="2023-05-11T06:12:01.355" v="3616" actId="1076"/>
          <ac:graphicFrameMkLst>
            <pc:docMk/>
            <pc:sldMk cId="3513744940" sldId="530"/>
            <ac:graphicFrameMk id="178" creationId="{AF455CC2-ABA3-B823-B795-D6EB47486136}"/>
          </ac:graphicFrameMkLst>
        </pc:graphicFrameChg>
        <pc:graphicFrameChg chg="add mod">
          <ac:chgData name="徐志嘉" userId="4f4e22b3-2ff2-4e81-a7cc-1ce68c8c1bc8" providerId="ADAL" clId="{39D4A37E-9991-4686-B771-75935559E58F}" dt="2023-05-11T06:12:01.355" v="3616" actId="1076"/>
          <ac:graphicFrameMkLst>
            <pc:docMk/>
            <pc:sldMk cId="3513744940" sldId="530"/>
            <ac:graphicFrameMk id="179" creationId="{C2476080-4E0A-FBB5-78B2-587F5859C6DD}"/>
          </ac:graphicFrameMkLst>
        </pc:graphicFrameChg>
        <pc:graphicFrameChg chg="add mod">
          <ac:chgData name="徐志嘉" userId="4f4e22b3-2ff2-4e81-a7cc-1ce68c8c1bc8" providerId="ADAL" clId="{39D4A37E-9991-4686-B771-75935559E58F}" dt="2023-05-10T08:30:34.883" v="406" actId="1076"/>
          <ac:graphicFrameMkLst>
            <pc:docMk/>
            <pc:sldMk cId="3513744940" sldId="530"/>
            <ac:graphicFrameMk id="181" creationId="{73E35E43-8768-1B0E-10D0-25616186181C}"/>
          </ac:graphicFrameMkLst>
        </pc:graphicFrameChg>
        <pc:picChg chg="del">
          <ac:chgData name="徐志嘉" userId="4f4e22b3-2ff2-4e81-a7cc-1ce68c8c1bc8" providerId="ADAL" clId="{39D4A37E-9991-4686-B771-75935559E58F}" dt="2023-05-10T08:23:03.739" v="280" actId="478"/>
          <ac:picMkLst>
            <pc:docMk/>
            <pc:sldMk cId="3513744940" sldId="530"/>
            <ac:picMk id="5" creationId="{629A2391-0689-459C-0F2A-70D209665C3A}"/>
          </ac:picMkLst>
        </pc:picChg>
        <pc:picChg chg="del">
          <ac:chgData name="徐志嘉" userId="4f4e22b3-2ff2-4e81-a7cc-1ce68c8c1bc8" providerId="ADAL" clId="{39D4A37E-9991-4686-B771-75935559E58F}" dt="2023-05-10T08:23:03.739" v="280" actId="478"/>
          <ac:picMkLst>
            <pc:docMk/>
            <pc:sldMk cId="3513744940" sldId="530"/>
            <ac:picMk id="6" creationId="{ECC70F45-572E-9C7D-D164-6E0C60B5B7FF}"/>
          </ac:picMkLst>
        </pc:picChg>
        <pc:picChg chg="add del mod">
          <ac:chgData name="徐志嘉" userId="4f4e22b3-2ff2-4e81-a7cc-1ce68c8c1bc8" providerId="ADAL" clId="{39D4A37E-9991-4686-B771-75935559E58F}" dt="2023-05-10T08:23:21.322" v="284"/>
          <ac:picMkLst>
            <pc:docMk/>
            <pc:sldMk cId="3513744940" sldId="530"/>
            <ac:picMk id="65" creationId="{BBA5D77C-0729-1288-1543-EA832B82D5F8}"/>
          </ac:picMkLst>
        </pc:picChg>
        <pc:picChg chg="add del mod">
          <ac:chgData name="徐志嘉" userId="4f4e22b3-2ff2-4e81-a7cc-1ce68c8c1bc8" providerId="ADAL" clId="{39D4A37E-9991-4686-B771-75935559E58F}" dt="2023-05-10T08:23:21.322" v="284"/>
          <ac:picMkLst>
            <pc:docMk/>
            <pc:sldMk cId="3513744940" sldId="530"/>
            <ac:picMk id="66" creationId="{4B12FBD1-D7DA-3202-40F3-F1D807136099}"/>
          </ac:picMkLst>
        </pc:picChg>
        <pc:picChg chg="add mod">
          <ac:chgData name="徐志嘉" userId="4f4e22b3-2ff2-4e81-a7cc-1ce68c8c1bc8" providerId="ADAL" clId="{39D4A37E-9991-4686-B771-75935559E58F}" dt="2023-05-10T08:30:22.476" v="405" actId="1036"/>
          <ac:picMkLst>
            <pc:docMk/>
            <pc:sldMk cId="3513744940" sldId="530"/>
            <ac:picMk id="118" creationId="{9D80A418-F2F5-7C40-8640-B30A97DB5B2D}"/>
          </ac:picMkLst>
        </pc:picChg>
        <pc:picChg chg="add mod">
          <ac:chgData name="徐志嘉" userId="4f4e22b3-2ff2-4e81-a7cc-1ce68c8c1bc8" providerId="ADAL" clId="{39D4A37E-9991-4686-B771-75935559E58F}" dt="2023-05-10T08:30:22.476" v="405" actId="1036"/>
          <ac:picMkLst>
            <pc:docMk/>
            <pc:sldMk cId="3513744940" sldId="530"/>
            <ac:picMk id="119" creationId="{900E6A2A-D24E-CCD4-8EA2-EDF921C91585}"/>
          </ac:picMkLst>
        </pc:picChg>
        <pc:cxnChg chg="del mod">
          <ac:chgData name="徐志嘉" userId="4f4e22b3-2ff2-4e81-a7cc-1ce68c8c1bc8" providerId="ADAL" clId="{39D4A37E-9991-4686-B771-75935559E58F}" dt="2023-05-10T08:23:03.739" v="280" actId="478"/>
          <ac:cxnSpMkLst>
            <pc:docMk/>
            <pc:sldMk cId="3513744940" sldId="530"/>
            <ac:cxnSpMk id="9" creationId="{EA3B3624-34DA-0EBD-FEDA-73BE57F0467E}"/>
          </ac:cxnSpMkLst>
        </pc:cxnChg>
        <pc:cxnChg chg="del mod">
          <ac:chgData name="徐志嘉" userId="4f4e22b3-2ff2-4e81-a7cc-1ce68c8c1bc8" providerId="ADAL" clId="{39D4A37E-9991-4686-B771-75935559E58F}" dt="2023-05-10T08:23:03.739" v="280" actId="478"/>
          <ac:cxnSpMkLst>
            <pc:docMk/>
            <pc:sldMk cId="3513744940" sldId="530"/>
            <ac:cxnSpMk id="10" creationId="{3FBB6D05-E5B2-6668-1767-852D7B7592B8}"/>
          </ac:cxnSpMkLst>
        </pc:cxnChg>
        <pc:cxnChg chg="del mod">
          <ac:chgData name="徐志嘉" userId="4f4e22b3-2ff2-4e81-a7cc-1ce68c8c1bc8" providerId="ADAL" clId="{39D4A37E-9991-4686-B771-75935559E58F}" dt="2023-05-10T08:23:03.739" v="280" actId="478"/>
          <ac:cxnSpMkLst>
            <pc:docMk/>
            <pc:sldMk cId="3513744940" sldId="530"/>
            <ac:cxnSpMk id="14" creationId="{302A561D-9627-59BF-9BA7-02CB2F86DE40}"/>
          </ac:cxnSpMkLst>
        </pc:cxnChg>
        <pc:cxnChg chg="del mod">
          <ac:chgData name="徐志嘉" userId="4f4e22b3-2ff2-4e81-a7cc-1ce68c8c1bc8" providerId="ADAL" clId="{39D4A37E-9991-4686-B771-75935559E58F}" dt="2023-05-10T08:23:03.739" v="280" actId="478"/>
          <ac:cxnSpMkLst>
            <pc:docMk/>
            <pc:sldMk cId="3513744940" sldId="530"/>
            <ac:cxnSpMk id="16" creationId="{E7966DDD-C69E-78E5-24D0-036FEA6A1A83}"/>
          </ac:cxnSpMkLst>
        </pc:cxnChg>
        <pc:cxnChg chg="del mod">
          <ac:chgData name="徐志嘉" userId="4f4e22b3-2ff2-4e81-a7cc-1ce68c8c1bc8" providerId="ADAL" clId="{39D4A37E-9991-4686-B771-75935559E58F}" dt="2023-05-10T08:23:03.739" v="280" actId="478"/>
          <ac:cxnSpMkLst>
            <pc:docMk/>
            <pc:sldMk cId="3513744940" sldId="530"/>
            <ac:cxnSpMk id="17" creationId="{5EC1B06C-C94B-29CF-0A20-2E3DE1C9EA6E}"/>
          </ac:cxnSpMkLst>
        </pc:cxnChg>
        <pc:cxnChg chg="del mod">
          <ac:chgData name="徐志嘉" userId="4f4e22b3-2ff2-4e81-a7cc-1ce68c8c1bc8" providerId="ADAL" clId="{39D4A37E-9991-4686-B771-75935559E58F}" dt="2023-05-10T08:23:03.739" v="280" actId="478"/>
          <ac:cxnSpMkLst>
            <pc:docMk/>
            <pc:sldMk cId="3513744940" sldId="530"/>
            <ac:cxnSpMk id="18" creationId="{243ADE54-20F3-5878-E3E5-2204DDA974F0}"/>
          </ac:cxnSpMkLst>
        </pc:cxnChg>
        <pc:cxnChg chg="del mod">
          <ac:chgData name="徐志嘉" userId="4f4e22b3-2ff2-4e81-a7cc-1ce68c8c1bc8" providerId="ADAL" clId="{39D4A37E-9991-4686-B771-75935559E58F}" dt="2023-05-10T08:23:03.739" v="280" actId="478"/>
          <ac:cxnSpMkLst>
            <pc:docMk/>
            <pc:sldMk cId="3513744940" sldId="530"/>
            <ac:cxnSpMk id="19" creationId="{7119D14D-625F-F44D-AA5D-D8D62A9434B4}"/>
          </ac:cxnSpMkLst>
        </pc:cxnChg>
        <pc:cxnChg chg="del mod">
          <ac:chgData name="徐志嘉" userId="4f4e22b3-2ff2-4e81-a7cc-1ce68c8c1bc8" providerId="ADAL" clId="{39D4A37E-9991-4686-B771-75935559E58F}" dt="2023-05-10T08:23:03.739" v="280" actId="478"/>
          <ac:cxnSpMkLst>
            <pc:docMk/>
            <pc:sldMk cId="3513744940" sldId="530"/>
            <ac:cxnSpMk id="20" creationId="{667B6732-B250-4C7A-043A-67A035FFC4C8}"/>
          </ac:cxnSpMkLst>
        </pc:cxnChg>
        <pc:cxnChg chg="del mod">
          <ac:chgData name="徐志嘉" userId="4f4e22b3-2ff2-4e81-a7cc-1ce68c8c1bc8" providerId="ADAL" clId="{39D4A37E-9991-4686-B771-75935559E58F}" dt="2023-05-10T08:23:03.739" v="280" actId="478"/>
          <ac:cxnSpMkLst>
            <pc:docMk/>
            <pc:sldMk cId="3513744940" sldId="530"/>
            <ac:cxnSpMk id="21" creationId="{270F9A3F-B7A5-A85D-97F6-30EC75C04885}"/>
          </ac:cxnSpMkLst>
        </pc:cxnChg>
        <pc:cxnChg chg="del mod">
          <ac:chgData name="徐志嘉" userId="4f4e22b3-2ff2-4e81-a7cc-1ce68c8c1bc8" providerId="ADAL" clId="{39D4A37E-9991-4686-B771-75935559E58F}" dt="2023-05-10T08:23:03.739" v="280" actId="478"/>
          <ac:cxnSpMkLst>
            <pc:docMk/>
            <pc:sldMk cId="3513744940" sldId="530"/>
            <ac:cxnSpMk id="22" creationId="{F49515A9-3183-6ABF-C1F7-51ACAB731495}"/>
          </ac:cxnSpMkLst>
        </pc:cxnChg>
        <pc:cxnChg chg="del mod">
          <ac:chgData name="徐志嘉" userId="4f4e22b3-2ff2-4e81-a7cc-1ce68c8c1bc8" providerId="ADAL" clId="{39D4A37E-9991-4686-B771-75935559E58F}" dt="2023-05-10T08:23:03.739" v="280" actId="478"/>
          <ac:cxnSpMkLst>
            <pc:docMk/>
            <pc:sldMk cId="3513744940" sldId="530"/>
            <ac:cxnSpMk id="23" creationId="{1A45B33F-AC6E-017B-0C72-DC05D5C92158}"/>
          </ac:cxnSpMkLst>
        </pc:cxnChg>
        <pc:cxnChg chg="del mod">
          <ac:chgData name="徐志嘉" userId="4f4e22b3-2ff2-4e81-a7cc-1ce68c8c1bc8" providerId="ADAL" clId="{39D4A37E-9991-4686-B771-75935559E58F}" dt="2023-05-10T08:23:03.739" v="280" actId="478"/>
          <ac:cxnSpMkLst>
            <pc:docMk/>
            <pc:sldMk cId="3513744940" sldId="530"/>
            <ac:cxnSpMk id="34" creationId="{2B93AA44-60D9-6E51-A398-C4D7B8C64BF6}"/>
          </ac:cxnSpMkLst>
        </pc:cxnChg>
        <pc:cxnChg chg="del mod">
          <ac:chgData name="徐志嘉" userId="4f4e22b3-2ff2-4e81-a7cc-1ce68c8c1bc8" providerId="ADAL" clId="{39D4A37E-9991-4686-B771-75935559E58F}" dt="2023-05-10T08:23:03.739" v="280" actId="478"/>
          <ac:cxnSpMkLst>
            <pc:docMk/>
            <pc:sldMk cId="3513744940" sldId="530"/>
            <ac:cxnSpMk id="36" creationId="{8A696616-1F2E-D1E1-42A7-730023D0EA7A}"/>
          </ac:cxnSpMkLst>
        </pc:cxnChg>
        <pc:cxnChg chg="del mod">
          <ac:chgData name="徐志嘉" userId="4f4e22b3-2ff2-4e81-a7cc-1ce68c8c1bc8" providerId="ADAL" clId="{39D4A37E-9991-4686-B771-75935559E58F}" dt="2023-05-10T08:23:03.739" v="280" actId="478"/>
          <ac:cxnSpMkLst>
            <pc:docMk/>
            <pc:sldMk cId="3513744940" sldId="530"/>
            <ac:cxnSpMk id="37" creationId="{CF73FC5D-67F1-5BF9-0523-D23DA1E55514}"/>
          </ac:cxnSpMkLst>
        </pc:cxnChg>
        <pc:cxnChg chg="del mod">
          <ac:chgData name="徐志嘉" userId="4f4e22b3-2ff2-4e81-a7cc-1ce68c8c1bc8" providerId="ADAL" clId="{39D4A37E-9991-4686-B771-75935559E58F}" dt="2023-05-10T08:23:03.739" v="280" actId="478"/>
          <ac:cxnSpMkLst>
            <pc:docMk/>
            <pc:sldMk cId="3513744940" sldId="530"/>
            <ac:cxnSpMk id="38" creationId="{2BF03FAE-2981-12E3-15DC-2AE37228F3BE}"/>
          </ac:cxnSpMkLst>
        </pc:cxnChg>
        <pc:cxnChg chg="del mod">
          <ac:chgData name="徐志嘉" userId="4f4e22b3-2ff2-4e81-a7cc-1ce68c8c1bc8" providerId="ADAL" clId="{39D4A37E-9991-4686-B771-75935559E58F}" dt="2023-05-10T08:23:03.739" v="280" actId="478"/>
          <ac:cxnSpMkLst>
            <pc:docMk/>
            <pc:sldMk cId="3513744940" sldId="530"/>
            <ac:cxnSpMk id="39" creationId="{B055B9C6-4462-44D3-D613-AD52985FFC1D}"/>
          </ac:cxnSpMkLst>
        </pc:cxnChg>
        <pc:cxnChg chg="del mod">
          <ac:chgData name="徐志嘉" userId="4f4e22b3-2ff2-4e81-a7cc-1ce68c8c1bc8" providerId="ADAL" clId="{39D4A37E-9991-4686-B771-75935559E58F}" dt="2023-05-10T08:23:03.739" v="280" actId="478"/>
          <ac:cxnSpMkLst>
            <pc:docMk/>
            <pc:sldMk cId="3513744940" sldId="530"/>
            <ac:cxnSpMk id="40" creationId="{1954560C-B0C3-7C49-4C14-CF93C6488E94}"/>
          </ac:cxnSpMkLst>
        </pc:cxnChg>
        <pc:cxnChg chg="del mod">
          <ac:chgData name="徐志嘉" userId="4f4e22b3-2ff2-4e81-a7cc-1ce68c8c1bc8" providerId="ADAL" clId="{39D4A37E-9991-4686-B771-75935559E58F}" dt="2023-05-10T08:23:03.739" v="280" actId="478"/>
          <ac:cxnSpMkLst>
            <pc:docMk/>
            <pc:sldMk cId="3513744940" sldId="530"/>
            <ac:cxnSpMk id="41" creationId="{088AFA29-6603-03A8-D9C2-E6F522E72CBB}"/>
          </ac:cxnSpMkLst>
        </pc:cxnChg>
        <pc:cxnChg chg="del mod">
          <ac:chgData name="徐志嘉" userId="4f4e22b3-2ff2-4e81-a7cc-1ce68c8c1bc8" providerId="ADAL" clId="{39D4A37E-9991-4686-B771-75935559E58F}" dt="2023-05-10T08:23:03.739" v="280" actId="478"/>
          <ac:cxnSpMkLst>
            <pc:docMk/>
            <pc:sldMk cId="3513744940" sldId="530"/>
            <ac:cxnSpMk id="42" creationId="{AE55671A-01C0-B1B0-FD07-B072B96FB75F}"/>
          </ac:cxnSpMkLst>
        </pc:cxnChg>
        <pc:cxnChg chg="del mod">
          <ac:chgData name="徐志嘉" userId="4f4e22b3-2ff2-4e81-a7cc-1ce68c8c1bc8" providerId="ADAL" clId="{39D4A37E-9991-4686-B771-75935559E58F}" dt="2023-05-10T08:23:03.739" v="280" actId="478"/>
          <ac:cxnSpMkLst>
            <pc:docMk/>
            <pc:sldMk cId="3513744940" sldId="530"/>
            <ac:cxnSpMk id="44" creationId="{78F57F58-A25D-1536-F4F5-AF8A54565A75}"/>
          </ac:cxnSpMkLst>
        </pc:cxnChg>
        <pc:cxnChg chg="del">
          <ac:chgData name="徐志嘉" userId="4f4e22b3-2ff2-4e81-a7cc-1ce68c8c1bc8" providerId="ADAL" clId="{39D4A37E-9991-4686-B771-75935559E58F}" dt="2023-05-10T08:23:03.739" v="280" actId="478"/>
          <ac:cxnSpMkLst>
            <pc:docMk/>
            <pc:sldMk cId="3513744940" sldId="530"/>
            <ac:cxnSpMk id="54" creationId="{9FFE4A11-335B-CB17-24A8-F542A85FDDF8}"/>
          </ac:cxnSpMkLst>
        </pc:cxnChg>
        <pc:cxnChg chg="del">
          <ac:chgData name="徐志嘉" userId="4f4e22b3-2ff2-4e81-a7cc-1ce68c8c1bc8" providerId="ADAL" clId="{39D4A37E-9991-4686-B771-75935559E58F}" dt="2023-05-10T08:23:03.739" v="280" actId="478"/>
          <ac:cxnSpMkLst>
            <pc:docMk/>
            <pc:sldMk cId="3513744940" sldId="530"/>
            <ac:cxnSpMk id="60" creationId="{A6C4385C-BD72-506D-33F8-A4F2880BA813}"/>
          </ac:cxnSpMkLst>
        </pc:cxnChg>
        <pc:cxnChg chg="del">
          <ac:chgData name="徐志嘉" userId="4f4e22b3-2ff2-4e81-a7cc-1ce68c8c1bc8" providerId="ADAL" clId="{39D4A37E-9991-4686-B771-75935559E58F}" dt="2023-05-10T08:23:03.739" v="280" actId="478"/>
          <ac:cxnSpMkLst>
            <pc:docMk/>
            <pc:sldMk cId="3513744940" sldId="530"/>
            <ac:cxnSpMk id="61" creationId="{256595A6-E6B8-0F22-3A6E-69968598E14C}"/>
          </ac:cxnSpMkLst>
        </pc:cxnChg>
        <pc:cxnChg chg="add del mod">
          <ac:chgData name="徐志嘉" userId="4f4e22b3-2ff2-4e81-a7cc-1ce68c8c1bc8" providerId="ADAL" clId="{39D4A37E-9991-4686-B771-75935559E58F}" dt="2023-05-10T08:23:21.322" v="284"/>
          <ac:cxnSpMkLst>
            <pc:docMk/>
            <pc:sldMk cId="3513744940" sldId="530"/>
            <ac:cxnSpMk id="69" creationId="{46FF1D37-E68A-9EC7-5D8C-0198087CB04A}"/>
          </ac:cxnSpMkLst>
        </pc:cxnChg>
        <pc:cxnChg chg="add del mod">
          <ac:chgData name="徐志嘉" userId="4f4e22b3-2ff2-4e81-a7cc-1ce68c8c1bc8" providerId="ADAL" clId="{39D4A37E-9991-4686-B771-75935559E58F}" dt="2023-05-10T08:23:21.322" v="284"/>
          <ac:cxnSpMkLst>
            <pc:docMk/>
            <pc:sldMk cId="3513744940" sldId="530"/>
            <ac:cxnSpMk id="70" creationId="{F1C55439-829D-8FCE-1A54-13765F598DB8}"/>
          </ac:cxnSpMkLst>
        </pc:cxnChg>
        <pc:cxnChg chg="add del mod">
          <ac:chgData name="徐志嘉" userId="4f4e22b3-2ff2-4e81-a7cc-1ce68c8c1bc8" providerId="ADAL" clId="{39D4A37E-9991-4686-B771-75935559E58F}" dt="2023-05-10T08:23:21.322" v="284"/>
          <ac:cxnSpMkLst>
            <pc:docMk/>
            <pc:sldMk cId="3513744940" sldId="530"/>
            <ac:cxnSpMk id="73" creationId="{93BA15C3-E4A8-D98B-58D6-3796BE1B3DD0}"/>
          </ac:cxnSpMkLst>
        </pc:cxnChg>
        <pc:cxnChg chg="add del mod">
          <ac:chgData name="徐志嘉" userId="4f4e22b3-2ff2-4e81-a7cc-1ce68c8c1bc8" providerId="ADAL" clId="{39D4A37E-9991-4686-B771-75935559E58F}" dt="2023-05-10T08:23:21.322" v="284"/>
          <ac:cxnSpMkLst>
            <pc:docMk/>
            <pc:sldMk cId="3513744940" sldId="530"/>
            <ac:cxnSpMk id="75" creationId="{F5B81D6D-2D03-AE97-8BA1-5328AAF2FC5F}"/>
          </ac:cxnSpMkLst>
        </pc:cxnChg>
        <pc:cxnChg chg="add del mod">
          <ac:chgData name="徐志嘉" userId="4f4e22b3-2ff2-4e81-a7cc-1ce68c8c1bc8" providerId="ADAL" clId="{39D4A37E-9991-4686-B771-75935559E58F}" dt="2023-05-10T08:23:21.322" v="284"/>
          <ac:cxnSpMkLst>
            <pc:docMk/>
            <pc:sldMk cId="3513744940" sldId="530"/>
            <ac:cxnSpMk id="76" creationId="{8BF580E9-D259-6B8D-F490-40979034698B}"/>
          </ac:cxnSpMkLst>
        </pc:cxnChg>
        <pc:cxnChg chg="add del mod">
          <ac:chgData name="徐志嘉" userId="4f4e22b3-2ff2-4e81-a7cc-1ce68c8c1bc8" providerId="ADAL" clId="{39D4A37E-9991-4686-B771-75935559E58F}" dt="2023-05-10T08:23:21.322" v="284"/>
          <ac:cxnSpMkLst>
            <pc:docMk/>
            <pc:sldMk cId="3513744940" sldId="530"/>
            <ac:cxnSpMk id="77" creationId="{9DDB2CD0-145C-214A-2665-1107664CEE00}"/>
          </ac:cxnSpMkLst>
        </pc:cxnChg>
        <pc:cxnChg chg="add del mod">
          <ac:chgData name="徐志嘉" userId="4f4e22b3-2ff2-4e81-a7cc-1ce68c8c1bc8" providerId="ADAL" clId="{39D4A37E-9991-4686-B771-75935559E58F}" dt="2023-05-10T08:23:21.322" v="284"/>
          <ac:cxnSpMkLst>
            <pc:docMk/>
            <pc:sldMk cId="3513744940" sldId="530"/>
            <ac:cxnSpMk id="85" creationId="{9AAD2022-4363-E361-F869-F2FC7788EAFA}"/>
          </ac:cxnSpMkLst>
        </pc:cxnChg>
        <pc:cxnChg chg="add del mod">
          <ac:chgData name="徐志嘉" userId="4f4e22b3-2ff2-4e81-a7cc-1ce68c8c1bc8" providerId="ADAL" clId="{39D4A37E-9991-4686-B771-75935559E58F}" dt="2023-05-10T08:23:21.322" v="284"/>
          <ac:cxnSpMkLst>
            <pc:docMk/>
            <pc:sldMk cId="3513744940" sldId="530"/>
            <ac:cxnSpMk id="86" creationId="{4A6B3876-4C8E-AFCB-5695-758DA42AE0DE}"/>
          </ac:cxnSpMkLst>
        </pc:cxnChg>
        <pc:cxnChg chg="add del mod">
          <ac:chgData name="徐志嘉" userId="4f4e22b3-2ff2-4e81-a7cc-1ce68c8c1bc8" providerId="ADAL" clId="{39D4A37E-9991-4686-B771-75935559E58F}" dt="2023-05-10T08:23:21.322" v="284"/>
          <ac:cxnSpMkLst>
            <pc:docMk/>
            <pc:sldMk cId="3513744940" sldId="530"/>
            <ac:cxnSpMk id="87" creationId="{C9CEB870-3DEA-3BD4-358B-BF013D87D2AC}"/>
          </ac:cxnSpMkLst>
        </pc:cxnChg>
        <pc:cxnChg chg="add del mod">
          <ac:chgData name="徐志嘉" userId="4f4e22b3-2ff2-4e81-a7cc-1ce68c8c1bc8" providerId="ADAL" clId="{39D4A37E-9991-4686-B771-75935559E58F}" dt="2023-05-10T08:23:21.322" v="284"/>
          <ac:cxnSpMkLst>
            <pc:docMk/>
            <pc:sldMk cId="3513744940" sldId="530"/>
            <ac:cxnSpMk id="88" creationId="{093200FA-8A90-4968-8168-F9605E677D04}"/>
          </ac:cxnSpMkLst>
        </pc:cxnChg>
        <pc:cxnChg chg="add del mod">
          <ac:chgData name="徐志嘉" userId="4f4e22b3-2ff2-4e81-a7cc-1ce68c8c1bc8" providerId="ADAL" clId="{39D4A37E-9991-4686-B771-75935559E58F}" dt="2023-05-10T08:23:21.322" v="284"/>
          <ac:cxnSpMkLst>
            <pc:docMk/>
            <pc:sldMk cId="3513744940" sldId="530"/>
            <ac:cxnSpMk id="89" creationId="{2FD41300-A892-BE46-EC75-58FC4C5C58BD}"/>
          </ac:cxnSpMkLst>
        </pc:cxnChg>
        <pc:cxnChg chg="add del mod">
          <ac:chgData name="徐志嘉" userId="4f4e22b3-2ff2-4e81-a7cc-1ce68c8c1bc8" providerId="ADAL" clId="{39D4A37E-9991-4686-B771-75935559E58F}" dt="2023-05-10T08:23:21.322" v="284"/>
          <ac:cxnSpMkLst>
            <pc:docMk/>
            <pc:sldMk cId="3513744940" sldId="530"/>
            <ac:cxnSpMk id="90" creationId="{6092CBC6-53C3-492D-1578-7E96160843BE}"/>
          </ac:cxnSpMkLst>
        </pc:cxnChg>
        <pc:cxnChg chg="add del mod">
          <ac:chgData name="徐志嘉" userId="4f4e22b3-2ff2-4e81-a7cc-1ce68c8c1bc8" providerId="ADAL" clId="{39D4A37E-9991-4686-B771-75935559E58F}" dt="2023-05-10T08:23:21.322" v="284"/>
          <ac:cxnSpMkLst>
            <pc:docMk/>
            <pc:sldMk cId="3513744940" sldId="530"/>
            <ac:cxnSpMk id="92" creationId="{E167CB27-C2D9-2CB7-E72A-598D24B449E2}"/>
          </ac:cxnSpMkLst>
        </pc:cxnChg>
        <pc:cxnChg chg="add del mod">
          <ac:chgData name="徐志嘉" userId="4f4e22b3-2ff2-4e81-a7cc-1ce68c8c1bc8" providerId="ADAL" clId="{39D4A37E-9991-4686-B771-75935559E58F}" dt="2023-05-10T08:23:21.322" v="284"/>
          <ac:cxnSpMkLst>
            <pc:docMk/>
            <pc:sldMk cId="3513744940" sldId="530"/>
            <ac:cxnSpMk id="95" creationId="{EFB62753-7EA1-DE6A-EBFD-2B0B4FA333CA}"/>
          </ac:cxnSpMkLst>
        </pc:cxnChg>
        <pc:cxnChg chg="add del mod">
          <ac:chgData name="徐志嘉" userId="4f4e22b3-2ff2-4e81-a7cc-1ce68c8c1bc8" providerId="ADAL" clId="{39D4A37E-9991-4686-B771-75935559E58F}" dt="2023-05-10T08:23:21.322" v="284"/>
          <ac:cxnSpMkLst>
            <pc:docMk/>
            <pc:sldMk cId="3513744940" sldId="530"/>
            <ac:cxnSpMk id="96" creationId="{0E98B983-A0A8-81B1-1D7C-1C5846A75FA8}"/>
          </ac:cxnSpMkLst>
        </pc:cxnChg>
        <pc:cxnChg chg="add del mod">
          <ac:chgData name="徐志嘉" userId="4f4e22b3-2ff2-4e81-a7cc-1ce68c8c1bc8" providerId="ADAL" clId="{39D4A37E-9991-4686-B771-75935559E58F}" dt="2023-05-10T08:23:21.322" v="284"/>
          <ac:cxnSpMkLst>
            <pc:docMk/>
            <pc:sldMk cId="3513744940" sldId="530"/>
            <ac:cxnSpMk id="104" creationId="{5D2294A7-6EEF-5841-D999-DF01D63332AD}"/>
          </ac:cxnSpMkLst>
        </pc:cxnChg>
        <pc:cxnChg chg="add del mod">
          <ac:chgData name="徐志嘉" userId="4f4e22b3-2ff2-4e81-a7cc-1ce68c8c1bc8" providerId="ADAL" clId="{39D4A37E-9991-4686-B771-75935559E58F}" dt="2023-05-10T08:23:21.322" v="284"/>
          <ac:cxnSpMkLst>
            <pc:docMk/>
            <pc:sldMk cId="3513744940" sldId="530"/>
            <ac:cxnSpMk id="111" creationId="{E1369053-517B-8194-7442-8F4EE0A5527D}"/>
          </ac:cxnSpMkLst>
        </pc:cxnChg>
        <pc:cxnChg chg="add del mod">
          <ac:chgData name="徐志嘉" userId="4f4e22b3-2ff2-4e81-a7cc-1ce68c8c1bc8" providerId="ADAL" clId="{39D4A37E-9991-4686-B771-75935559E58F}" dt="2023-05-10T08:23:21.322" v="284"/>
          <ac:cxnSpMkLst>
            <pc:docMk/>
            <pc:sldMk cId="3513744940" sldId="530"/>
            <ac:cxnSpMk id="112" creationId="{A423982C-8C11-E358-398E-DACD23F5AEC7}"/>
          </ac:cxnSpMkLst>
        </pc:cxnChg>
        <pc:cxnChg chg="add del mod">
          <ac:chgData name="徐志嘉" userId="4f4e22b3-2ff2-4e81-a7cc-1ce68c8c1bc8" providerId="ADAL" clId="{39D4A37E-9991-4686-B771-75935559E58F}" dt="2023-05-10T08:23:21.322" v="284"/>
          <ac:cxnSpMkLst>
            <pc:docMk/>
            <pc:sldMk cId="3513744940" sldId="530"/>
            <ac:cxnSpMk id="115" creationId="{9DEF7A10-FF99-D980-361E-BEB9D0FC95AA}"/>
          </ac:cxnSpMkLst>
        </pc:cxnChg>
        <pc:cxnChg chg="add mod">
          <ac:chgData name="徐志嘉" userId="4f4e22b3-2ff2-4e81-a7cc-1ce68c8c1bc8" providerId="ADAL" clId="{39D4A37E-9991-4686-B771-75935559E58F}" dt="2023-05-10T08:30:22.476" v="405" actId="1036"/>
          <ac:cxnSpMkLst>
            <pc:docMk/>
            <pc:sldMk cId="3513744940" sldId="530"/>
            <ac:cxnSpMk id="122" creationId="{B0B02FD2-963F-02BA-B0AA-45A34EDCDD6B}"/>
          </ac:cxnSpMkLst>
        </pc:cxnChg>
        <pc:cxnChg chg="add mod">
          <ac:chgData name="徐志嘉" userId="4f4e22b3-2ff2-4e81-a7cc-1ce68c8c1bc8" providerId="ADAL" clId="{39D4A37E-9991-4686-B771-75935559E58F}" dt="2023-05-10T08:30:22.476" v="405" actId="1036"/>
          <ac:cxnSpMkLst>
            <pc:docMk/>
            <pc:sldMk cId="3513744940" sldId="530"/>
            <ac:cxnSpMk id="123" creationId="{C9CBBCAB-450E-8220-5BC5-B28999E52DE9}"/>
          </ac:cxnSpMkLst>
        </pc:cxnChg>
        <pc:cxnChg chg="add mod">
          <ac:chgData name="徐志嘉" userId="4f4e22b3-2ff2-4e81-a7cc-1ce68c8c1bc8" providerId="ADAL" clId="{39D4A37E-9991-4686-B771-75935559E58F}" dt="2023-05-10T08:30:22.476" v="405" actId="1036"/>
          <ac:cxnSpMkLst>
            <pc:docMk/>
            <pc:sldMk cId="3513744940" sldId="530"/>
            <ac:cxnSpMk id="126" creationId="{044D3E1C-741D-AECE-1501-3974947D6147}"/>
          </ac:cxnSpMkLst>
        </pc:cxnChg>
        <pc:cxnChg chg="add mod">
          <ac:chgData name="徐志嘉" userId="4f4e22b3-2ff2-4e81-a7cc-1ce68c8c1bc8" providerId="ADAL" clId="{39D4A37E-9991-4686-B771-75935559E58F}" dt="2023-05-10T08:30:22.476" v="405" actId="1036"/>
          <ac:cxnSpMkLst>
            <pc:docMk/>
            <pc:sldMk cId="3513744940" sldId="530"/>
            <ac:cxnSpMk id="128" creationId="{BFE39DB1-11EE-2A74-D3C9-1D49BB654290}"/>
          </ac:cxnSpMkLst>
        </pc:cxnChg>
        <pc:cxnChg chg="add mod">
          <ac:chgData name="徐志嘉" userId="4f4e22b3-2ff2-4e81-a7cc-1ce68c8c1bc8" providerId="ADAL" clId="{39D4A37E-9991-4686-B771-75935559E58F}" dt="2023-05-10T08:30:22.476" v="405" actId="1036"/>
          <ac:cxnSpMkLst>
            <pc:docMk/>
            <pc:sldMk cId="3513744940" sldId="530"/>
            <ac:cxnSpMk id="129" creationId="{C8D9F075-64C3-AF2B-38AA-CC582496DAEA}"/>
          </ac:cxnSpMkLst>
        </pc:cxnChg>
        <pc:cxnChg chg="add mod">
          <ac:chgData name="徐志嘉" userId="4f4e22b3-2ff2-4e81-a7cc-1ce68c8c1bc8" providerId="ADAL" clId="{39D4A37E-9991-4686-B771-75935559E58F}" dt="2023-05-10T08:30:22.476" v="405" actId="1036"/>
          <ac:cxnSpMkLst>
            <pc:docMk/>
            <pc:sldMk cId="3513744940" sldId="530"/>
            <ac:cxnSpMk id="130" creationId="{90629355-ABF1-4D98-58F9-45C329823B6D}"/>
          </ac:cxnSpMkLst>
        </pc:cxnChg>
        <pc:cxnChg chg="add mod">
          <ac:chgData name="徐志嘉" userId="4f4e22b3-2ff2-4e81-a7cc-1ce68c8c1bc8" providerId="ADAL" clId="{39D4A37E-9991-4686-B771-75935559E58F}" dt="2023-05-10T08:30:51.559" v="408" actId="1076"/>
          <ac:cxnSpMkLst>
            <pc:docMk/>
            <pc:sldMk cId="3513744940" sldId="530"/>
            <ac:cxnSpMk id="141" creationId="{941450F1-A97A-0369-E962-01467111569A}"/>
          </ac:cxnSpMkLst>
        </pc:cxnChg>
        <pc:cxnChg chg="add mod">
          <ac:chgData name="徐志嘉" userId="4f4e22b3-2ff2-4e81-a7cc-1ce68c8c1bc8" providerId="ADAL" clId="{39D4A37E-9991-4686-B771-75935559E58F}" dt="2023-05-10T08:30:51.559" v="408" actId="1076"/>
          <ac:cxnSpMkLst>
            <pc:docMk/>
            <pc:sldMk cId="3513744940" sldId="530"/>
            <ac:cxnSpMk id="142" creationId="{31F922C7-F314-6B97-521C-C53F1A89776C}"/>
          </ac:cxnSpMkLst>
        </pc:cxnChg>
        <pc:cxnChg chg="add mod">
          <ac:chgData name="徐志嘉" userId="4f4e22b3-2ff2-4e81-a7cc-1ce68c8c1bc8" providerId="ADAL" clId="{39D4A37E-9991-4686-B771-75935559E58F}" dt="2023-05-10T08:30:51.559" v="408" actId="1076"/>
          <ac:cxnSpMkLst>
            <pc:docMk/>
            <pc:sldMk cId="3513744940" sldId="530"/>
            <ac:cxnSpMk id="143" creationId="{379B079A-8A01-3344-3D99-A6E99557203A}"/>
          </ac:cxnSpMkLst>
        </pc:cxnChg>
        <pc:cxnChg chg="add mod">
          <ac:chgData name="徐志嘉" userId="4f4e22b3-2ff2-4e81-a7cc-1ce68c8c1bc8" providerId="ADAL" clId="{39D4A37E-9991-4686-B771-75935559E58F}" dt="2023-05-10T08:30:51.559" v="408" actId="1076"/>
          <ac:cxnSpMkLst>
            <pc:docMk/>
            <pc:sldMk cId="3513744940" sldId="530"/>
            <ac:cxnSpMk id="144" creationId="{FFC8C4F6-81D2-3092-EBAA-981C3759606B}"/>
          </ac:cxnSpMkLst>
        </pc:cxnChg>
        <pc:cxnChg chg="add mod">
          <ac:chgData name="徐志嘉" userId="4f4e22b3-2ff2-4e81-a7cc-1ce68c8c1bc8" providerId="ADAL" clId="{39D4A37E-9991-4686-B771-75935559E58F}" dt="2023-05-10T08:30:51.559" v="408" actId="1076"/>
          <ac:cxnSpMkLst>
            <pc:docMk/>
            <pc:sldMk cId="3513744940" sldId="530"/>
            <ac:cxnSpMk id="145" creationId="{026C7617-A430-047E-A446-B0C0192D87B2}"/>
          </ac:cxnSpMkLst>
        </pc:cxnChg>
        <pc:cxnChg chg="add mod">
          <ac:chgData name="徐志嘉" userId="4f4e22b3-2ff2-4e81-a7cc-1ce68c8c1bc8" providerId="ADAL" clId="{39D4A37E-9991-4686-B771-75935559E58F}" dt="2023-05-10T08:30:51.559" v="408" actId="1076"/>
          <ac:cxnSpMkLst>
            <pc:docMk/>
            <pc:sldMk cId="3513744940" sldId="530"/>
            <ac:cxnSpMk id="146" creationId="{DF5FE12A-5384-5A5C-00A7-458B0D1C7554}"/>
          </ac:cxnSpMkLst>
        </pc:cxnChg>
        <pc:cxnChg chg="add mod">
          <ac:chgData name="徐志嘉" userId="4f4e22b3-2ff2-4e81-a7cc-1ce68c8c1bc8" providerId="ADAL" clId="{39D4A37E-9991-4686-B771-75935559E58F}" dt="2023-05-10T08:30:51.559" v="408" actId="1076"/>
          <ac:cxnSpMkLst>
            <pc:docMk/>
            <pc:sldMk cId="3513744940" sldId="530"/>
            <ac:cxnSpMk id="148" creationId="{F64DD0E1-73C8-F2EF-84DA-9F1BF086C0F5}"/>
          </ac:cxnSpMkLst>
        </pc:cxnChg>
        <pc:cxnChg chg="add mod">
          <ac:chgData name="徐志嘉" userId="4f4e22b3-2ff2-4e81-a7cc-1ce68c8c1bc8" providerId="ADAL" clId="{39D4A37E-9991-4686-B771-75935559E58F}" dt="2023-05-10T08:30:51.559" v="408" actId="1076"/>
          <ac:cxnSpMkLst>
            <pc:docMk/>
            <pc:sldMk cId="3513744940" sldId="530"/>
            <ac:cxnSpMk id="151" creationId="{A7F27109-13BD-64FA-3E7B-CC28C721CA79}"/>
          </ac:cxnSpMkLst>
        </pc:cxnChg>
        <pc:cxnChg chg="add del mod">
          <ac:chgData name="徐志嘉" userId="4f4e22b3-2ff2-4e81-a7cc-1ce68c8c1bc8" providerId="ADAL" clId="{39D4A37E-9991-4686-B771-75935559E58F}" dt="2023-05-10T08:32:15.425" v="435" actId="1076"/>
          <ac:cxnSpMkLst>
            <pc:docMk/>
            <pc:sldMk cId="3513744940" sldId="530"/>
            <ac:cxnSpMk id="155" creationId="{783FB258-7C63-F35F-3812-542A8C52F580}"/>
          </ac:cxnSpMkLst>
        </pc:cxnChg>
        <pc:cxnChg chg="add del mod">
          <ac:chgData name="徐志嘉" userId="4f4e22b3-2ff2-4e81-a7cc-1ce68c8c1bc8" providerId="ADAL" clId="{39D4A37E-9991-4686-B771-75935559E58F}" dt="2023-05-10T08:32:15.425" v="435" actId="1076"/>
          <ac:cxnSpMkLst>
            <pc:docMk/>
            <pc:sldMk cId="3513744940" sldId="530"/>
            <ac:cxnSpMk id="156" creationId="{8B0C29D1-5113-30A8-33E4-66A53957EC2B}"/>
          </ac:cxnSpMkLst>
        </pc:cxnChg>
        <pc:cxnChg chg="add del mod">
          <ac:chgData name="徐志嘉" userId="4f4e22b3-2ff2-4e81-a7cc-1ce68c8c1bc8" providerId="ADAL" clId="{39D4A37E-9991-4686-B771-75935559E58F}" dt="2023-05-10T08:31:58.444" v="421" actId="478"/>
          <ac:cxnSpMkLst>
            <pc:docMk/>
            <pc:sldMk cId="3513744940" sldId="530"/>
            <ac:cxnSpMk id="161" creationId="{F2818A45-6F98-B597-F300-2AB80877CA14}"/>
          </ac:cxnSpMkLst>
        </pc:cxnChg>
        <pc:cxnChg chg="add del mod">
          <ac:chgData name="徐志嘉" userId="4f4e22b3-2ff2-4e81-a7cc-1ce68c8c1bc8" providerId="ADAL" clId="{39D4A37E-9991-4686-B771-75935559E58F}" dt="2023-05-10T08:31:58.444" v="421" actId="478"/>
          <ac:cxnSpMkLst>
            <pc:docMk/>
            <pc:sldMk cId="3513744940" sldId="530"/>
            <ac:cxnSpMk id="162" creationId="{F460C0FA-DA71-CAEB-F17B-21AC90264E42}"/>
          </ac:cxnSpMkLst>
        </pc:cxnChg>
        <pc:cxnChg chg="add del mod">
          <ac:chgData name="徐志嘉" userId="4f4e22b3-2ff2-4e81-a7cc-1ce68c8c1bc8" providerId="ADAL" clId="{39D4A37E-9991-4686-B771-75935559E58F}" dt="2023-05-10T08:28:50.384" v="354" actId="478"/>
          <ac:cxnSpMkLst>
            <pc:docMk/>
            <pc:sldMk cId="3513744940" sldId="530"/>
            <ac:cxnSpMk id="170" creationId="{0EA78D47-8CE8-DED4-7DE3-641489C20AC7}"/>
          </ac:cxnSpMkLst>
        </pc:cxnChg>
        <pc:cxnChg chg="add mod">
          <ac:chgData name="徐志嘉" userId="4f4e22b3-2ff2-4e81-a7cc-1ce68c8c1bc8" providerId="ADAL" clId="{39D4A37E-9991-4686-B771-75935559E58F}" dt="2023-05-10T08:30:34.883" v="406" actId="1076"/>
          <ac:cxnSpMkLst>
            <pc:docMk/>
            <pc:sldMk cId="3513744940" sldId="530"/>
            <ac:cxnSpMk id="180" creationId="{AEEC0D81-F87C-873B-99C7-B2F501D4AEDE}"/>
          </ac:cxnSpMkLst>
        </pc:cxnChg>
        <pc:cxnChg chg="add mod">
          <ac:chgData name="徐志嘉" userId="4f4e22b3-2ff2-4e81-a7cc-1ce68c8c1bc8" providerId="ADAL" clId="{39D4A37E-9991-4686-B771-75935559E58F}" dt="2023-05-10T08:32:31.079" v="437" actId="1076"/>
          <ac:cxnSpMkLst>
            <pc:docMk/>
            <pc:sldMk cId="3513744940" sldId="530"/>
            <ac:cxnSpMk id="188" creationId="{EDB5020E-626D-8604-F3DA-233D254F6C8A}"/>
          </ac:cxnSpMkLst>
        </pc:cxnChg>
        <pc:cxnChg chg="add mod">
          <ac:chgData name="徐志嘉" userId="4f4e22b3-2ff2-4e81-a7cc-1ce68c8c1bc8" providerId="ADAL" clId="{39D4A37E-9991-4686-B771-75935559E58F}" dt="2023-05-10T08:32:31.079" v="437" actId="1076"/>
          <ac:cxnSpMkLst>
            <pc:docMk/>
            <pc:sldMk cId="3513744940" sldId="530"/>
            <ac:cxnSpMk id="189" creationId="{24E77D30-2AFD-F97B-AF34-577698CF36A5}"/>
          </ac:cxnSpMkLst>
        </pc:cxnChg>
      </pc:sldChg>
      <pc:sldChg chg="modSp mod">
        <pc:chgData name="徐志嘉" userId="4f4e22b3-2ff2-4e81-a7cc-1ce68c8c1bc8" providerId="ADAL" clId="{39D4A37E-9991-4686-B771-75935559E58F}" dt="2023-05-10T08:34:34.780" v="447" actId="6549"/>
        <pc:sldMkLst>
          <pc:docMk/>
          <pc:sldMk cId="2043709060" sldId="536"/>
        </pc:sldMkLst>
        <pc:spChg chg="mod">
          <ac:chgData name="徐志嘉" userId="4f4e22b3-2ff2-4e81-a7cc-1ce68c8c1bc8" providerId="ADAL" clId="{39D4A37E-9991-4686-B771-75935559E58F}" dt="2023-05-10T08:34:32.063" v="445" actId="20577"/>
          <ac:spMkLst>
            <pc:docMk/>
            <pc:sldMk cId="2043709060" sldId="536"/>
            <ac:spMk id="4" creationId="{4CC8D5DC-E193-50F5-23EB-319D92C33F8A}"/>
          </ac:spMkLst>
        </pc:spChg>
        <pc:spChg chg="mod">
          <ac:chgData name="徐志嘉" userId="4f4e22b3-2ff2-4e81-a7cc-1ce68c8c1bc8" providerId="ADAL" clId="{39D4A37E-9991-4686-B771-75935559E58F}" dt="2023-05-10T08:34:34.780" v="447" actId="6549"/>
          <ac:spMkLst>
            <pc:docMk/>
            <pc:sldMk cId="2043709060" sldId="536"/>
            <ac:spMk id="7" creationId="{8FCCF86F-E800-92B8-7C48-243B42AF25EF}"/>
          </ac:spMkLst>
        </pc:spChg>
        <pc:spChg chg="mod">
          <ac:chgData name="徐志嘉" userId="4f4e22b3-2ff2-4e81-a7cc-1ce68c8c1bc8" providerId="ADAL" clId="{39D4A37E-9991-4686-B771-75935559E58F}" dt="2023-05-10T08:34:29.886" v="443" actId="20577"/>
          <ac:spMkLst>
            <pc:docMk/>
            <pc:sldMk cId="2043709060" sldId="536"/>
            <ac:spMk id="58" creationId="{101644DD-C7A5-5372-2D02-A6BBECFAE218}"/>
          </ac:spMkLst>
        </pc:spChg>
      </pc:sldChg>
      <pc:sldChg chg="del">
        <pc:chgData name="徐志嘉" userId="4f4e22b3-2ff2-4e81-a7cc-1ce68c8c1bc8" providerId="ADAL" clId="{39D4A37E-9991-4686-B771-75935559E58F}" dt="2023-05-10T08:33:19.991" v="439" actId="47"/>
        <pc:sldMkLst>
          <pc:docMk/>
          <pc:sldMk cId="3950724145" sldId="537"/>
        </pc:sldMkLst>
      </pc:sldChg>
      <pc:sldChg chg="del">
        <pc:chgData name="徐志嘉" userId="4f4e22b3-2ff2-4e81-a7cc-1ce68c8c1bc8" providerId="ADAL" clId="{39D4A37E-9991-4686-B771-75935559E58F}" dt="2023-05-10T08:33:19.991" v="439" actId="47"/>
        <pc:sldMkLst>
          <pc:docMk/>
          <pc:sldMk cId="1651607575" sldId="538"/>
        </pc:sldMkLst>
      </pc:sldChg>
      <pc:sldChg chg="del">
        <pc:chgData name="徐志嘉" userId="4f4e22b3-2ff2-4e81-a7cc-1ce68c8c1bc8" providerId="ADAL" clId="{39D4A37E-9991-4686-B771-75935559E58F}" dt="2023-05-10T08:34:20.866" v="440" actId="47"/>
        <pc:sldMkLst>
          <pc:docMk/>
          <pc:sldMk cId="1206849217" sldId="539"/>
        </pc:sldMkLst>
      </pc:sldChg>
      <pc:sldChg chg="del">
        <pc:chgData name="徐志嘉" userId="4f4e22b3-2ff2-4e81-a7cc-1ce68c8c1bc8" providerId="ADAL" clId="{39D4A37E-9991-4686-B771-75935559E58F}" dt="2023-05-10T08:34:20.866" v="440" actId="47"/>
        <pc:sldMkLst>
          <pc:docMk/>
          <pc:sldMk cId="2562579849" sldId="541"/>
        </pc:sldMkLst>
      </pc:sldChg>
      <pc:sldChg chg="del">
        <pc:chgData name="徐志嘉" userId="4f4e22b3-2ff2-4e81-a7cc-1ce68c8c1bc8" providerId="ADAL" clId="{39D4A37E-9991-4686-B771-75935559E58F}" dt="2023-05-10T08:34:20.866" v="440" actId="47"/>
        <pc:sldMkLst>
          <pc:docMk/>
          <pc:sldMk cId="2417296658" sldId="542"/>
        </pc:sldMkLst>
      </pc:sldChg>
      <pc:sldChg chg="del">
        <pc:chgData name="徐志嘉" userId="4f4e22b3-2ff2-4e81-a7cc-1ce68c8c1bc8" providerId="ADAL" clId="{39D4A37E-9991-4686-B771-75935559E58F}" dt="2023-05-10T08:34:20.866" v="440" actId="47"/>
        <pc:sldMkLst>
          <pc:docMk/>
          <pc:sldMk cId="3300008049" sldId="543"/>
        </pc:sldMkLst>
      </pc:sldChg>
      <pc:sldChg chg="del">
        <pc:chgData name="徐志嘉" userId="4f4e22b3-2ff2-4e81-a7cc-1ce68c8c1bc8" providerId="ADAL" clId="{39D4A37E-9991-4686-B771-75935559E58F}" dt="2023-05-10T08:34:24.554" v="441" actId="47"/>
        <pc:sldMkLst>
          <pc:docMk/>
          <pc:sldMk cId="1921359229" sldId="546"/>
        </pc:sldMkLst>
      </pc:sldChg>
      <pc:sldChg chg="del">
        <pc:chgData name="徐志嘉" userId="4f4e22b3-2ff2-4e81-a7cc-1ce68c8c1bc8" providerId="ADAL" clId="{39D4A37E-9991-4686-B771-75935559E58F}" dt="2023-05-10T08:34:20.866" v="440" actId="47"/>
        <pc:sldMkLst>
          <pc:docMk/>
          <pc:sldMk cId="2775856983" sldId="547"/>
        </pc:sldMkLst>
      </pc:sldChg>
      <pc:sldChg chg="del">
        <pc:chgData name="徐志嘉" userId="4f4e22b3-2ff2-4e81-a7cc-1ce68c8c1bc8" providerId="ADAL" clId="{39D4A37E-9991-4686-B771-75935559E58F}" dt="2023-05-10T08:34:20.866" v="440" actId="47"/>
        <pc:sldMkLst>
          <pc:docMk/>
          <pc:sldMk cId="600942705" sldId="548"/>
        </pc:sldMkLst>
      </pc:sldChg>
      <pc:sldChg chg="del">
        <pc:chgData name="徐志嘉" userId="4f4e22b3-2ff2-4e81-a7cc-1ce68c8c1bc8" providerId="ADAL" clId="{39D4A37E-9991-4686-B771-75935559E58F}" dt="2023-05-10T08:34:20.866" v="440" actId="47"/>
        <pc:sldMkLst>
          <pc:docMk/>
          <pc:sldMk cId="3533259047" sldId="549"/>
        </pc:sldMkLst>
      </pc:sldChg>
      <pc:sldChg chg="del">
        <pc:chgData name="徐志嘉" userId="4f4e22b3-2ff2-4e81-a7cc-1ce68c8c1bc8" providerId="ADAL" clId="{39D4A37E-9991-4686-B771-75935559E58F}" dt="2023-05-10T08:34:20.866" v="440" actId="47"/>
        <pc:sldMkLst>
          <pc:docMk/>
          <pc:sldMk cId="2849602499" sldId="550"/>
        </pc:sldMkLst>
      </pc:sldChg>
      <pc:sldChg chg="del">
        <pc:chgData name="徐志嘉" userId="4f4e22b3-2ff2-4e81-a7cc-1ce68c8c1bc8" providerId="ADAL" clId="{39D4A37E-9991-4686-B771-75935559E58F}" dt="2023-05-10T08:34:20.866" v="440" actId="47"/>
        <pc:sldMkLst>
          <pc:docMk/>
          <pc:sldMk cId="2761283553" sldId="551"/>
        </pc:sldMkLst>
      </pc:sldChg>
      <pc:sldChg chg="del">
        <pc:chgData name="徐志嘉" userId="4f4e22b3-2ff2-4e81-a7cc-1ce68c8c1bc8" providerId="ADAL" clId="{39D4A37E-9991-4686-B771-75935559E58F}" dt="2023-05-10T08:22:01.851" v="279" actId="47"/>
        <pc:sldMkLst>
          <pc:docMk/>
          <pc:sldMk cId="1874547092" sldId="552"/>
        </pc:sldMkLst>
      </pc:sldChg>
      <pc:sldChg chg="del">
        <pc:chgData name="徐志嘉" userId="4f4e22b3-2ff2-4e81-a7cc-1ce68c8c1bc8" providerId="ADAL" clId="{39D4A37E-9991-4686-B771-75935559E58F}" dt="2023-05-10T08:33:19.991" v="439" actId="47"/>
        <pc:sldMkLst>
          <pc:docMk/>
          <pc:sldMk cId="1204608154" sldId="553"/>
        </pc:sldMkLst>
      </pc:sldChg>
      <pc:sldChg chg="del">
        <pc:chgData name="徐志嘉" userId="4f4e22b3-2ff2-4e81-a7cc-1ce68c8c1bc8" providerId="ADAL" clId="{39D4A37E-9991-4686-B771-75935559E58F}" dt="2023-05-10T13:03:27.945" v="2226" actId="47"/>
        <pc:sldMkLst>
          <pc:docMk/>
          <pc:sldMk cId="1424881894" sldId="555"/>
        </pc:sldMkLst>
      </pc:sldChg>
      <pc:sldChg chg="del">
        <pc:chgData name="徐志嘉" userId="4f4e22b3-2ff2-4e81-a7cc-1ce68c8c1bc8" providerId="ADAL" clId="{39D4A37E-9991-4686-B771-75935559E58F}" dt="2023-05-10T08:34:20.866" v="440" actId="47"/>
        <pc:sldMkLst>
          <pc:docMk/>
          <pc:sldMk cId="1309442527" sldId="556"/>
        </pc:sldMkLst>
      </pc:sldChg>
      <pc:sldChg chg="addSp modSp new mod">
        <pc:chgData name="徐志嘉" userId="4f4e22b3-2ff2-4e81-a7cc-1ce68c8c1bc8" providerId="ADAL" clId="{39D4A37E-9991-4686-B771-75935559E58F}" dt="2023-05-10T08:37:46.117" v="496" actId="692"/>
        <pc:sldMkLst>
          <pc:docMk/>
          <pc:sldMk cId="2539622412" sldId="557"/>
        </pc:sldMkLst>
        <pc:spChg chg="mod">
          <ac:chgData name="徐志嘉" userId="4f4e22b3-2ff2-4e81-a7cc-1ce68c8c1bc8" providerId="ADAL" clId="{39D4A37E-9991-4686-B771-75935559E58F}" dt="2023-05-10T08:11:37.288" v="92" actId="20577"/>
          <ac:spMkLst>
            <pc:docMk/>
            <pc:sldMk cId="2539622412" sldId="557"/>
            <ac:spMk id="2" creationId="{D5CA3E9B-E4D2-7671-00FC-A19FB71F915C}"/>
          </ac:spMkLst>
        </pc:spChg>
        <pc:spChg chg="mod">
          <ac:chgData name="徐志嘉" userId="4f4e22b3-2ff2-4e81-a7cc-1ce68c8c1bc8" providerId="ADAL" clId="{39D4A37E-9991-4686-B771-75935559E58F}" dt="2023-05-10T08:35:24.277" v="473" actId="20577"/>
          <ac:spMkLst>
            <pc:docMk/>
            <pc:sldMk cId="2539622412" sldId="557"/>
            <ac:spMk id="3" creationId="{6BC5FB6A-C48F-7172-2FC0-CD91155C148C}"/>
          </ac:spMkLst>
        </pc:spChg>
        <pc:spChg chg="add mod">
          <ac:chgData name="徐志嘉" userId="4f4e22b3-2ff2-4e81-a7cc-1ce68c8c1bc8" providerId="ADAL" clId="{39D4A37E-9991-4686-B771-75935559E58F}" dt="2023-05-10T08:37:04.145" v="484" actId="1076"/>
          <ac:spMkLst>
            <pc:docMk/>
            <pc:sldMk cId="2539622412" sldId="557"/>
            <ac:spMk id="5" creationId="{7FE8F0DB-D0AA-10B0-15F0-83154657AE71}"/>
          </ac:spMkLst>
        </pc:spChg>
        <pc:spChg chg="add mod">
          <ac:chgData name="徐志嘉" userId="4f4e22b3-2ff2-4e81-a7cc-1ce68c8c1bc8" providerId="ADAL" clId="{39D4A37E-9991-4686-B771-75935559E58F}" dt="2023-05-10T08:37:04.145" v="484" actId="1076"/>
          <ac:spMkLst>
            <pc:docMk/>
            <pc:sldMk cId="2539622412" sldId="557"/>
            <ac:spMk id="8" creationId="{E8E578D6-27E6-AA76-0947-933E442FBB12}"/>
          </ac:spMkLst>
        </pc:spChg>
        <pc:picChg chg="add mod">
          <ac:chgData name="徐志嘉" userId="4f4e22b3-2ff2-4e81-a7cc-1ce68c8c1bc8" providerId="ADAL" clId="{39D4A37E-9991-4686-B771-75935559E58F}" dt="2023-05-10T08:37:04.145" v="484" actId="1076"/>
          <ac:picMkLst>
            <pc:docMk/>
            <pc:sldMk cId="2539622412" sldId="557"/>
            <ac:picMk id="6" creationId="{07DB3213-08F0-8C8D-30BF-79D3E095FA8D}"/>
          </ac:picMkLst>
        </pc:picChg>
        <pc:picChg chg="add mod">
          <ac:chgData name="徐志嘉" userId="4f4e22b3-2ff2-4e81-a7cc-1ce68c8c1bc8" providerId="ADAL" clId="{39D4A37E-9991-4686-B771-75935559E58F}" dt="2023-05-10T08:37:04.145" v="484" actId="1076"/>
          <ac:picMkLst>
            <pc:docMk/>
            <pc:sldMk cId="2539622412" sldId="557"/>
            <ac:picMk id="7" creationId="{F845B9C7-9C22-F943-28F9-4BC6ECD6FB46}"/>
          </ac:picMkLst>
        </pc:picChg>
        <pc:cxnChg chg="add mod">
          <ac:chgData name="徐志嘉" userId="4f4e22b3-2ff2-4e81-a7cc-1ce68c8c1bc8" providerId="ADAL" clId="{39D4A37E-9991-4686-B771-75935559E58F}" dt="2023-05-10T08:37:46.117" v="496" actId="692"/>
          <ac:cxnSpMkLst>
            <pc:docMk/>
            <pc:sldMk cId="2539622412" sldId="557"/>
            <ac:cxnSpMk id="4" creationId="{B8712D62-7F3E-D328-9F08-60A451A011F3}"/>
          </ac:cxnSpMkLst>
        </pc:cxnChg>
      </pc:sldChg>
      <pc:sldChg chg="modSp new del mod">
        <pc:chgData name="徐志嘉" userId="4f4e22b3-2ff2-4e81-a7cc-1ce68c8c1bc8" providerId="ADAL" clId="{39D4A37E-9991-4686-B771-75935559E58F}" dt="2023-05-10T12:52:45.668" v="2184" actId="47"/>
        <pc:sldMkLst>
          <pc:docMk/>
          <pc:sldMk cId="272955131" sldId="558"/>
        </pc:sldMkLst>
        <pc:spChg chg="mod">
          <ac:chgData name="徐志嘉" userId="4f4e22b3-2ff2-4e81-a7cc-1ce68c8c1bc8" providerId="ADAL" clId="{39D4A37E-9991-4686-B771-75935559E58F}" dt="2023-05-10T08:35:07.102" v="457" actId="20577"/>
          <ac:spMkLst>
            <pc:docMk/>
            <pc:sldMk cId="272955131" sldId="558"/>
            <ac:spMk id="2" creationId="{9F4AA477-DF3B-9AF4-84BB-B818CF43B123}"/>
          </ac:spMkLst>
        </pc:spChg>
        <pc:spChg chg="mod">
          <ac:chgData name="徐志嘉" userId="4f4e22b3-2ff2-4e81-a7cc-1ce68c8c1bc8" providerId="ADAL" clId="{39D4A37E-9991-4686-B771-75935559E58F}" dt="2023-05-10T08:40:20.620" v="523" actId="20577"/>
          <ac:spMkLst>
            <pc:docMk/>
            <pc:sldMk cId="272955131" sldId="558"/>
            <ac:spMk id="3" creationId="{5C1DF26C-F47D-4C69-022E-E3552DE483CB}"/>
          </ac:spMkLst>
        </pc:spChg>
      </pc:sldChg>
      <pc:sldChg chg="modSp new mod">
        <pc:chgData name="徐志嘉" userId="4f4e22b3-2ff2-4e81-a7cc-1ce68c8c1bc8" providerId="ADAL" clId="{39D4A37E-9991-4686-B771-75935559E58F}" dt="2023-05-11T06:36:01.475" v="3951" actId="6549"/>
        <pc:sldMkLst>
          <pc:docMk/>
          <pc:sldMk cId="3700744505" sldId="559"/>
        </pc:sldMkLst>
        <pc:spChg chg="mod">
          <ac:chgData name="徐志嘉" userId="4f4e22b3-2ff2-4e81-a7cc-1ce68c8c1bc8" providerId="ADAL" clId="{39D4A37E-9991-4686-B771-75935559E58F}" dt="2023-05-10T08:41:35.095" v="551" actId="20577"/>
          <ac:spMkLst>
            <pc:docMk/>
            <pc:sldMk cId="3700744505" sldId="559"/>
            <ac:spMk id="2" creationId="{D83DA9A7-E062-A2EF-4AA4-0F78D6A674B0}"/>
          </ac:spMkLst>
        </pc:spChg>
        <pc:spChg chg="mod">
          <ac:chgData name="徐志嘉" userId="4f4e22b3-2ff2-4e81-a7cc-1ce68c8c1bc8" providerId="ADAL" clId="{39D4A37E-9991-4686-B771-75935559E58F}" dt="2023-05-11T06:36:01.475" v="3951" actId="6549"/>
          <ac:spMkLst>
            <pc:docMk/>
            <pc:sldMk cId="3700744505" sldId="559"/>
            <ac:spMk id="3" creationId="{18FB2162-D253-2F8D-87FB-6E0C14C7101F}"/>
          </ac:spMkLst>
        </pc:spChg>
      </pc:sldChg>
      <pc:sldChg chg="modSp new del mod">
        <pc:chgData name="徐志嘉" userId="4f4e22b3-2ff2-4e81-a7cc-1ce68c8c1bc8" providerId="ADAL" clId="{39D4A37E-9991-4686-B771-75935559E58F}" dt="2023-05-10T09:18:10.901" v="898" actId="47"/>
        <pc:sldMkLst>
          <pc:docMk/>
          <pc:sldMk cId="2451612613" sldId="560"/>
        </pc:sldMkLst>
        <pc:spChg chg="mod">
          <ac:chgData name="徐志嘉" userId="4f4e22b3-2ff2-4e81-a7cc-1ce68c8c1bc8" providerId="ADAL" clId="{39D4A37E-9991-4686-B771-75935559E58F}" dt="2023-05-10T08:55:39.489" v="744" actId="20577"/>
          <ac:spMkLst>
            <pc:docMk/>
            <pc:sldMk cId="2451612613" sldId="560"/>
            <ac:spMk id="2" creationId="{0E3C4338-A8A9-C424-043E-E567EB943F41}"/>
          </ac:spMkLst>
        </pc:spChg>
      </pc:sldChg>
      <pc:sldChg chg="add">
        <pc:chgData name="徐志嘉" userId="4f4e22b3-2ff2-4e81-a7cc-1ce68c8c1bc8" providerId="ADAL" clId="{39D4A37E-9991-4686-B771-75935559E58F}" dt="2023-05-11T08:20:46.847" v="4179"/>
        <pc:sldMkLst>
          <pc:docMk/>
          <pc:sldMk cId="596329908" sldId="574"/>
        </pc:sldMkLst>
      </pc:sldChg>
      <pc:sldChg chg="addSp delSp modSp add mod">
        <pc:chgData name="徐志嘉" userId="4f4e22b3-2ff2-4e81-a7cc-1ce68c8c1bc8" providerId="ADAL" clId="{39D4A37E-9991-4686-B771-75935559E58F}" dt="2023-05-11T08:13:33.989" v="4178" actId="404"/>
        <pc:sldMkLst>
          <pc:docMk/>
          <pc:sldMk cId="4196620228" sldId="581"/>
        </pc:sldMkLst>
        <pc:spChg chg="mod">
          <ac:chgData name="徐志嘉" userId="4f4e22b3-2ff2-4e81-a7cc-1ce68c8c1bc8" providerId="ADAL" clId="{39D4A37E-9991-4686-B771-75935559E58F}" dt="2023-05-11T08:03:59.263" v="4137" actId="20577"/>
          <ac:spMkLst>
            <pc:docMk/>
            <pc:sldMk cId="4196620228" sldId="581"/>
            <ac:spMk id="2" creationId="{28E1D32B-68BF-4D8A-05A6-55139A2FE45F}"/>
          </ac:spMkLst>
        </pc:spChg>
        <pc:spChg chg="add del mod">
          <ac:chgData name="徐志嘉" userId="4f4e22b3-2ff2-4e81-a7cc-1ce68c8c1bc8" providerId="ADAL" clId="{39D4A37E-9991-4686-B771-75935559E58F}" dt="2023-05-11T08:07:02.394" v="4143" actId="478"/>
          <ac:spMkLst>
            <pc:docMk/>
            <pc:sldMk cId="4196620228" sldId="581"/>
            <ac:spMk id="5" creationId="{AEB69AC5-99A3-63ED-7573-591AB5B7A44C}"/>
          </ac:spMkLst>
        </pc:spChg>
        <pc:spChg chg="add del mod">
          <ac:chgData name="徐志嘉" userId="4f4e22b3-2ff2-4e81-a7cc-1ce68c8c1bc8" providerId="ADAL" clId="{39D4A37E-9991-4686-B771-75935559E58F}" dt="2023-05-11T08:08:53.666" v="4148"/>
          <ac:spMkLst>
            <pc:docMk/>
            <pc:sldMk cId="4196620228" sldId="581"/>
            <ac:spMk id="7" creationId="{9331339E-F802-5D9A-E990-D240C6978041}"/>
          </ac:spMkLst>
        </pc:spChg>
        <pc:graphicFrameChg chg="del">
          <ac:chgData name="徐志嘉" userId="4f4e22b3-2ff2-4e81-a7cc-1ce68c8c1bc8" providerId="ADAL" clId="{39D4A37E-9991-4686-B771-75935559E58F}" dt="2023-05-11T08:04:06.746" v="4138" actId="478"/>
          <ac:graphicFrameMkLst>
            <pc:docMk/>
            <pc:sldMk cId="4196620228" sldId="581"/>
            <ac:graphicFrameMk id="3" creationId="{D0F81B61-0554-B4F6-62D6-1C8038FC2D95}"/>
          </ac:graphicFrameMkLst>
        </pc:graphicFrameChg>
        <pc:graphicFrameChg chg="add del">
          <ac:chgData name="徐志嘉" userId="4f4e22b3-2ff2-4e81-a7cc-1ce68c8c1bc8" providerId="ADAL" clId="{39D4A37E-9991-4686-B771-75935559E58F}" dt="2023-05-11T08:08:52.340" v="4146" actId="478"/>
          <ac:graphicFrameMkLst>
            <pc:docMk/>
            <pc:sldMk cId="4196620228" sldId="581"/>
            <ac:graphicFrameMk id="8" creationId="{7D0555EA-16C2-90D8-CC98-0B00770D05FB}"/>
          </ac:graphicFrameMkLst>
        </pc:graphicFrameChg>
        <pc:graphicFrameChg chg="add del">
          <ac:chgData name="徐志嘉" userId="4f4e22b3-2ff2-4e81-a7cc-1ce68c8c1bc8" providerId="ADAL" clId="{39D4A37E-9991-4686-B771-75935559E58F}" dt="2023-05-11T08:08:50.888" v="4145" actId="478"/>
          <ac:graphicFrameMkLst>
            <pc:docMk/>
            <pc:sldMk cId="4196620228" sldId="581"/>
            <ac:graphicFrameMk id="9" creationId="{9A06C0AF-5136-4491-B780-3644B5955F35}"/>
          </ac:graphicFrameMkLst>
        </pc:graphicFrameChg>
        <pc:graphicFrameChg chg="add mod">
          <ac:chgData name="徐志嘉" userId="4f4e22b3-2ff2-4e81-a7cc-1ce68c8c1bc8" providerId="ADAL" clId="{39D4A37E-9991-4686-B771-75935559E58F}" dt="2023-05-11T08:10:09.092" v="4161" actId="403"/>
          <ac:graphicFrameMkLst>
            <pc:docMk/>
            <pc:sldMk cId="4196620228" sldId="581"/>
            <ac:graphicFrameMk id="10" creationId="{B8728720-5572-2CF8-793E-C5496384C004}"/>
          </ac:graphicFrameMkLst>
        </pc:graphicFrameChg>
        <pc:graphicFrameChg chg="add mod">
          <ac:chgData name="徐志嘉" userId="4f4e22b3-2ff2-4e81-a7cc-1ce68c8c1bc8" providerId="ADAL" clId="{39D4A37E-9991-4686-B771-75935559E58F}" dt="2023-05-11T08:13:33.989" v="4178" actId="404"/>
          <ac:graphicFrameMkLst>
            <pc:docMk/>
            <pc:sldMk cId="4196620228" sldId="581"/>
            <ac:graphicFrameMk id="11" creationId="{0CAA9830-81D5-C48B-C5C0-211FAA02F122}"/>
          </ac:graphicFrameMkLst>
        </pc:graphicFrameChg>
      </pc:sldChg>
      <pc:sldChg chg="add del">
        <pc:chgData name="徐志嘉" userId="4f4e22b3-2ff2-4e81-a7cc-1ce68c8c1bc8" providerId="ADAL" clId="{39D4A37E-9991-4686-B771-75935559E58F}" dt="2023-05-11T07:25:48.222" v="4096" actId="47"/>
        <pc:sldMkLst>
          <pc:docMk/>
          <pc:sldMk cId="3204949769" sldId="582"/>
        </pc:sldMkLst>
      </pc:sldChg>
      <pc:sldChg chg="add del">
        <pc:chgData name="徐志嘉" userId="4f4e22b3-2ff2-4e81-a7cc-1ce68c8c1bc8" providerId="ADAL" clId="{39D4A37E-9991-4686-B771-75935559E58F}" dt="2023-05-11T07:34:46.954" v="4115" actId="47"/>
        <pc:sldMkLst>
          <pc:docMk/>
          <pc:sldMk cId="3794514812" sldId="583"/>
        </pc:sldMkLst>
      </pc:sldChg>
      <pc:sldChg chg="add del">
        <pc:chgData name="徐志嘉" userId="4f4e22b3-2ff2-4e81-a7cc-1ce68c8c1bc8" providerId="ADAL" clId="{39D4A37E-9991-4686-B771-75935559E58F}" dt="2023-05-11T07:34:47.842" v="4116" actId="47"/>
        <pc:sldMkLst>
          <pc:docMk/>
          <pc:sldMk cId="2812379776" sldId="584"/>
        </pc:sldMkLst>
      </pc:sldChg>
      <pc:sldChg chg="addSp delSp modSp add mod ord modNotesTx">
        <pc:chgData name="徐志嘉" userId="4f4e22b3-2ff2-4e81-a7cc-1ce68c8c1bc8" providerId="ADAL" clId="{39D4A37E-9991-4686-B771-75935559E58F}" dt="2023-05-10T11:33:27.299" v="1120" actId="20577"/>
        <pc:sldMkLst>
          <pc:docMk/>
          <pc:sldMk cId="3944881085" sldId="594"/>
        </pc:sldMkLst>
        <pc:spChg chg="mod">
          <ac:chgData name="徐志嘉" userId="4f4e22b3-2ff2-4e81-a7cc-1ce68c8c1bc8" providerId="ADAL" clId="{39D4A37E-9991-4686-B771-75935559E58F}" dt="2023-05-10T11:33:27.299" v="1120" actId="20577"/>
          <ac:spMkLst>
            <pc:docMk/>
            <pc:sldMk cId="3944881085" sldId="594"/>
            <ac:spMk id="2" creationId="{BFA0729B-A5BF-B27A-62C3-6173E3019CED}"/>
          </ac:spMkLst>
        </pc:spChg>
        <pc:spChg chg="mod">
          <ac:chgData name="徐志嘉" userId="4f4e22b3-2ff2-4e81-a7cc-1ce68c8c1bc8" providerId="ADAL" clId="{39D4A37E-9991-4686-B771-75935559E58F}" dt="2023-05-10T11:29:37.456" v="1090"/>
          <ac:spMkLst>
            <pc:docMk/>
            <pc:sldMk cId="3944881085" sldId="594"/>
            <ac:spMk id="3" creationId="{0BB2FC9B-4133-BD60-5011-655F9DD45EF3}"/>
          </ac:spMkLst>
        </pc:spChg>
        <pc:spChg chg="add mod">
          <ac:chgData name="徐志嘉" userId="4f4e22b3-2ff2-4e81-a7cc-1ce68c8c1bc8" providerId="ADAL" clId="{39D4A37E-9991-4686-B771-75935559E58F}" dt="2023-05-10T11:31:21.588" v="1094" actId="1076"/>
          <ac:spMkLst>
            <pc:docMk/>
            <pc:sldMk cId="3944881085" sldId="594"/>
            <ac:spMk id="4" creationId="{9861D66E-3007-5F95-EEFF-FB07E7DC2F23}"/>
          </ac:spMkLst>
        </pc:spChg>
        <pc:spChg chg="mod">
          <ac:chgData name="徐志嘉" userId="4f4e22b3-2ff2-4e81-a7cc-1ce68c8c1bc8" providerId="ADAL" clId="{39D4A37E-9991-4686-B771-75935559E58F}" dt="2023-05-10T11:30:53.364" v="1092"/>
          <ac:spMkLst>
            <pc:docMk/>
            <pc:sldMk cId="3944881085" sldId="594"/>
            <ac:spMk id="7" creationId="{FD08A43B-0C4C-1BFF-E901-7C955552DCDB}"/>
          </ac:spMkLst>
        </pc:spChg>
        <pc:spChg chg="mod">
          <ac:chgData name="徐志嘉" userId="4f4e22b3-2ff2-4e81-a7cc-1ce68c8c1bc8" providerId="ADAL" clId="{39D4A37E-9991-4686-B771-75935559E58F}" dt="2023-05-10T11:30:53.364" v="1092"/>
          <ac:spMkLst>
            <pc:docMk/>
            <pc:sldMk cId="3944881085" sldId="594"/>
            <ac:spMk id="8" creationId="{B4119F39-A10F-E248-588A-842CC7E366C8}"/>
          </ac:spMkLst>
        </pc:spChg>
        <pc:spChg chg="mod">
          <ac:chgData name="徐志嘉" userId="4f4e22b3-2ff2-4e81-a7cc-1ce68c8c1bc8" providerId="ADAL" clId="{39D4A37E-9991-4686-B771-75935559E58F}" dt="2023-05-10T11:30:53.364" v="1092"/>
          <ac:spMkLst>
            <pc:docMk/>
            <pc:sldMk cId="3944881085" sldId="594"/>
            <ac:spMk id="10" creationId="{8B3D10B1-A264-C0CA-CE6C-D7F1BB768968}"/>
          </ac:spMkLst>
        </pc:spChg>
        <pc:spChg chg="mod">
          <ac:chgData name="徐志嘉" userId="4f4e22b3-2ff2-4e81-a7cc-1ce68c8c1bc8" providerId="ADAL" clId="{39D4A37E-9991-4686-B771-75935559E58F}" dt="2023-05-10T11:30:53.364" v="1092"/>
          <ac:spMkLst>
            <pc:docMk/>
            <pc:sldMk cId="3944881085" sldId="594"/>
            <ac:spMk id="11" creationId="{7D59281E-6F2E-5CDD-6DD3-CCDB4C00FAFD}"/>
          </ac:spMkLst>
        </pc:spChg>
        <pc:spChg chg="add mod">
          <ac:chgData name="徐志嘉" userId="4f4e22b3-2ff2-4e81-a7cc-1ce68c8c1bc8" providerId="ADAL" clId="{39D4A37E-9991-4686-B771-75935559E58F}" dt="2023-05-10T11:31:21.588" v="1094" actId="1076"/>
          <ac:spMkLst>
            <pc:docMk/>
            <pc:sldMk cId="3944881085" sldId="594"/>
            <ac:spMk id="12" creationId="{9460C51D-6F15-CE5F-A41A-F75F5088A7B8}"/>
          </ac:spMkLst>
        </pc:spChg>
        <pc:spChg chg="add mod">
          <ac:chgData name="徐志嘉" userId="4f4e22b3-2ff2-4e81-a7cc-1ce68c8c1bc8" providerId="ADAL" clId="{39D4A37E-9991-4686-B771-75935559E58F}" dt="2023-05-10T11:31:21.588" v="1094" actId="1076"/>
          <ac:spMkLst>
            <pc:docMk/>
            <pc:sldMk cId="3944881085" sldId="594"/>
            <ac:spMk id="19" creationId="{9FBAB528-7A7D-F851-3504-AAED60CB3F81}"/>
          </ac:spMkLst>
        </pc:spChg>
        <pc:spChg chg="add mod">
          <ac:chgData name="徐志嘉" userId="4f4e22b3-2ff2-4e81-a7cc-1ce68c8c1bc8" providerId="ADAL" clId="{39D4A37E-9991-4686-B771-75935559E58F}" dt="2023-05-10T11:31:21.588" v="1094" actId="1076"/>
          <ac:spMkLst>
            <pc:docMk/>
            <pc:sldMk cId="3944881085" sldId="594"/>
            <ac:spMk id="21" creationId="{B4E0BB8C-D13C-C430-E0E4-30EBFF5A8E90}"/>
          </ac:spMkLst>
        </pc:spChg>
        <pc:spChg chg="add mod">
          <ac:chgData name="徐志嘉" userId="4f4e22b3-2ff2-4e81-a7cc-1ce68c8c1bc8" providerId="ADAL" clId="{39D4A37E-9991-4686-B771-75935559E58F}" dt="2023-05-10T11:31:21.588" v="1094" actId="1076"/>
          <ac:spMkLst>
            <pc:docMk/>
            <pc:sldMk cId="3944881085" sldId="594"/>
            <ac:spMk id="22" creationId="{C930EEE7-BE5B-72F5-EF05-15345592C0E2}"/>
          </ac:spMkLst>
        </pc:spChg>
        <pc:spChg chg="add mod">
          <ac:chgData name="徐志嘉" userId="4f4e22b3-2ff2-4e81-a7cc-1ce68c8c1bc8" providerId="ADAL" clId="{39D4A37E-9991-4686-B771-75935559E58F}" dt="2023-05-10T11:31:26.993" v="1096" actId="1076"/>
          <ac:spMkLst>
            <pc:docMk/>
            <pc:sldMk cId="3944881085" sldId="594"/>
            <ac:spMk id="24" creationId="{7E455DD8-3A46-4D78-652F-3F8F199A72C7}"/>
          </ac:spMkLst>
        </pc:spChg>
        <pc:spChg chg="add mod">
          <ac:chgData name="徐志嘉" userId="4f4e22b3-2ff2-4e81-a7cc-1ce68c8c1bc8" providerId="ADAL" clId="{39D4A37E-9991-4686-B771-75935559E58F}" dt="2023-05-10T11:31:26.993" v="1096" actId="1076"/>
          <ac:spMkLst>
            <pc:docMk/>
            <pc:sldMk cId="3944881085" sldId="594"/>
            <ac:spMk id="25" creationId="{DFE0311B-625C-B3A2-EDE1-EA3D2BE61514}"/>
          </ac:spMkLst>
        </pc:spChg>
        <pc:spChg chg="add mod">
          <ac:chgData name="徐志嘉" userId="4f4e22b3-2ff2-4e81-a7cc-1ce68c8c1bc8" providerId="ADAL" clId="{39D4A37E-9991-4686-B771-75935559E58F}" dt="2023-05-10T11:31:26.993" v="1096" actId="1076"/>
          <ac:spMkLst>
            <pc:docMk/>
            <pc:sldMk cId="3944881085" sldId="594"/>
            <ac:spMk id="26" creationId="{9CF741E6-66A5-9E1C-E778-CF386BF4E043}"/>
          </ac:spMkLst>
        </pc:spChg>
        <pc:spChg chg="add mod">
          <ac:chgData name="徐志嘉" userId="4f4e22b3-2ff2-4e81-a7cc-1ce68c8c1bc8" providerId="ADAL" clId="{39D4A37E-9991-4686-B771-75935559E58F}" dt="2023-05-10T11:31:26.993" v="1096" actId="1076"/>
          <ac:spMkLst>
            <pc:docMk/>
            <pc:sldMk cId="3944881085" sldId="594"/>
            <ac:spMk id="29" creationId="{90610B82-154C-56E6-3D3E-0645F1F10002}"/>
          </ac:spMkLst>
        </pc:spChg>
        <pc:grpChg chg="add mod">
          <ac:chgData name="徐志嘉" userId="4f4e22b3-2ff2-4e81-a7cc-1ce68c8c1bc8" providerId="ADAL" clId="{39D4A37E-9991-4686-B771-75935559E58F}" dt="2023-05-10T11:31:21.588" v="1094" actId="1076"/>
          <ac:grpSpMkLst>
            <pc:docMk/>
            <pc:sldMk cId="3944881085" sldId="594"/>
            <ac:grpSpMk id="6" creationId="{D16E824B-6F71-C867-7FD1-960E1E1010A5}"/>
          </ac:grpSpMkLst>
        </pc:grpChg>
        <pc:grpChg chg="add mod">
          <ac:chgData name="徐志嘉" userId="4f4e22b3-2ff2-4e81-a7cc-1ce68c8c1bc8" providerId="ADAL" clId="{39D4A37E-9991-4686-B771-75935559E58F}" dt="2023-05-10T11:31:21.588" v="1094" actId="1076"/>
          <ac:grpSpMkLst>
            <pc:docMk/>
            <pc:sldMk cId="3944881085" sldId="594"/>
            <ac:grpSpMk id="9" creationId="{A3F04D0F-1C14-FCF9-BC36-361B076C9517}"/>
          </ac:grpSpMkLst>
        </pc:grpChg>
        <pc:picChg chg="del mod">
          <ac:chgData name="徐志嘉" userId="4f4e22b3-2ff2-4e81-a7cc-1ce68c8c1bc8" providerId="ADAL" clId="{39D4A37E-9991-4686-B771-75935559E58F}" dt="2023-05-10T09:15:35.683" v="822" actId="478"/>
          <ac:picMkLst>
            <pc:docMk/>
            <pc:sldMk cId="3944881085" sldId="594"/>
            <ac:picMk id="5" creationId="{48BECF70-8944-D348-E4AF-ABF5B3FDEEF6}"/>
          </ac:picMkLst>
        </pc:picChg>
        <pc:cxnChg chg="add mod">
          <ac:chgData name="徐志嘉" userId="4f4e22b3-2ff2-4e81-a7cc-1ce68c8c1bc8" providerId="ADAL" clId="{39D4A37E-9991-4686-B771-75935559E58F}" dt="2023-05-10T11:31:21.588" v="1094" actId="1076"/>
          <ac:cxnSpMkLst>
            <pc:docMk/>
            <pc:sldMk cId="3944881085" sldId="594"/>
            <ac:cxnSpMk id="13" creationId="{65D20FFD-7FA9-716F-FB5C-4248641E27AD}"/>
          </ac:cxnSpMkLst>
        </pc:cxnChg>
        <pc:cxnChg chg="add mod">
          <ac:chgData name="徐志嘉" userId="4f4e22b3-2ff2-4e81-a7cc-1ce68c8c1bc8" providerId="ADAL" clId="{39D4A37E-9991-4686-B771-75935559E58F}" dt="2023-05-10T11:31:21.588" v="1094" actId="1076"/>
          <ac:cxnSpMkLst>
            <pc:docMk/>
            <pc:sldMk cId="3944881085" sldId="594"/>
            <ac:cxnSpMk id="14" creationId="{F0B77C63-D176-B657-C551-7E196B3F573E}"/>
          </ac:cxnSpMkLst>
        </pc:cxnChg>
        <pc:cxnChg chg="add mod">
          <ac:chgData name="徐志嘉" userId="4f4e22b3-2ff2-4e81-a7cc-1ce68c8c1bc8" providerId="ADAL" clId="{39D4A37E-9991-4686-B771-75935559E58F}" dt="2023-05-10T11:31:21.588" v="1094" actId="1076"/>
          <ac:cxnSpMkLst>
            <pc:docMk/>
            <pc:sldMk cId="3944881085" sldId="594"/>
            <ac:cxnSpMk id="15" creationId="{B4E24803-6397-334D-F1D9-BE270AAB17F9}"/>
          </ac:cxnSpMkLst>
        </pc:cxnChg>
        <pc:cxnChg chg="add mod">
          <ac:chgData name="徐志嘉" userId="4f4e22b3-2ff2-4e81-a7cc-1ce68c8c1bc8" providerId="ADAL" clId="{39D4A37E-9991-4686-B771-75935559E58F}" dt="2023-05-10T11:31:21.588" v="1094" actId="1076"/>
          <ac:cxnSpMkLst>
            <pc:docMk/>
            <pc:sldMk cId="3944881085" sldId="594"/>
            <ac:cxnSpMk id="16" creationId="{3B96AB5B-D559-04D4-1EEA-37CB34D45E0E}"/>
          </ac:cxnSpMkLst>
        </pc:cxnChg>
        <pc:cxnChg chg="add mod">
          <ac:chgData name="徐志嘉" userId="4f4e22b3-2ff2-4e81-a7cc-1ce68c8c1bc8" providerId="ADAL" clId="{39D4A37E-9991-4686-B771-75935559E58F}" dt="2023-05-10T11:31:21.588" v="1094" actId="1076"/>
          <ac:cxnSpMkLst>
            <pc:docMk/>
            <pc:sldMk cId="3944881085" sldId="594"/>
            <ac:cxnSpMk id="17" creationId="{D023328F-7732-FDB7-A72B-777C56D8207B}"/>
          </ac:cxnSpMkLst>
        </pc:cxnChg>
        <pc:cxnChg chg="add mod">
          <ac:chgData name="徐志嘉" userId="4f4e22b3-2ff2-4e81-a7cc-1ce68c8c1bc8" providerId="ADAL" clId="{39D4A37E-9991-4686-B771-75935559E58F}" dt="2023-05-10T11:31:21.588" v="1094" actId="1076"/>
          <ac:cxnSpMkLst>
            <pc:docMk/>
            <pc:sldMk cId="3944881085" sldId="594"/>
            <ac:cxnSpMk id="18" creationId="{F0569704-F3E1-4A7C-4DA0-54687BF6330F}"/>
          </ac:cxnSpMkLst>
        </pc:cxnChg>
        <pc:cxnChg chg="add mod">
          <ac:chgData name="徐志嘉" userId="4f4e22b3-2ff2-4e81-a7cc-1ce68c8c1bc8" providerId="ADAL" clId="{39D4A37E-9991-4686-B771-75935559E58F}" dt="2023-05-10T11:31:21.588" v="1094" actId="1076"/>
          <ac:cxnSpMkLst>
            <pc:docMk/>
            <pc:sldMk cId="3944881085" sldId="594"/>
            <ac:cxnSpMk id="20" creationId="{5461F2FD-D10B-085D-DBE0-6D33A6E0D645}"/>
          </ac:cxnSpMkLst>
        </pc:cxnChg>
        <pc:cxnChg chg="add mod">
          <ac:chgData name="徐志嘉" userId="4f4e22b3-2ff2-4e81-a7cc-1ce68c8c1bc8" providerId="ADAL" clId="{39D4A37E-9991-4686-B771-75935559E58F}" dt="2023-05-10T11:31:21.588" v="1094" actId="1076"/>
          <ac:cxnSpMkLst>
            <pc:docMk/>
            <pc:sldMk cId="3944881085" sldId="594"/>
            <ac:cxnSpMk id="23" creationId="{AAB94DF1-5D66-1FEC-1BA7-AF55719DE6F8}"/>
          </ac:cxnSpMkLst>
        </pc:cxnChg>
        <pc:cxnChg chg="add mod">
          <ac:chgData name="徐志嘉" userId="4f4e22b3-2ff2-4e81-a7cc-1ce68c8c1bc8" providerId="ADAL" clId="{39D4A37E-9991-4686-B771-75935559E58F}" dt="2023-05-10T11:31:26.993" v="1096" actId="1076"/>
          <ac:cxnSpMkLst>
            <pc:docMk/>
            <pc:sldMk cId="3944881085" sldId="594"/>
            <ac:cxnSpMk id="27" creationId="{5B2EB40D-566A-4B27-0082-C61DA072940C}"/>
          </ac:cxnSpMkLst>
        </pc:cxnChg>
        <pc:cxnChg chg="add mod">
          <ac:chgData name="徐志嘉" userId="4f4e22b3-2ff2-4e81-a7cc-1ce68c8c1bc8" providerId="ADAL" clId="{39D4A37E-9991-4686-B771-75935559E58F}" dt="2023-05-10T11:31:26.993" v="1096" actId="1076"/>
          <ac:cxnSpMkLst>
            <pc:docMk/>
            <pc:sldMk cId="3944881085" sldId="594"/>
            <ac:cxnSpMk id="28" creationId="{2C9FE409-288C-54B7-35E7-8E1795595CD2}"/>
          </ac:cxnSpMkLst>
        </pc:cxnChg>
      </pc:sldChg>
      <pc:sldChg chg="add del">
        <pc:chgData name="徐志嘉" userId="4f4e22b3-2ff2-4e81-a7cc-1ce68c8c1bc8" providerId="ADAL" clId="{39D4A37E-9991-4686-B771-75935559E58F}" dt="2023-05-10T11:30:38.044" v="1091" actId="47"/>
        <pc:sldMkLst>
          <pc:docMk/>
          <pc:sldMk cId="1739490259" sldId="595"/>
        </pc:sldMkLst>
      </pc:sldChg>
      <pc:sldChg chg="add del">
        <pc:chgData name="徐志嘉" userId="4f4e22b3-2ff2-4e81-a7cc-1ce68c8c1bc8" providerId="ADAL" clId="{39D4A37E-9991-4686-B771-75935559E58F}" dt="2023-05-10T11:32:34.682" v="1103" actId="47"/>
        <pc:sldMkLst>
          <pc:docMk/>
          <pc:sldMk cId="2326692624" sldId="598"/>
        </pc:sldMkLst>
      </pc:sldChg>
      <pc:sldChg chg="add del">
        <pc:chgData name="徐志嘉" userId="4f4e22b3-2ff2-4e81-a7cc-1ce68c8c1bc8" providerId="ADAL" clId="{39D4A37E-9991-4686-B771-75935559E58F}" dt="2023-05-10T11:32:38.837" v="1104" actId="47"/>
        <pc:sldMkLst>
          <pc:docMk/>
          <pc:sldMk cId="1601822289" sldId="599"/>
        </pc:sldMkLst>
      </pc:sldChg>
      <pc:sldChg chg="add del">
        <pc:chgData name="徐志嘉" userId="4f4e22b3-2ff2-4e81-a7cc-1ce68c8c1bc8" providerId="ADAL" clId="{39D4A37E-9991-4686-B771-75935559E58F}" dt="2023-05-10T11:32:50.157" v="1106" actId="47"/>
        <pc:sldMkLst>
          <pc:docMk/>
          <pc:sldMk cId="2924988800" sldId="601"/>
        </pc:sldMkLst>
      </pc:sldChg>
      <pc:sldChg chg="addSp delSp modSp add del mod">
        <pc:chgData name="徐志嘉" userId="4f4e22b3-2ff2-4e81-a7cc-1ce68c8c1bc8" providerId="ADAL" clId="{39D4A37E-9991-4686-B771-75935559E58F}" dt="2023-05-10T12:47:28.738" v="2060" actId="47"/>
        <pc:sldMkLst>
          <pc:docMk/>
          <pc:sldMk cId="906755280" sldId="603"/>
        </pc:sldMkLst>
        <pc:spChg chg="mod">
          <ac:chgData name="徐志嘉" userId="4f4e22b3-2ff2-4e81-a7cc-1ce68c8c1bc8" providerId="ADAL" clId="{39D4A37E-9991-4686-B771-75935559E58F}" dt="2023-05-10T11:48:17.743" v="1139" actId="20577"/>
          <ac:spMkLst>
            <pc:docMk/>
            <pc:sldMk cId="906755280" sldId="603"/>
            <ac:spMk id="3" creationId="{C5A66F8C-1E9B-B94A-B270-121576FE886F}"/>
          </ac:spMkLst>
        </pc:spChg>
        <pc:spChg chg="add del mod">
          <ac:chgData name="徐志嘉" userId="4f4e22b3-2ff2-4e81-a7cc-1ce68c8c1bc8" providerId="ADAL" clId="{39D4A37E-9991-4686-B771-75935559E58F}" dt="2023-05-10T11:56:17.228" v="1145" actId="478"/>
          <ac:spMkLst>
            <pc:docMk/>
            <pc:sldMk cId="906755280" sldId="603"/>
            <ac:spMk id="4" creationId="{403EC2EB-FAE9-7263-BBF4-5E8DD9A9C2CC}"/>
          </ac:spMkLst>
        </pc:spChg>
      </pc:sldChg>
      <pc:sldChg chg="add del">
        <pc:chgData name="徐志嘉" userId="4f4e22b3-2ff2-4e81-a7cc-1ce68c8c1bc8" providerId="ADAL" clId="{39D4A37E-9991-4686-B771-75935559E58F}" dt="2023-05-10T11:32:45.363" v="1105" actId="47"/>
        <pc:sldMkLst>
          <pc:docMk/>
          <pc:sldMk cId="3330076313" sldId="604"/>
        </pc:sldMkLst>
      </pc:sldChg>
      <pc:sldChg chg="add del">
        <pc:chgData name="徐志嘉" userId="4f4e22b3-2ff2-4e81-a7cc-1ce68c8c1bc8" providerId="ADAL" clId="{39D4A37E-9991-4686-B771-75935559E58F}" dt="2023-05-10T11:32:59.549" v="1107" actId="47"/>
        <pc:sldMkLst>
          <pc:docMk/>
          <pc:sldMk cId="2370921466" sldId="606"/>
        </pc:sldMkLst>
      </pc:sldChg>
      <pc:sldChg chg="add del">
        <pc:chgData name="徐志嘉" userId="4f4e22b3-2ff2-4e81-a7cc-1ce68c8c1bc8" providerId="ADAL" clId="{39D4A37E-9991-4686-B771-75935559E58F}" dt="2023-05-10T08:53:06.771" v="702" actId="47"/>
        <pc:sldMkLst>
          <pc:docMk/>
          <pc:sldMk cId="1339667614" sldId="1215"/>
        </pc:sldMkLst>
      </pc:sldChg>
      <pc:sldChg chg="modSp add mod">
        <pc:chgData name="徐志嘉" userId="4f4e22b3-2ff2-4e81-a7cc-1ce68c8c1bc8" providerId="ADAL" clId="{39D4A37E-9991-4686-B771-75935559E58F}" dt="2023-05-10T08:54:26.332" v="729" actId="14100"/>
        <pc:sldMkLst>
          <pc:docMk/>
          <pc:sldMk cId="2958712253" sldId="1220"/>
        </pc:sldMkLst>
        <pc:spChg chg="mod">
          <ac:chgData name="徐志嘉" userId="4f4e22b3-2ff2-4e81-a7cc-1ce68c8c1bc8" providerId="ADAL" clId="{39D4A37E-9991-4686-B771-75935559E58F}" dt="2023-05-10T08:54:26.332" v="729" actId="14100"/>
          <ac:spMkLst>
            <pc:docMk/>
            <pc:sldMk cId="2958712253" sldId="1220"/>
            <ac:spMk id="3" creationId="{9174FDD9-F084-D70F-963B-3A6FB5EC71A4}"/>
          </ac:spMkLst>
        </pc:spChg>
        <pc:spChg chg="mod">
          <ac:chgData name="徐志嘉" userId="4f4e22b3-2ff2-4e81-a7cc-1ce68c8c1bc8" providerId="ADAL" clId="{39D4A37E-9991-4686-B771-75935559E58F}" dt="2023-05-10T08:53:53.865" v="723" actId="1076"/>
          <ac:spMkLst>
            <pc:docMk/>
            <pc:sldMk cId="2958712253" sldId="1220"/>
            <ac:spMk id="9" creationId="{062C90CE-97A5-9995-7F6B-9E3475ACB820}"/>
          </ac:spMkLst>
        </pc:spChg>
        <pc:spChg chg="mod">
          <ac:chgData name="徐志嘉" userId="4f4e22b3-2ff2-4e81-a7cc-1ce68c8c1bc8" providerId="ADAL" clId="{39D4A37E-9991-4686-B771-75935559E58F}" dt="2023-05-10T08:53:53.865" v="723" actId="1076"/>
          <ac:spMkLst>
            <pc:docMk/>
            <pc:sldMk cId="2958712253" sldId="1220"/>
            <ac:spMk id="15" creationId="{64A3FBE1-F2B8-FE57-30C4-D3C812AA7841}"/>
          </ac:spMkLst>
        </pc:spChg>
        <pc:spChg chg="mod">
          <ac:chgData name="徐志嘉" userId="4f4e22b3-2ff2-4e81-a7cc-1ce68c8c1bc8" providerId="ADAL" clId="{39D4A37E-9991-4686-B771-75935559E58F}" dt="2023-05-10T08:53:53.865" v="723" actId="1076"/>
          <ac:spMkLst>
            <pc:docMk/>
            <pc:sldMk cId="2958712253" sldId="1220"/>
            <ac:spMk id="16" creationId="{C966ECED-A615-A7AD-4394-87E0F4158FB1}"/>
          </ac:spMkLst>
        </pc:spChg>
        <pc:spChg chg="mod">
          <ac:chgData name="徐志嘉" userId="4f4e22b3-2ff2-4e81-a7cc-1ce68c8c1bc8" providerId="ADAL" clId="{39D4A37E-9991-4686-B771-75935559E58F}" dt="2023-05-10T08:53:53.865" v="723" actId="1076"/>
          <ac:spMkLst>
            <pc:docMk/>
            <pc:sldMk cId="2958712253" sldId="1220"/>
            <ac:spMk id="18" creationId="{89DAEA5A-DA27-847D-CC2C-3F08AB701D98}"/>
          </ac:spMkLst>
        </pc:spChg>
        <pc:spChg chg="mod">
          <ac:chgData name="徐志嘉" userId="4f4e22b3-2ff2-4e81-a7cc-1ce68c8c1bc8" providerId="ADAL" clId="{39D4A37E-9991-4686-B771-75935559E58F}" dt="2023-05-10T08:53:59.421" v="724" actId="1076"/>
          <ac:spMkLst>
            <pc:docMk/>
            <pc:sldMk cId="2958712253" sldId="1220"/>
            <ac:spMk id="26" creationId="{06DFB0A4-57C2-32C8-A97E-4FA532B87195}"/>
          </ac:spMkLst>
        </pc:spChg>
        <pc:graphicFrameChg chg="mod">
          <ac:chgData name="徐志嘉" userId="4f4e22b3-2ff2-4e81-a7cc-1ce68c8c1bc8" providerId="ADAL" clId="{39D4A37E-9991-4686-B771-75935559E58F}" dt="2023-05-10T08:53:53.865" v="723" actId="1076"/>
          <ac:graphicFrameMkLst>
            <pc:docMk/>
            <pc:sldMk cId="2958712253" sldId="1220"/>
            <ac:graphicFrameMk id="4" creationId="{4756A822-1495-DA1E-C7C3-F6EAA8CBD38A}"/>
          </ac:graphicFrameMkLst>
        </pc:graphicFrameChg>
        <pc:graphicFrameChg chg="mod">
          <ac:chgData name="徐志嘉" userId="4f4e22b3-2ff2-4e81-a7cc-1ce68c8c1bc8" providerId="ADAL" clId="{39D4A37E-9991-4686-B771-75935559E58F}" dt="2023-05-10T08:53:53.865" v="723" actId="1076"/>
          <ac:graphicFrameMkLst>
            <pc:docMk/>
            <pc:sldMk cId="2958712253" sldId="1220"/>
            <ac:graphicFrameMk id="19" creationId="{A67A3A0F-C6F8-0CAB-58E7-3EA5ECA5A329}"/>
          </ac:graphicFrameMkLst>
        </pc:graphicFrameChg>
        <pc:graphicFrameChg chg="mod">
          <ac:chgData name="徐志嘉" userId="4f4e22b3-2ff2-4e81-a7cc-1ce68c8c1bc8" providerId="ADAL" clId="{39D4A37E-9991-4686-B771-75935559E58F}" dt="2023-05-10T08:53:53.865" v="723" actId="1076"/>
          <ac:graphicFrameMkLst>
            <pc:docMk/>
            <pc:sldMk cId="2958712253" sldId="1220"/>
            <ac:graphicFrameMk id="20" creationId="{52FD3375-7460-CC69-7F2A-644EB35E8FA5}"/>
          </ac:graphicFrameMkLst>
        </pc:graphicFrameChg>
        <pc:graphicFrameChg chg="mod">
          <ac:chgData name="徐志嘉" userId="4f4e22b3-2ff2-4e81-a7cc-1ce68c8c1bc8" providerId="ADAL" clId="{39D4A37E-9991-4686-B771-75935559E58F}" dt="2023-05-10T08:53:53.865" v="723" actId="1076"/>
          <ac:graphicFrameMkLst>
            <pc:docMk/>
            <pc:sldMk cId="2958712253" sldId="1220"/>
            <ac:graphicFrameMk id="21" creationId="{AF0C0BD5-DAEC-F715-D237-397DF5F6428A}"/>
          </ac:graphicFrameMkLst>
        </pc:graphicFrameChg>
        <pc:graphicFrameChg chg="mod">
          <ac:chgData name="徐志嘉" userId="4f4e22b3-2ff2-4e81-a7cc-1ce68c8c1bc8" providerId="ADAL" clId="{39D4A37E-9991-4686-B771-75935559E58F}" dt="2023-05-10T08:53:53.865" v="723" actId="1076"/>
          <ac:graphicFrameMkLst>
            <pc:docMk/>
            <pc:sldMk cId="2958712253" sldId="1220"/>
            <ac:graphicFrameMk id="22" creationId="{6A65A259-298F-4DF2-8CC7-2D0E10137D72}"/>
          </ac:graphicFrameMkLst>
        </pc:graphicFrameChg>
        <pc:graphicFrameChg chg="mod">
          <ac:chgData name="徐志嘉" userId="4f4e22b3-2ff2-4e81-a7cc-1ce68c8c1bc8" providerId="ADAL" clId="{39D4A37E-9991-4686-B771-75935559E58F}" dt="2023-05-10T08:53:53.865" v="723" actId="1076"/>
          <ac:graphicFrameMkLst>
            <pc:docMk/>
            <pc:sldMk cId="2958712253" sldId="1220"/>
            <ac:graphicFrameMk id="23" creationId="{2658583E-EF67-C9B5-CFDD-56708C08CF3D}"/>
          </ac:graphicFrameMkLst>
        </pc:graphicFrameChg>
        <pc:graphicFrameChg chg="mod">
          <ac:chgData name="徐志嘉" userId="4f4e22b3-2ff2-4e81-a7cc-1ce68c8c1bc8" providerId="ADAL" clId="{39D4A37E-9991-4686-B771-75935559E58F}" dt="2023-05-10T08:53:53.865" v="723" actId="1076"/>
          <ac:graphicFrameMkLst>
            <pc:docMk/>
            <pc:sldMk cId="2958712253" sldId="1220"/>
            <ac:graphicFrameMk id="24" creationId="{DC5B4CF5-2FF9-93E6-469B-F6D2BFA2A2DA}"/>
          </ac:graphicFrameMkLst>
        </pc:graphicFrameChg>
        <pc:cxnChg chg="mod">
          <ac:chgData name="徐志嘉" userId="4f4e22b3-2ff2-4e81-a7cc-1ce68c8c1bc8" providerId="ADAL" clId="{39D4A37E-9991-4686-B771-75935559E58F}" dt="2023-05-10T08:53:53.865" v="723" actId="1076"/>
          <ac:cxnSpMkLst>
            <pc:docMk/>
            <pc:sldMk cId="2958712253" sldId="1220"/>
            <ac:cxnSpMk id="5" creationId="{47448137-BB2D-608B-952F-AF0A572AC998}"/>
          </ac:cxnSpMkLst>
        </pc:cxnChg>
        <pc:cxnChg chg="mod">
          <ac:chgData name="徐志嘉" userId="4f4e22b3-2ff2-4e81-a7cc-1ce68c8c1bc8" providerId="ADAL" clId="{39D4A37E-9991-4686-B771-75935559E58F}" dt="2023-05-10T08:53:53.865" v="723" actId="1076"/>
          <ac:cxnSpMkLst>
            <pc:docMk/>
            <pc:sldMk cId="2958712253" sldId="1220"/>
            <ac:cxnSpMk id="10" creationId="{5CE835F9-C65B-095F-386E-755A1EC994CB}"/>
          </ac:cxnSpMkLst>
        </pc:cxnChg>
        <pc:cxnChg chg="mod">
          <ac:chgData name="徐志嘉" userId="4f4e22b3-2ff2-4e81-a7cc-1ce68c8c1bc8" providerId="ADAL" clId="{39D4A37E-9991-4686-B771-75935559E58F}" dt="2023-05-10T08:53:53.865" v="723" actId="1076"/>
          <ac:cxnSpMkLst>
            <pc:docMk/>
            <pc:sldMk cId="2958712253" sldId="1220"/>
            <ac:cxnSpMk id="12" creationId="{415B8A5A-566E-95E3-47C4-6504CB56A067}"/>
          </ac:cxnSpMkLst>
        </pc:cxnChg>
        <pc:cxnChg chg="mod">
          <ac:chgData name="徐志嘉" userId="4f4e22b3-2ff2-4e81-a7cc-1ce68c8c1bc8" providerId="ADAL" clId="{39D4A37E-9991-4686-B771-75935559E58F}" dt="2023-05-10T08:53:53.865" v="723" actId="1076"/>
          <ac:cxnSpMkLst>
            <pc:docMk/>
            <pc:sldMk cId="2958712253" sldId="1220"/>
            <ac:cxnSpMk id="14" creationId="{1CFFFBC4-ED46-4F16-7868-DC17A048D05C}"/>
          </ac:cxnSpMkLst>
        </pc:cxnChg>
      </pc:sldChg>
      <pc:sldChg chg="addSp delSp modSp add del mod">
        <pc:chgData name="徐志嘉" userId="4f4e22b3-2ff2-4e81-a7cc-1ce68c8c1bc8" providerId="ADAL" clId="{39D4A37E-9991-4686-B771-75935559E58F}" dt="2023-05-10T08:33:19.991" v="439" actId="47"/>
        <pc:sldMkLst>
          <pc:docMk/>
          <pc:sldMk cId="3458050680" sldId="1259"/>
        </pc:sldMkLst>
        <pc:spChg chg="del">
          <ac:chgData name="徐志嘉" userId="4f4e22b3-2ff2-4e81-a7cc-1ce68c8c1bc8" providerId="ADAL" clId="{39D4A37E-9991-4686-B771-75935559E58F}" dt="2023-05-10T08:26:12.804" v="300" actId="478"/>
          <ac:spMkLst>
            <pc:docMk/>
            <pc:sldMk cId="3458050680" sldId="1259"/>
            <ac:spMk id="2" creationId="{5E69FDFB-F72F-B93A-CF1F-3DE1810D1315}"/>
          </ac:spMkLst>
        </pc:spChg>
        <pc:spChg chg="del">
          <ac:chgData name="徐志嘉" userId="4f4e22b3-2ff2-4e81-a7cc-1ce68c8c1bc8" providerId="ADAL" clId="{39D4A37E-9991-4686-B771-75935559E58F}" dt="2023-05-10T08:26:12.804" v="300" actId="478"/>
          <ac:spMkLst>
            <pc:docMk/>
            <pc:sldMk cId="3458050680" sldId="1259"/>
            <ac:spMk id="3" creationId="{A963C988-A8EC-851E-1558-79CB75272E1A}"/>
          </ac:spMkLst>
        </pc:spChg>
        <pc:spChg chg="del">
          <ac:chgData name="徐志嘉" userId="4f4e22b3-2ff2-4e81-a7cc-1ce68c8c1bc8" providerId="ADAL" clId="{39D4A37E-9991-4686-B771-75935559E58F}" dt="2023-05-10T08:26:12.804" v="300" actId="478"/>
          <ac:spMkLst>
            <pc:docMk/>
            <pc:sldMk cId="3458050680" sldId="1259"/>
            <ac:spMk id="4" creationId="{60B86776-4940-8535-B19D-17A71E2BC32F}"/>
          </ac:spMkLst>
        </pc:spChg>
        <pc:spChg chg="del">
          <ac:chgData name="徐志嘉" userId="4f4e22b3-2ff2-4e81-a7cc-1ce68c8c1bc8" providerId="ADAL" clId="{39D4A37E-9991-4686-B771-75935559E58F}" dt="2023-05-10T08:26:12.804" v="300" actId="478"/>
          <ac:spMkLst>
            <pc:docMk/>
            <pc:sldMk cId="3458050680" sldId="1259"/>
            <ac:spMk id="7" creationId="{D24B3427-0B6A-365E-2B53-55C989B9DC6D}"/>
          </ac:spMkLst>
        </pc:spChg>
        <pc:spChg chg="del">
          <ac:chgData name="徐志嘉" userId="4f4e22b3-2ff2-4e81-a7cc-1ce68c8c1bc8" providerId="ADAL" clId="{39D4A37E-9991-4686-B771-75935559E58F}" dt="2023-05-10T08:26:12.804" v="300" actId="478"/>
          <ac:spMkLst>
            <pc:docMk/>
            <pc:sldMk cId="3458050680" sldId="1259"/>
            <ac:spMk id="8" creationId="{55334316-0ABC-8519-FBE2-421FB064B376}"/>
          </ac:spMkLst>
        </pc:spChg>
        <pc:spChg chg="del">
          <ac:chgData name="徐志嘉" userId="4f4e22b3-2ff2-4e81-a7cc-1ce68c8c1bc8" providerId="ADAL" clId="{39D4A37E-9991-4686-B771-75935559E58F}" dt="2023-05-10T08:26:12.804" v="300" actId="478"/>
          <ac:spMkLst>
            <pc:docMk/>
            <pc:sldMk cId="3458050680" sldId="1259"/>
            <ac:spMk id="13" creationId="{F8D81A2E-FC7B-D04F-4638-C5F5EB5FA190}"/>
          </ac:spMkLst>
        </pc:spChg>
        <pc:spChg chg="del">
          <ac:chgData name="徐志嘉" userId="4f4e22b3-2ff2-4e81-a7cc-1ce68c8c1bc8" providerId="ADAL" clId="{39D4A37E-9991-4686-B771-75935559E58F}" dt="2023-05-10T08:26:12.804" v="300" actId="478"/>
          <ac:spMkLst>
            <pc:docMk/>
            <pc:sldMk cId="3458050680" sldId="1259"/>
            <ac:spMk id="14" creationId="{6C416DF9-35D9-591B-F54D-A37CF1DF2F82}"/>
          </ac:spMkLst>
        </pc:spChg>
        <pc:spChg chg="del">
          <ac:chgData name="徐志嘉" userId="4f4e22b3-2ff2-4e81-a7cc-1ce68c8c1bc8" providerId="ADAL" clId="{39D4A37E-9991-4686-B771-75935559E58F}" dt="2023-05-10T08:26:12.804" v="300" actId="478"/>
          <ac:spMkLst>
            <pc:docMk/>
            <pc:sldMk cId="3458050680" sldId="1259"/>
            <ac:spMk id="18" creationId="{8E1EC54A-6F2D-28B4-1C23-F83BBCC296B1}"/>
          </ac:spMkLst>
        </pc:spChg>
        <pc:spChg chg="del">
          <ac:chgData name="徐志嘉" userId="4f4e22b3-2ff2-4e81-a7cc-1ce68c8c1bc8" providerId="ADAL" clId="{39D4A37E-9991-4686-B771-75935559E58F}" dt="2023-05-10T08:26:12.804" v="300" actId="478"/>
          <ac:spMkLst>
            <pc:docMk/>
            <pc:sldMk cId="3458050680" sldId="1259"/>
            <ac:spMk id="20" creationId="{9158F7D0-84F3-F24A-0194-BE2E12B56DA9}"/>
          </ac:spMkLst>
        </pc:spChg>
        <pc:spChg chg="del">
          <ac:chgData name="徐志嘉" userId="4f4e22b3-2ff2-4e81-a7cc-1ce68c8c1bc8" providerId="ADAL" clId="{39D4A37E-9991-4686-B771-75935559E58F}" dt="2023-05-10T08:26:12.804" v="300" actId="478"/>
          <ac:spMkLst>
            <pc:docMk/>
            <pc:sldMk cId="3458050680" sldId="1259"/>
            <ac:spMk id="21" creationId="{9C4D3703-A82A-87AF-B8B3-3B9889ADDF5C}"/>
          </ac:spMkLst>
        </pc:spChg>
        <pc:spChg chg="del">
          <ac:chgData name="徐志嘉" userId="4f4e22b3-2ff2-4e81-a7cc-1ce68c8c1bc8" providerId="ADAL" clId="{39D4A37E-9991-4686-B771-75935559E58F}" dt="2023-05-10T08:26:12.804" v="300" actId="478"/>
          <ac:spMkLst>
            <pc:docMk/>
            <pc:sldMk cId="3458050680" sldId="1259"/>
            <ac:spMk id="22" creationId="{C4DD21FC-887C-52D3-A8C6-73984DDEEA47}"/>
          </ac:spMkLst>
        </pc:spChg>
        <pc:spChg chg="del">
          <ac:chgData name="徐志嘉" userId="4f4e22b3-2ff2-4e81-a7cc-1ce68c8c1bc8" providerId="ADAL" clId="{39D4A37E-9991-4686-B771-75935559E58F}" dt="2023-05-10T08:26:12.804" v="300" actId="478"/>
          <ac:spMkLst>
            <pc:docMk/>
            <pc:sldMk cId="3458050680" sldId="1259"/>
            <ac:spMk id="24" creationId="{3B27B432-9180-CD8C-3876-51DFD44786A3}"/>
          </ac:spMkLst>
        </pc:spChg>
        <pc:spChg chg="del">
          <ac:chgData name="徐志嘉" userId="4f4e22b3-2ff2-4e81-a7cc-1ce68c8c1bc8" providerId="ADAL" clId="{39D4A37E-9991-4686-B771-75935559E58F}" dt="2023-05-10T08:26:12.804" v="300" actId="478"/>
          <ac:spMkLst>
            <pc:docMk/>
            <pc:sldMk cId="3458050680" sldId="1259"/>
            <ac:spMk id="26" creationId="{42FEB825-588D-FF4E-777A-DACAF1419911}"/>
          </ac:spMkLst>
        </pc:spChg>
        <pc:spChg chg="add del mod">
          <ac:chgData name="徐志嘉" userId="4f4e22b3-2ff2-4e81-a7cc-1ce68c8c1bc8" providerId="ADAL" clId="{39D4A37E-9991-4686-B771-75935559E58F}" dt="2023-05-10T08:31:39.768" v="416" actId="478"/>
          <ac:spMkLst>
            <pc:docMk/>
            <pc:sldMk cId="3458050680" sldId="1259"/>
            <ac:spMk id="27" creationId="{33A88BB4-B0C7-05CD-10DB-88128E3E737C}"/>
          </ac:spMkLst>
        </pc:spChg>
        <pc:spChg chg="del">
          <ac:chgData name="徐志嘉" userId="4f4e22b3-2ff2-4e81-a7cc-1ce68c8c1bc8" providerId="ADAL" clId="{39D4A37E-9991-4686-B771-75935559E58F}" dt="2023-05-10T08:26:12.804" v="300" actId="478"/>
          <ac:spMkLst>
            <pc:docMk/>
            <pc:sldMk cId="3458050680" sldId="1259"/>
            <ac:spMk id="28" creationId="{01AC4890-1974-39DF-8F0C-4F1E91914424}"/>
          </ac:spMkLst>
        </pc:spChg>
        <pc:spChg chg="del">
          <ac:chgData name="徐志嘉" userId="4f4e22b3-2ff2-4e81-a7cc-1ce68c8c1bc8" providerId="ADAL" clId="{39D4A37E-9991-4686-B771-75935559E58F}" dt="2023-05-10T08:26:12.804" v="300" actId="478"/>
          <ac:spMkLst>
            <pc:docMk/>
            <pc:sldMk cId="3458050680" sldId="1259"/>
            <ac:spMk id="30" creationId="{5CFCA722-8982-5C0A-9346-3F650C92DDD3}"/>
          </ac:spMkLst>
        </pc:spChg>
        <pc:spChg chg="add del mod">
          <ac:chgData name="徐志嘉" userId="4f4e22b3-2ff2-4e81-a7cc-1ce68c8c1bc8" providerId="ADAL" clId="{39D4A37E-9991-4686-B771-75935559E58F}" dt="2023-05-10T08:31:39.768" v="416" actId="478"/>
          <ac:spMkLst>
            <pc:docMk/>
            <pc:sldMk cId="3458050680" sldId="1259"/>
            <ac:spMk id="31" creationId="{745D9F76-3A85-97C7-90FF-7CFB1CCFB979}"/>
          </ac:spMkLst>
        </pc:spChg>
        <pc:spChg chg="del">
          <ac:chgData name="徐志嘉" userId="4f4e22b3-2ff2-4e81-a7cc-1ce68c8c1bc8" providerId="ADAL" clId="{39D4A37E-9991-4686-B771-75935559E58F}" dt="2023-05-10T08:26:12.804" v="300" actId="478"/>
          <ac:spMkLst>
            <pc:docMk/>
            <pc:sldMk cId="3458050680" sldId="1259"/>
            <ac:spMk id="34" creationId="{61B3BE7C-3AC1-7961-F751-FC965A21D6DB}"/>
          </ac:spMkLst>
        </pc:spChg>
        <pc:spChg chg="add del mod">
          <ac:chgData name="徐志嘉" userId="4f4e22b3-2ff2-4e81-a7cc-1ce68c8c1bc8" providerId="ADAL" clId="{39D4A37E-9991-4686-B771-75935559E58F}" dt="2023-05-10T08:31:39.768" v="416" actId="478"/>
          <ac:spMkLst>
            <pc:docMk/>
            <pc:sldMk cId="3458050680" sldId="1259"/>
            <ac:spMk id="41" creationId="{CD906991-D925-FC53-8FD9-ED8AE83CD112}"/>
          </ac:spMkLst>
        </pc:spChg>
        <pc:spChg chg="add del mod">
          <ac:chgData name="徐志嘉" userId="4f4e22b3-2ff2-4e81-a7cc-1ce68c8c1bc8" providerId="ADAL" clId="{39D4A37E-9991-4686-B771-75935559E58F}" dt="2023-05-10T08:31:39.768" v="416" actId="478"/>
          <ac:spMkLst>
            <pc:docMk/>
            <pc:sldMk cId="3458050680" sldId="1259"/>
            <ac:spMk id="42" creationId="{D854268A-E6CC-5807-78B7-602B59F17E5A}"/>
          </ac:spMkLst>
        </pc:spChg>
        <pc:spChg chg="del">
          <ac:chgData name="徐志嘉" userId="4f4e22b3-2ff2-4e81-a7cc-1ce68c8c1bc8" providerId="ADAL" clId="{39D4A37E-9991-4686-B771-75935559E58F}" dt="2023-05-10T08:26:12.804" v="300" actId="478"/>
          <ac:spMkLst>
            <pc:docMk/>
            <pc:sldMk cId="3458050680" sldId="1259"/>
            <ac:spMk id="43" creationId="{1EDB7AA9-80A3-E9FB-03EC-E01B583A529E}"/>
          </ac:spMkLst>
        </pc:spChg>
        <pc:spChg chg="del">
          <ac:chgData name="徐志嘉" userId="4f4e22b3-2ff2-4e81-a7cc-1ce68c8c1bc8" providerId="ADAL" clId="{39D4A37E-9991-4686-B771-75935559E58F}" dt="2023-05-10T08:26:12.804" v="300" actId="478"/>
          <ac:spMkLst>
            <pc:docMk/>
            <pc:sldMk cId="3458050680" sldId="1259"/>
            <ac:spMk id="45" creationId="{C98D0678-BCAF-02DF-C2A9-DCD2BFEF944A}"/>
          </ac:spMkLst>
        </pc:spChg>
        <pc:spChg chg="add del mod">
          <ac:chgData name="徐志嘉" userId="4f4e22b3-2ff2-4e81-a7cc-1ce68c8c1bc8" providerId="ADAL" clId="{39D4A37E-9991-4686-B771-75935559E58F}" dt="2023-05-10T08:28:43.991" v="352" actId="478"/>
          <ac:spMkLst>
            <pc:docMk/>
            <pc:sldMk cId="3458050680" sldId="1259"/>
            <ac:spMk id="46" creationId="{30340DE6-AFC0-4387-FFFD-DEC3215A0CF1}"/>
          </ac:spMkLst>
        </pc:spChg>
        <pc:spChg chg="add del mod">
          <ac:chgData name="徐志嘉" userId="4f4e22b3-2ff2-4e81-a7cc-1ce68c8c1bc8" providerId="ADAL" clId="{39D4A37E-9991-4686-B771-75935559E58F}" dt="2023-05-10T08:28:44.726" v="353" actId="478"/>
          <ac:spMkLst>
            <pc:docMk/>
            <pc:sldMk cId="3458050680" sldId="1259"/>
            <ac:spMk id="47" creationId="{1DDB3C18-6011-D484-B4DC-37E86EE3139E}"/>
          </ac:spMkLst>
        </pc:spChg>
        <pc:spChg chg="add del mod">
          <ac:chgData name="徐志嘉" userId="4f4e22b3-2ff2-4e81-a7cc-1ce68c8c1bc8" providerId="ADAL" clId="{39D4A37E-9991-4686-B771-75935559E58F}" dt="2023-05-10T08:31:34.363" v="414"/>
          <ac:spMkLst>
            <pc:docMk/>
            <pc:sldMk cId="3458050680" sldId="1259"/>
            <ac:spMk id="48" creationId="{3C95AEEE-CD17-D03C-DC54-1C1A6929BBEC}"/>
          </ac:spMkLst>
        </pc:spChg>
        <pc:spChg chg="add del mod">
          <ac:chgData name="徐志嘉" userId="4f4e22b3-2ff2-4e81-a7cc-1ce68c8c1bc8" providerId="ADAL" clId="{39D4A37E-9991-4686-B771-75935559E58F}" dt="2023-05-10T08:31:34.363" v="414"/>
          <ac:spMkLst>
            <pc:docMk/>
            <pc:sldMk cId="3458050680" sldId="1259"/>
            <ac:spMk id="49" creationId="{4D5FF902-46EC-FDE8-D5A3-6BEC889D4CC5}"/>
          </ac:spMkLst>
        </pc:spChg>
        <pc:spChg chg="add del mod">
          <ac:chgData name="徐志嘉" userId="4f4e22b3-2ff2-4e81-a7cc-1ce68c8c1bc8" providerId="ADAL" clId="{39D4A37E-9991-4686-B771-75935559E58F}" dt="2023-05-10T08:31:34.363" v="414"/>
          <ac:spMkLst>
            <pc:docMk/>
            <pc:sldMk cId="3458050680" sldId="1259"/>
            <ac:spMk id="50" creationId="{CFE52E38-EFAB-095D-0584-BE8187B14172}"/>
          </ac:spMkLst>
        </pc:spChg>
        <pc:spChg chg="add del mod">
          <ac:chgData name="徐志嘉" userId="4f4e22b3-2ff2-4e81-a7cc-1ce68c8c1bc8" providerId="ADAL" clId="{39D4A37E-9991-4686-B771-75935559E58F}" dt="2023-05-10T08:31:34.363" v="414"/>
          <ac:spMkLst>
            <pc:docMk/>
            <pc:sldMk cId="3458050680" sldId="1259"/>
            <ac:spMk id="53" creationId="{AF866B59-67B6-5DD6-A2CF-33AA8C6EEF05}"/>
          </ac:spMkLst>
        </pc:spChg>
        <pc:spChg chg="add del mod">
          <ac:chgData name="徐志嘉" userId="4f4e22b3-2ff2-4e81-a7cc-1ce68c8c1bc8" providerId="ADAL" clId="{39D4A37E-9991-4686-B771-75935559E58F}" dt="2023-05-10T08:32:39.234" v="438" actId="478"/>
          <ac:spMkLst>
            <pc:docMk/>
            <pc:sldMk cId="3458050680" sldId="1259"/>
            <ac:spMk id="54" creationId="{BCD2A701-C8FA-1F26-1DD5-7DB534C16C0D}"/>
          </ac:spMkLst>
        </pc:spChg>
        <pc:spChg chg="add del mod">
          <ac:chgData name="徐志嘉" userId="4f4e22b3-2ff2-4e81-a7cc-1ce68c8c1bc8" providerId="ADAL" clId="{39D4A37E-9991-4686-B771-75935559E58F}" dt="2023-05-10T08:32:39.234" v="438" actId="478"/>
          <ac:spMkLst>
            <pc:docMk/>
            <pc:sldMk cId="3458050680" sldId="1259"/>
            <ac:spMk id="55" creationId="{0119FA8E-F87E-037B-8A96-F9395777E002}"/>
          </ac:spMkLst>
        </pc:spChg>
        <pc:spChg chg="add del mod">
          <ac:chgData name="徐志嘉" userId="4f4e22b3-2ff2-4e81-a7cc-1ce68c8c1bc8" providerId="ADAL" clId="{39D4A37E-9991-4686-B771-75935559E58F}" dt="2023-05-10T08:32:39.234" v="438" actId="478"/>
          <ac:spMkLst>
            <pc:docMk/>
            <pc:sldMk cId="3458050680" sldId="1259"/>
            <ac:spMk id="56" creationId="{AEDCD30A-AEB2-C83A-8F1B-5E9EF3EABA69}"/>
          </ac:spMkLst>
        </pc:spChg>
        <pc:spChg chg="add del mod">
          <ac:chgData name="徐志嘉" userId="4f4e22b3-2ff2-4e81-a7cc-1ce68c8c1bc8" providerId="ADAL" clId="{39D4A37E-9991-4686-B771-75935559E58F}" dt="2023-05-10T08:32:39.234" v="438" actId="478"/>
          <ac:spMkLst>
            <pc:docMk/>
            <pc:sldMk cId="3458050680" sldId="1259"/>
            <ac:spMk id="59" creationId="{4531808C-D185-FC22-744C-AFA102C90364}"/>
          </ac:spMkLst>
        </pc:spChg>
        <pc:spChg chg="add del mod">
          <ac:chgData name="徐志嘉" userId="4f4e22b3-2ff2-4e81-a7cc-1ce68c8c1bc8" providerId="ADAL" clId="{39D4A37E-9991-4686-B771-75935559E58F}" dt="2023-05-10T08:32:39.234" v="438" actId="478"/>
          <ac:spMkLst>
            <pc:docMk/>
            <pc:sldMk cId="3458050680" sldId="1259"/>
            <ac:spMk id="60" creationId="{FEE401F8-40F6-9431-89D1-777E2ED76E13}"/>
          </ac:spMkLst>
        </pc:spChg>
        <pc:spChg chg="add del mod">
          <ac:chgData name="徐志嘉" userId="4f4e22b3-2ff2-4e81-a7cc-1ce68c8c1bc8" providerId="ADAL" clId="{39D4A37E-9991-4686-B771-75935559E58F}" dt="2023-05-10T08:32:39.234" v="438" actId="478"/>
          <ac:spMkLst>
            <pc:docMk/>
            <pc:sldMk cId="3458050680" sldId="1259"/>
            <ac:spMk id="61" creationId="{5DF1BF5D-585E-07DB-28BE-F8215FB40039}"/>
          </ac:spMkLst>
        </pc:spChg>
        <pc:spChg chg="add del mod">
          <ac:chgData name="徐志嘉" userId="4f4e22b3-2ff2-4e81-a7cc-1ce68c8c1bc8" providerId="ADAL" clId="{39D4A37E-9991-4686-B771-75935559E58F}" dt="2023-05-10T08:32:39.234" v="438" actId="478"/>
          <ac:spMkLst>
            <pc:docMk/>
            <pc:sldMk cId="3458050680" sldId="1259"/>
            <ac:spMk id="62" creationId="{34EC8830-136B-F1DB-AFC3-97DF5AF2C740}"/>
          </ac:spMkLst>
        </pc:spChg>
        <pc:spChg chg="add del mod">
          <ac:chgData name="徐志嘉" userId="4f4e22b3-2ff2-4e81-a7cc-1ce68c8c1bc8" providerId="ADAL" clId="{39D4A37E-9991-4686-B771-75935559E58F}" dt="2023-05-10T08:32:39.234" v="438" actId="478"/>
          <ac:spMkLst>
            <pc:docMk/>
            <pc:sldMk cId="3458050680" sldId="1259"/>
            <ac:spMk id="65" creationId="{022C5E6C-6A82-61D4-84B0-60AAC353860A}"/>
          </ac:spMkLst>
        </pc:spChg>
        <pc:spChg chg="del">
          <ac:chgData name="徐志嘉" userId="4f4e22b3-2ff2-4e81-a7cc-1ce68c8c1bc8" providerId="ADAL" clId="{39D4A37E-9991-4686-B771-75935559E58F}" dt="2023-05-10T08:26:12.804" v="300" actId="478"/>
          <ac:spMkLst>
            <pc:docMk/>
            <pc:sldMk cId="3458050680" sldId="1259"/>
            <ac:spMk id="90" creationId="{E4C607F8-80BE-3D64-5C08-FA5C1EBDE6B3}"/>
          </ac:spMkLst>
        </pc:spChg>
        <pc:spChg chg="del">
          <ac:chgData name="徐志嘉" userId="4f4e22b3-2ff2-4e81-a7cc-1ce68c8c1bc8" providerId="ADAL" clId="{39D4A37E-9991-4686-B771-75935559E58F}" dt="2023-05-10T08:26:12.804" v="300" actId="478"/>
          <ac:spMkLst>
            <pc:docMk/>
            <pc:sldMk cId="3458050680" sldId="1259"/>
            <ac:spMk id="98" creationId="{6477D4A9-845D-0CD9-5F89-D682F0FE716C}"/>
          </ac:spMkLst>
        </pc:spChg>
        <pc:spChg chg="del">
          <ac:chgData name="徐志嘉" userId="4f4e22b3-2ff2-4e81-a7cc-1ce68c8c1bc8" providerId="ADAL" clId="{39D4A37E-9991-4686-B771-75935559E58F}" dt="2023-05-10T08:26:12.804" v="300" actId="478"/>
          <ac:spMkLst>
            <pc:docMk/>
            <pc:sldMk cId="3458050680" sldId="1259"/>
            <ac:spMk id="100" creationId="{19857557-38DE-3C8D-A87D-523DB6DC30DD}"/>
          </ac:spMkLst>
        </pc:spChg>
        <pc:spChg chg="del">
          <ac:chgData name="徐志嘉" userId="4f4e22b3-2ff2-4e81-a7cc-1ce68c8c1bc8" providerId="ADAL" clId="{39D4A37E-9991-4686-B771-75935559E58F}" dt="2023-05-10T08:26:12.804" v="300" actId="478"/>
          <ac:spMkLst>
            <pc:docMk/>
            <pc:sldMk cId="3458050680" sldId="1259"/>
            <ac:spMk id="111" creationId="{114DCEE0-A3DB-7215-9195-4DE624FCA91A}"/>
          </ac:spMkLst>
        </pc:spChg>
        <pc:spChg chg="del">
          <ac:chgData name="徐志嘉" userId="4f4e22b3-2ff2-4e81-a7cc-1ce68c8c1bc8" providerId="ADAL" clId="{39D4A37E-9991-4686-B771-75935559E58F}" dt="2023-05-10T08:26:12.804" v="300" actId="478"/>
          <ac:spMkLst>
            <pc:docMk/>
            <pc:sldMk cId="3458050680" sldId="1259"/>
            <ac:spMk id="112" creationId="{0CF7026E-9826-9ECB-C0CD-F49BB6C1B164}"/>
          </ac:spMkLst>
        </pc:spChg>
        <pc:spChg chg="del">
          <ac:chgData name="徐志嘉" userId="4f4e22b3-2ff2-4e81-a7cc-1ce68c8c1bc8" providerId="ADAL" clId="{39D4A37E-9991-4686-B771-75935559E58F}" dt="2023-05-10T08:26:12.804" v="300" actId="478"/>
          <ac:spMkLst>
            <pc:docMk/>
            <pc:sldMk cId="3458050680" sldId="1259"/>
            <ac:spMk id="115" creationId="{5F001906-1788-3EC0-C424-50ED78CD40F1}"/>
          </ac:spMkLst>
        </pc:spChg>
        <pc:grpChg chg="del">
          <ac:chgData name="徐志嘉" userId="4f4e22b3-2ff2-4e81-a7cc-1ce68c8c1bc8" providerId="ADAL" clId="{39D4A37E-9991-4686-B771-75935559E58F}" dt="2023-05-10T08:26:12.804" v="300" actId="478"/>
          <ac:grpSpMkLst>
            <pc:docMk/>
            <pc:sldMk cId="3458050680" sldId="1259"/>
            <ac:grpSpMk id="80" creationId="{4E53662E-144D-C4CA-4E74-8505AA86E09A}"/>
          </ac:grpSpMkLst>
        </pc:grpChg>
        <pc:grpChg chg="del">
          <ac:chgData name="徐志嘉" userId="4f4e22b3-2ff2-4e81-a7cc-1ce68c8c1bc8" providerId="ADAL" clId="{39D4A37E-9991-4686-B771-75935559E58F}" dt="2023-05-10T08:26:12.804" v="300" actId="478"/>
          <ac:grpSpMkLst>
            <pc:docMk/>
            <pc:sldMk cId="3458050680" sldId="1259"/>
            <ac:grpSpMk id="83" creationId="{3376B92B-606C-04FE-1FF4-A827E997E902}"/>
          </ac:grpSpMkLst>
        </pc:grpChg>
        <pc:graphicFrameChg chg="del">
          <ac:chgData name="徐志嘉" userId="4f4e22b3-2ff2-4e81-a7cc-1ce68c8c1bc8" providerId="ADAL" clId="{39D4A37E-9991-4686-B771-75935559E58F}" dt="2023-05-10T08:26:12.804" v="300" actId="478"/>
          <ac:graphicFrameMkLst>
            <pc:docMk/>
            <pc:sldMk cId="3458050680" sldId="1259"/>
            <ac:graphicFrameMk id="9" creationId="{6ACE78A8-74A3-DE1B-20AA-6EE4C5E403B3}"/>
          </ac:graphicFrameMkLst>
        </pc:graphicFrameChg>
        <pc:graphicFrameChg chg="del">
          <ac:chgData name="徐志嘉" userId="4f4e22b3-2ff2-4e81-a7cc-1ce68c8c1bc8" providerId="ADAL" clId="{39D4A37E-9991-4686-B771-75935559E58F}" dt="2023-05-10T08:26:12.804" v="300" actId="478"/>
          <ac:graphicFrameMkLst>
            <pc:docMk/>
            <pc:sldMk cId="3458050680" sldId="1259"/>
            <ac:graphicFrameMk id="10" creationId="{1D885A99-2590-B4D9-FEB9-CA857DF2EEC8}"/>
          </ac:graphicFrameMkLst>
        </pc:graphicFrameChg>
        <pc:graphicFrameChg chg="del">
          <ac:chgData name="徐志嘉" userId="4f4e22b3-2ff2-4e81-a7cc-1ce68c8c1bc8" providerId="ADAL" clId="{39D4A37E-9991-4686-B771-75935559E58F}" dt="2023-05-10T08:26:12.804" v="300" actId="478"/>
          <ac:graphicFrameMkLst>
            <pc:docMk/>
            <pc:sldMk cId="3458050680" sldId="1259"/>
            <ac:graphicFrameMk id="11" creationId="{40A7F494-9F9B-84BE-B872-52912D85F7D0}"/>
          </ac:graphicFrameMkLst>
        </pc:graphicFrameChg>
        <pc:graphicFrameChg chg="del">
          <ac:chgData name="徐志嘉" userId="4f4e22b3-2ff2-4e81-a7cc-1ce68c8c1bc8" providerId="ADAL" clId="{39D4A37E-9991-4686-B771-75935559E58F}" dt="2023-05-10T08:26:12.804" v="300" actId="478"/>
          <ac:graphicFrameMkLst>
            <pc:docMk/>
            <pc:sldMk cId="3458050680" sldId="1259"/>
            <ac:graphicFrameMk id="12" creationId="{1777FE93-C623-C4C7-727E-2B42197E2D16}"/>
          </ac:graphicFrameMkLst>
        </pc:graphicFrameChg>
        <pc:graphicFrameChg chg="del">
          <ac:chgData name="徐志嘉" userId="4f4e22b3-2ff2-4e81-a7cc-1ce68c8c1bc8" providerId="ADAL" clId="{39D4A37E-9991-4686-B771-75935559E58F}" dt="2023-05-10T08:26:12.804" v="300" actId="478"/>
          <ac:graphicFrameMkLst>
            <pc:docMk/>
            <pc:sldMk cId="3458050680" sldId="1259"/>
            <ac:graphicFrameMk id="19" creationId="{3A27F529-3D6D-67E6-CAF5-0AF2D7416C46}"/>
          </ac:graphicFrameMkLst>
        </pc:graphicFrameChg>
        <pc:graphicFrameChg chg="add del mod">
          <ac:chgData name="徐志嘉" userId="4f4e22b3-2ff2-4e81-a7cc-1ce68c8c1bc8" providerId="ADAL" clId="{39D4A37E-9991-4686-B771-75935559E58F}" dt="2023-05-10T08:31:39.768" v="416" actId="478"/>
          <ac:graphicFrameMkLst>
            <pc:docMk/>
            <pc:sldMk cId="3458050680" sldId="1259"/>
            <ac:graphicFrameMk id="32" creationId="{8223B866-90C2-CA81-A20E-E02E5591DD09}"/>
          </ac:graphicFrameMkLst>
        </pc:graphicFrameChg>
        <pc:graphicFrameChg chg="add del mod">
          <ac:chgData name="徐志嘉" userId="4f4e22b3-2ff2-4e81-a7cc-1ce68c8c1bc8" providerId="ADAL" clId="{39D4A37E-9991-4686-B771-75935559E58F}" dt="2023-05-10T08:31:39.768" v="416" actId="478"/>
          <ac:graphicFrameMkLst>
            <pc:docMk/>
            <pc:sldMk cId="3458050680" sldId="1259"/>
            <ac:graphicFrameMk id="33" creationId="{C2BF8266-AED7-FCC4-ED4D-3EAC2E082416}"/>
          </ac:graphicFrameMkLst>
        </pc:graphicFrameChg>
        <pc:graphicFrameChg chg="add del mod">
          <ac:chgData name="徐志嘉" userId="4f4e22b3-2ff2-4e81-a7cc-1ce68c8c1bc8" providerId="ADAL" clId="{39D4A37E-9991-4686-B771-75935559E58F}" dt="2023-05-10T08:31:39.768" v="416" actId="478"/>
          <ac:graphicFrameMkLst>
            <pc:docMk/>
            <pc:sldMk cId="3458050680" sldId="1259"/>
            <ac:graphicFrameMk id="36" creationId="{99FE89F4-F5F8-744F-1CF9-D482C35A6F60}"/>
          </ac:graphicFrameMkLst>
        </pc:graphicFrameChg>
        <pc:graphicFrameChg chg="add del mod">
          <ac:chgData name="徐志嘉" userId="4f4e22b3-2ff2-4e81-a7cc-1ce68c8c1bc8" providerId="ADAL" clId="{39D4A37E-9991-4686-B771-75935559E58F}" dt="2023-05-10T08:31:39.768" v="416" actId="478"/>
          <ac:graphicFrameMkLst>
            <pc:docMk/>
            <pc:sldMk cId="3458050680" sldId="1259"/>
            <ac:graphicFrameMk id="37" creationId="{A4CB5132-0D58-972B-F073-6499271D3323}"/>
          </ac:graphicFrameMkLst>
        </pc:graphicFrameChg>
        <pc:graphicFrameChg chg="add del mod">
          <ac:chgData name="徐志嘉" userId="4f4e22b3-2ff2-4e81-a7cc-1ce68c8c1bc8" providerId="ADAL" clId="{39D4A37E-9991-4686-B771-75935559E58F}" dt="2023-05-10T08:31:39.768" v="416" actId="478"/>
          <ac:graphicFrameMkLst>
            <pc:docMk/>
            <pc:sldMk cId="3458050680" sldId="1259"/>
            <ac:graphicFrameMk id="39" creationId="{D32A487B-C0E9-883D-9902-81A5CB760D85}"/>
          </ac:graphicFrameMkLst>
        </pc:graphicFrameChg>
        <pc:picChg chg="del">
          <ac:chgData name="徐志嘉" userId="4f4e22b3-2ff2-4e81-a7cc-1ce68c8c1bc8" providerId="ADAL" clId="{39D4A37E-9991-4686-B771-75935559E58F}" dt="2023-05-10T08:26:12.804" v="300" actId="478"/>
          <ac:picMkLst>
            <pc:docMk/>
            <pc:sldMk cId="3458050680" sldId="1259"/>
            <ac:picMk id="5" creationId="{2493D71F-FA25-7FD3-8B52-66842DC54A8A}"/>
          </ac:picMkLst>
        </pc:picChg>
        <pc:picChg chg="del">
          <ac:chgData name="徐志嘉" userId="4f4e22b3-2ff2-4e81-a7cc-1ce68c8c1bc8" providerId="ADAL" clId="{39D4A37E-9991-4686-B771-75935559E58F}" dt="2023-05-10T08:26:12.804" v="300" actId="478"/>
          <ac:picMkLst>
            <pc:docMk/>
            <pc:sldMk cId="3458050680" sldId="1259"/>
            <ac:picMk id="6" creationId="{DAEEDC96-C147-9DDD-EAE6-7E857766C8C2}"/>
          </ac:picMkLst>
        </pc:picChg>
        <pc:cxnChg chg="del">
          <ac:chgData name="徐志嘉" userId="4f4e22b3-2ff2-4e81-a7cc-1ce68c8c1bc8" providerId="ADAL" clId="{39D4A37E-9991-4686-B771-75935559E58F}" dt="2023-05-10T08:26:12.804" v="300" actId="478"/>
          <ac:cxnSpMkLst>
            <pc:docMk/>
            <pc:sldMk cId="3458050680" sldId="1259"/>
            <ac:cxnSpMk id="15" creationId="{48FEB1F2-40AC-E0AC-53EF-F73301ED31D2}"/>
          </ac:cxnSpMkLst>
        </pc:cxnChg>
        <pc:cxnChg chg="del">
          <ac:chgData name="徐志嘉" userId="4f4e22b3-2ff2-4e81-a7cc-1ce68c8c1bc8" providerId="ADAL" clId="{39D4A37E-9991-4686-B771-75935559E58F}" dt="2023-05-10T08:26:12.804" v="300" actId="478"/>
          <ac:cxnSpMkLst>
            <pc:docMk/>
            <pc:sldMk cId="3458050680" sldId="1259"/>
            <ac:cxnSpMk id="16" creationId="{A257828A-E795-B2CF-41AA-178AC2BE4015}"/>
          </ac:cxnSpMkLst>
        </pc:cxnChg>
        <pc:cxnChg chg="del">
          <ac:chgData name="徐志嘉" userId="4f4e22b3-2ff2-4e81-a7cc-1ce68c8c1bc8" providerId="ADAL" clId="{39D4A37E-9991-4686-B771-75935559E58F}" dt="2023-05-10T08:26:12.804" v="300" actId="478"/>
          <ac:cxnSpMkLst>
            <pc:docMk/>
            <pc:sldMk cId="3458050680" sldId="1259"/>
            <ac:cxnSpMk id="17" creationId="{6308377F-2F08-6AEE-07F5-884F1FF5F3A0}"/>
          </ac:cxnSpMkLst>
        </pc:cxnChg>
        <pc:cxnChg chg="del">
          <ac:chgData name="徐志嘉" userId="4f4e22b3-2ff2-4e81-a7cc-1ce68c8c1bc8" providerId="ADAL" clId="{39D4A37E-9991-4686-B771-75935559E58F}" dt="2023-05-10T08:26:12.804" v="300" actId="478"/>
          <ac:cxnSpMkLst>
            <pc:docMk/>
            <pc:sldMk cId="3458050680" sldId="1259"/>
            <ac:cxnSpMk id="23" creationId="{F71F1809-757B-20F2-BA5D-A0182A66A333}"/>
          </ac:cxnSpMkLst>
        </pc:cxnChg>
        <pc:cxnChg chg="del">
          <ac:chgData name="徐志嘉" userId="4f4e22b3-2ff2-4e81-a7cc-1ce68c8c1bc8" providerId="ADAL" clId="{39D4A37E-9991-4686-B771-75935559E58F}" dt="2023-05-10T08:26:12.804" v="300" actId="478"/>
          <ac:cxnSpMkLst>
            <pc:docMk/>
            <pc:sldMk cId="3458050680" sldId="1259"/>
            <ac:cxnSpMk id="25" creationId="{0A803726-DADA-8054-0B13-1D661A92C9F0}"/>
          </ac:cxnSpMkLst>
        </pc:cxnChg>
        <pc:cxnChg chg="del">
          <ac:chgData name="徐志嘉" userId="4f4e22b3-2ff2-4e81-a7cc-1ce68c8c1bc8" providerId="ADAL" clId="{39D4A37E-9991-4686-B771-75935559E58F}" dt="2023-05-10T08:26:12.804" v="300" actId="478"/>
          <ac:cxnSpMkLst>
            <pc:docMk/>
            <pc:sldMk cId="3458050680" sldId="1259"/>
            <ac:cxnSpMk id="29" creationId="{8517872B-FE29-43E4-491E-B724FDFF8FEA}"/>
          </ac:cxnSpMkLst>
        </pc:cxnChg>
        <pc:cxnChg chg="del">
          <ac:chgData name="徐志嘉" userId="4f4e22b3-2ff2-4e81-a7cc-1ce68c8c1bc8" providerId="ADAL" clId="{39D4A37E-9991-4686-B771-75935559E58F}" dt="2023-05-10T08:26:12.804" v="300" actId="478"/>
          <ac:cxnSpMkLst>
            <pc:docMk/>
            <pc:sldMk cId="3458050680" sldId="1259"/>
            <ac:cxnSpMk id="35" creationId="{CAA5B0DA-106F-F814-D2D4-1A9C8B5312F0}"/>
          </ac:cxnSpMkLst>
        </pc:cxnChg>
        <pc:cxnChg chg="add del mod">
          <ac:chgData name="徐志嘉" userId="4f4e22b3-2ff2-4e81-a7cc-1ce68c8c1bc8" providerId="ADAL" clId="{39D4A37E-9991-4686-B771-75935559E58F}" dt="2023-05-10T08:31:39.768" v="416" actId="478"/>
          <ac:cxnSpMkLst>
            <pc:docMk/>
            <pc:sldMk cId="3458050680" sldId="1259"/>
            <ac:cxnSpMk id="38" creationId="{8E8282FF-F02E-4C10-E011-5994EEB082A3}"/>
          </ac:cxnSpMkLst>
        </pc:cxnChg>
        <pc:cxnChg chg="del">
          <ac:chgData name="徐志嘉" userId="4f4e22b3-2ff2-4e81-a7cc-1ce68c8c1bc8" providerId="ADAL" clId="{39D4A37E-9991-4686-B771-75935559E58F}" dt="2023-05-10T08:26:12.804" v="300" actId="478"/>
          <ac:cxnSpMkLst>
            <pc:docMk/>
            <pc:sldMk cId="3458050680" sldId="1259"/>
            <ac:cxnSpMk id="40" creationId="{F6F9A0A9-B849-9C2A-64CD-2E65CC7644BE}"/>
          </ac:cxnSpMkLst>
        </pc:cxnChg>
        <pc:cxnChg chg="del">
          <ac:chgData name="徐志嘉" userId="4f4e22b3-2ff2-4e81-a7cc-1ce68c8c1bc8" providerId="ADAL" clId="{39D4A37E-9991-4686-B771-75935559E58F}" dt="2023-05-10T08:26:12.804" v="300" actId="478"/>
          <ac:cxnSpMkLst>
            <pc:docMk/>
            <pc:sldMk cId="3458050680" sldId="1259"/>
            <ac:cxnSpMk id="44" creationId="{98788513-C81D-06C0-2A62-4AA9F0AFC442}"/>
          </ac:cxnSpMkLst>
        </pc:cxnChg>
        <pc:cxnChg chg="add del mod">
          <ac:chgData name="徐志嘉" userId="4f4e22b3-2ff2-4e81-a7cc-1ce68c8c1bc8" providerId="ADAL" clId="{39D4A37E-9991-4686-B771-75935559E58F}" dt="2023-05-10T08:31:34.363" v="414"/>
          <ac:cxnSpMkLst>
            <pc:docMk/>
            <pc:sldMk cId="3458050680" sldId="1259"/>
            <ac:cxnSpMk id="51" creationId="{0C1E716B-9CA6-AD90-E74E-70E7FC953E2A}"/>
          </ac:cxnSpMkLst>
        </pc:cxnChg>
        <pc:cxnChg chg="add del mod">
          <ac:chgData name="徐志嘉" userId="4f4e22b3-2ff2-4e81-a7cc-1ce68c8c1bc8" providerId="ADAL" clId="{39D4A37E-9991-4686-B771-75935559E58F}" dt="2023-05-10T08:31:34.363" v="414"/>
          <ac:cxnSpMkLst>
            <pc:docMk/>
            <pc:sldMk cId="3458050680" sldId="1259"/>
            <ac:cxnSpMk id="52" creationId="{0036CAE8-A7B7-869B-C5E2-FCC4D92555E8}"/>
          </ac:cxnSpMkLst>
        </pc:cxnChg>
        <pc:cxnChg chg="add del mod">
          <ac:chgData name="徐志嘉" userId="4f4e22b3-2ff2-4e81-a7cc-1ce68c8c1bc8" providerId="ADAL" clId="{39D4A37E-9991-4686-B771-75935559E58F}" dt="2023-05-10T08:32:39.234" v="438" actId="478"/>
          <ac:cxnSpMkLst>
            <pc:docMk/>
            <pc:sldMk cId="3458050680" sldId="1259"/>
            <ac:cxnSpMk id="57" creationId="{8481A5C9-1C1E-9FFF-BA66-B6DC6322E4A7}"/>
          </ac:cxnSpMkLst>
        </pc:cxnChg>
        <pc:cxnChg chg="add del mod">
          <ac:chgData name="徐志嘉" userId="4f4e22b3-2ff2-4e81-a7cc-1ce68c8c1bc8" providerId="ADAL" clId="{39D4A37E-9991-4686-B771-75935559E58F}" dt="2023-05-10T08:32:39.234" v="438" actId="478"/>
          <ac:cxnSpMkLst>
            <pc:docMk/>
            <pc:sldMk cId="3458050680" sldId="1259"/>
            <ac:cxnSpMk id="58" creationId="{916EFB28-3324-4C96-6BBC-ACC252CA2B78}"/>
          </ac:cxnSpMkLst>
        </pc:cxnChg>
        <pc:cxnChg chg="add del mod">
          <ac:chgData name="徐志嘉" userId="4f4e22b3-2ff2-4e81-a7cc-1ce68c8c1bc8" providerId="ADAL" clId="{39D4A37E-9991-4686-B771-75935559E58F}" dt="2023-05-10T08:32:39.234" v="438" actId="478"/>
          <ac:cxnSpMkLst>
            <pc:docMk/>
            <pc:sldMk cId="3458050680" sldId="1259"/>
            <ac:cxnSpMk id="63" creationId="{8A89EFD4-BF37-F901-2D26-E3990B72C345}"/>
          </ac:cxnSpMkLst>
        </pc:cxnChg>
        <pc:cxnChg chg="add del mod">
          <ac:chgData name="徐志嘉" userId="4f4e22b3-2ff2-4e81-a7cc-1ce68c8c1bc8" providerId="ADAL" clId="{39D4A37E-9991-4686-B771-75935559E58F}" dt="2023-05-10T08:32:39.234" v="438" actId="478"/>
          <ac:cxnSpMkLst>
            <pc:docMk/>
            <pc:sldMk cId="3458050680" sldId="1259"/>
            <ac:cxnSpMk id="64" creationId="{7515E25C-1634-E00E-CCE6-40121A60B71D}"/>
          </ac:cxnSpMkLst>
        </pc:cxnChg>
        <pc:cxnChg chg="del mod">
          <ac:chgData name="徐志嘉" userId="4f4e22b3-2ff2-4e81-a7cc-1ce68c8c1bc8" providerId="ADAL" clId="{39D4A37E-9991-4686-B771-75935559E58F}" dt="2023-05-10T08:26:12.804" v="300" actId="478"/>
          <ac:cxnSpMkLst>
            <pc:docMk/>
            <pc:sldMk cId="3458050680" sldId="1259"/>
            <ac:cxnSpMk id="91" creationId="{1B0D7994-71B0-426E-E434-7D54043A011D}"/>
          </ac:cxnSpMkLst>
        </pc:cxnChg>
        <pc:cxnChg chg="del mod">
          <ac:chgData name="徐志嘉" userId="4f4e22b3-2ff2-4e81-a7cc-1ce68c8c1bc8" providerId="ADAL" clId="{39D4A37E-9991-4686-B771-75935559E58F}" dt="2023-05-10T08:26:12.804" v="300" actId="478"/>
          <ac:cxnSpMkLst>
            <pc:docMk/>
            <pc:sldMk cId="3458050680" sldId="1259"/>
            <ac:cxnSpMk id="92" creationId="{4AF6802F-2E2F-1685-28A3-81B8BD8BCF37}"/>
          </ac:cxnSpMkLst>
        </pc:cxnChg>
        <pc:cxnChg chg="del mod">
          <ac:chgData name="徐志嘉" userId="4f4e22b3-2ff2-4e81-a7cc-1ce68c8c1bc8" providerId="ADAL" clId="{39D4A37E-9991-4686-B771-75935559E58F}" dt="2023-05-10T08:26:12.804" v="300" actId="478"/>
          <ac:cxnSpMkLst>
            <pc:docMk/>
            <pc:sldMk cId="3458050680" sldId="1259"/>
            <ac:cxnSpMk id="93" creationId="{E2B8FF40-DF3E-8F1E-7FC0-DAE720078753}"/>
          </ac:cxnSpMkLst>
        </pc:cxnChg>
        <pc:cxnChg chg="del mod">
          <ac:chgData name="徐志嘉" userId="4f4e22b3-2ff2-4e81-a7cc-1ce68c8c1bc8" providerId="ADAL" clId="{39D4A37E-9991-4686-B771-75935559E58F}" dt="2023-05-10T08:26:12.804" v="300" actId="478"/>
          <ac:cxnSpMkLst>
            <pc:docMk/>
            <pc:sldMk cId="3458050680" sldId="1259"/>
            <ac:cxnSpMk id="94" creationId="{E3C9940F-0DD4-82EA-9A0F-864F6EB70A23}"/>
          </ac:cxnSpMkLst>
        </pc:cxnChg>
        <pc:cxnChg chg="del mod">
          <ac:chgData name="徐志嘉" userId="4f4e22b3-2ff2-4e81-a7cc-1ce68c8c1bc8" providerId="ADAL" clId="{39D4A37E-9991-4686-B771-75935559E58F}" dt="2023-05-10T08:26:12.804" v="300" actId="478"/>
          <ac:cxnSpMkLst>
            <pc:docMk/>
            <pc:sldMk cId="3458050680" sldId="1259"/>
            <ac:cxnSpMk id="95" creationId="{26FCBAD8-3A23-D0A6-F9C4-F9894694E9DE}"/>
          </ac:cxnSpMkLst>
        </pc:cxnChg>
        <pc:cxnChg chg="del mod">
          <ac:chgData name="徐志嘉" userId="4f4e22b3-2ff2-4e81-a7cc-1ce68c8c1bc8" providerId="ADAL" clId="{39D4A37E-9991-4686-B771-75935559E58F}" dt="2023-05-10T08:26:12.804" v="300" actId="478"/>
          <ac:cxnSpMkLst>
            <pc:docMk/>
            <pc:sldMk cId="3458050680" sldId="1259"/>
            <ac:cxnSpMk id="96" creationId="{4AD70494-751C-0405-5FE8-74C3A910D7AA}"/>
          </ac:cxnSpMkLst>
        </pc:cxnChg>
        <pc:cxnChg chg="del mod">
          <ac:chgData name="徐志嘉" userId="4f4e22b3-2ff2-4e81-a7cc-1ce68c8c1bc8" providerId="ADAL" clId="{39D4A37E-9991-4686-B771-75935559E58F}" dt="2023-05-10T08:26:12.804" v="300" actId="478"/>
          <ac:cxnSpMkLst>
            <pc:docMk/>
            <pc:sldMk cId="3458050680" sldId="1259"/>
            <ac:cxnSpMk id="97" creationId="{2C2EF09C-6913-68E4-72F7-8FC6F0DE96C2}"/>
          </ac:cxnSpMkLst>
        </pc:cxnChg>
        <pc:cxnChg chg="del mod">
          <ac:chgData name="徐志嘉" userId="4f4e22b3-2ff2-4e81-a7cc-1ce68c8c1bc8" providerId="ADAL" clId="{39D4A37E-9991-4686-B771-75935559E58F}" dt="2023-05-10T08:26:12.804" v="300" actId="478"/>
          <ac:cxnSpMkLst>
            <pc:docMk/>
            <pc:sldMk cId="3458050680" sldId="1259"/>
            <ac:cxnSpMk id="99" creationId="{0A32153F-A090-C022-8EC1-0BBB734F1850}"/>
          </ac:cxnSpMkLst>
        </pc:cxnChg>
        <pc:cxnChg chg="del mod">
          <ac:chgData name="徐志嘉" userId="4f4e22b3-2ff2-4e81-a7cc-1ce68c8c1bc8" providerId="ADAL" clId="{39D4A37E-9991-4686-B771-75935559E58F}" dt="2023-05-10T08:26:12.804" v="300" actId="478"/>
          <ac:cxnSpMkLst>
            <pc:docMk/>
            <pc:sldMk cId="3458050680" sldId="1259"/>
            <ac:cxnSpMk id="113" creationId="{A42DE664-54B6-09F7-0E66-87CD697BF1B4}"/>
          </ac:cxnSpMkLst>
        </pc:cxnChg>
        <pc:cxnChg chg="del mod">
          <ac:chgData name="徐志嘉" userId="4f4e22b3-2ff2-4e81-a7cc-1ce68c8c1bc8" providerId="ADAL" clId="{39D4A37E-9991-4686-B771-75935559E58F}" dt="2023-05-10T08:26:12.804" v="300" actId="478"/>
          <ac:cxnSpMkLst>
            <pc:docMk/>
            <pc:sldMk cId="3458050680" sldId="1259"/>
            <ac:cxnSpMk id="114" creationId="{2F04E1CA-785C-5ECB-8B2E-CFD92E50F514}"/>
          </ac:cxnSpMkLst>
        </pc:cxnChg>
      </pc:sldChg>
      <pc:sldChg chg="addSp delSp modSp add mod modClrScheme chgLayout">
        <pc:chgData name="徐志嘉" userId="4f4e22b3-2ff2-4e81-a7cc-1ce68c8c1bc8" providerId="ADAL" clId="{39D4A37E-9991-4686-B771-75935559E58F}" dt="2023-05-10T14:53:44.740" v="2894" actId="1035"/>
        <pc:sldMkLst>
          <pc:docMk/>
          <pc:sldMk cId="1258617036" sldId="1265"/>
        </pc:sldMkLst>
        <pc:spChg chg="add mod">
          <ac:chgData name="徐志嘉" userId="4f4e22b3-2ff2-4e81-a7cc-1ce68c8c1bc8" providerId="ADAL" clId="{39D4A37E-9991-4686-B771-75935559E58F}" dt="2023-05-10T14:44:43.163" v="2812"/>
          <ac:spMkLst>
            <pc:docMk/>
            <pc:sldMk cId="1258617036" sldId="1265"/>
            <ac:spMk id="2" creationId="{630BA6B5-4C6C-687A-FF3D-84668818FDF5}"/>
          </ac:spMkLst>
        </pc:spChg>
        <pc:spChg chg="del">
          <ac:chgData name="徐志嘉" userId="4f4e22b3-2ff2-4e81-a7cc-1ce68c8c1bc8" providerId="ADAL" clId="{39D4A37E-9991-4686-B771-75935559E58F}" dt="2023-05-10T14:44:42.229" v="2811" actId="478"/>
          <ac:spMkLst>
            <pc:docMk/>
            <pc:sldMk cId="1258617036" sldId="1265"/>
            <ac:spMk id="3" creationId="{5B6B1523-6985-124E-E42C-C943ACFC938F}"/>
          </ac:spMkLst>
        </pc:spChg>
        <pc:spChg chg="del">
          <ac:chgData name="徐志嘉" userId="4f4e22b3-2ff2-4e81-a7cc-1ce68c8c1bc8" providerId="ADAL" clId="{39D4A37E-9991-4686-B771-75935559E58F}" dt="2023-05-10T14:44:42.229" v="2811" actId="478"/>
          <ac:spMkLst>
            <pc:docMk/>
            <pc:sldMk cId="1258617036" sldId="1265"/>
            <ac:spMk id="4" creationId="{4C8DC43C-520B-2DF9-EB76-95C77C76CD1E}"/>
          </ac:spMkLst>
        </pc:spChg>
        <pc:spChg chg="mod">
          <ac:chgData name="徐志嘉" userId="4f4e22b3-2ff2-4e81-a7cc-1ce68c8c1bc8" providerId="ADAL" clId="{39D4A37E-9991-4686-B771-75935559E58F}" dt="2023-05-10T14:53:44.740" v="2894" actId="1035"/>
          <ac:spMkLst>
            <pc:docMk/>
            <pc:sldMk cId="1258617036" sldId="1265"/>
            <ac:spMk id="5" creationId="{B214779A-8F32-C301-A320-948228D22E51}"/>
          </ac:spMkLst>
        </pc:spChg>
        <pc:spChg chg="add mod">
          <ac:chgData name="徐志嘉" userId="4f4e22b3-2ff2-4e81-a7cc-1ce68c8c1bc8" providerId="ADAL" clId="{39D4A37E-9991-4686-B771-75935559E58F}" dt="2023-05-10T14:44:43.163" v="2812"/>
          <ac:spMkLst>
            <pc:docMk/>
            <pc:sldMk cId="1258617036" sldId="1265"/>
            <ac:spMk id="6" creationId="{B145509D-B3AC-FC7C-4EA6-A5C7AE75F3B6}"/>
          </ac:spMkLst>
        </pc:spChg>
        <pc:spChg chg="add mod">
          <ac:chgData name="徐志嘉" userId="4f4e22b3-2ff2-4e81-a7cc-1ce68c8c1bc8" providerId="ADAL" clId="{39D4A37E-9991-4686-B771-75935559E58F}" dt="2023-05-10T14:44:43.163" v="2812"/>
          <ac:spMkLst>
            <pc:docMk/>
            <pc:sldMk cId="1258617036" sldId="1265"/>
            <ac:spMk id="7" creationId="{36ADF90D-8ECC-BF70-EF1D-C3F076342F5D}"/>
          </ac:spMkLst>
        </pc:spChg>
        <pc:spChg chg="mod">
          <ac:chgData name="徐志嘉" userId="4f4e22b3-2ff2-4e81-a7cc-1ce68c8c1bc8" providerId="ADAL" clId="{39D4A37E-9991-4686-B771-75935559E58F}" dt="2023-05-10T14:53:44.740" v="2894" actId="1035"/>
          <ac:spMkLst>
            <pc:docMk/>
            <pc:sldMk cId="1258617036" sldId="1265"/>
            <ac:spMk id="8" creationId="{E96A6F6A-087E-068E-7B71-927C24A86126}"/>
          </ac:spMkLst>
        </pc:spChg>
        <pc:spChg chg="add del mod">
          <ac:chgData name="徐志嘉" userId="4f4e22b3-2ff2-4e81-a7cc-1ce68c8c1bc8" providerId="ADAL" clId="{39D4A37E-9991-4686-B771-75935559E58F}" dt="2023-05-10T14:50:53.866" v="2878" actId="478"/>
          <ac:spMkLst>
            <pc:docMk/>
            <pc:sldMk cId="1258617036" sldId="1265"/>
            <ac:spMk id="9" creationId="{D2C42D9A-BFA4-6A56-E9BF-055EFA71B9B8}"/>
          </ac:spMkLst>
        </pc:spChg>
        <pc:spChg chg="mod">
          <ac:chgData name="徐志嘉" userId="4f4e22b3-2ff2-4e81-a7cc-1ce68c8c1bc8" providerId="ADAL" clId="{39D4A37E-9991-4686-B771-75935559E58F}" dt="2023-05-10T14:53:44.740" v="2894" actId="1035"/>
          <ac:spMkLst>
            <pc:docMk/>
            <pc:sldMk cId="1258617036" sldId="1265"/>
            <ac:spMk id="10" creationId="{E65DD655-93D4-1EF1-88BC-D146A2BA5F5C}"/>
          </ac:spMkLst>
        </pc:spChg>
        <pc:spChg chg="mod">
          <ac:chgData name="徐志嘉" userId="4f4e22b3-2ff2-4e81-a7cc-1ce68c8c1bc8" providerId="ADAL" clId="{39D4A37E-9991-4686-B771-75935559E58F}" dt="2023-05-10T14:53:44.740" v="2894" actId="1035"/>
          <ac:spMkLst>
            <pc:docMk/>
            <pc:sldMk cId="1258617036" sldId="1265"/>
            <ac:spMk id="11" creationId="{B66FB9E1-6ED5-1015-A20D-E99364EBC394}"/>
          </ac:spMkLst>
        </pc:spChg>
        <pc:spChg chg="mod">
          <ac:chgData name="徐志嘉" userId="4f4e22b3-2ff2-4e81-a7cc-1ce68c8c1bc8" providerId="ADAL" clId="{39D4A37E-9991-4686-B771-75935559E58F}" dt="2023-05-10T14:53:44.740" v="2894" actId="1035"/>
          <ac:spMkLst>
            <pc:docMk/>
            <pc:sldMk cId="1258617036" sldId="1265"/>
            <ac:spMk id="12" creationId="{9E3E55CB-4F64-8FAE-9932-08132E5788D1}"/>
          </ac:spMkLst>
        </pc:spChg>
        <pc:spChg chg="mod">
          <ac:chgData name="徐志嘉" userId="4f4e22b3-2ff2-4e81-a7cc-1ce68c8c1bc8" providerId="ADAL" clId="{39D4A37E-9991-4686-B771-75935559E58F}" dt="2023-05-10T14:53:44.740" v="2894" actId="1035"/>
          <ac:spMkLst>
            <pc:docMk/>
            <pc:sldMk cId="1258617036" sldId="1265"/>
            <ac:spMk id="13" creationId="{240EE9FD-A953-4BD7-EF82-DCC5F518A9BB}"/>
          </ac:spMkLst>
        </pc:spChg>
        <pc:spChg chg="mod">
          <ac:chgData name="徐志嘉" userId="4f4e22b3-2ff2-4e81-a7cc-1ce68c8c1bc8" providerId="ADAL" clId="{39D4A37E-9991-4686-B771-75935559E58F}" dt="2023-05-10T14:53:44.740" v="2894" actId="1035"/>
          <ac:spMkLst>
            <pc:docMk/>
            <pc:sldMk cId="1258617036" sldId="1265"/>
            <ac:spMk id="14" creationId="{2EA1F2CD-E25E-ABD0-2E22-7985289FC6AB}"/>
          </ac:spMkLst>
        </pc:spChg>
        <pc:spChg chg="mod">
          <ac:chgData name="徐志嘉" userId="4f4e22b3-2ff2-4e81-a7cc-1ce68c8c1bc8" providerId="ADAL" clId="{39D4A37E-9991-4686-B771-75935559E58F}" dt="2023-05-10T14:53:44.740" v="2894" actId="1035"/>
          <ac:spMkLst>
            <pc:docMk/>
            <pc:sldMk cId="1258617036" sldId="1265"/>
            <ac:spMk id="15" creationId="{ED915C6C-DA3C-0D83-3602-5713045E7BD5}"/>
          </ac:spMkLst>
        </pc:spChg>
        <pc:spChg chg="mod">
          <ac:chgData name="徐志嘉" userId="4f4e22b3-2ff2-4e81-a7cc-1ce68c8c1bc8" providerId="ADAL" clId="{39D4A37E-9991-4686-B771-75935559E58F}" dt="2023-05-10T14:53:44.740" v="2894" actId="1035"/>
          <ac:spMkLst>
            <pc:docMk/>
            <pc:sldMk cId="1258617036" sldId="1265"/>
            <ac:spMk id="16" creationId="{5102963E-3C80-6A1F-96E0-5B5779E8F600}"/>
          </ac:spMkLst>
        </pc:spChg>
        <pc:spChg chg="mod">
          <ac:chgData name="徐志嘉" userId="4f4e22b3-2ff2-4e81-a7cc-1ce68c8c1bc8" providerId="ADAL" clId="{39D4A37E-9991-4686-B771-75935559E58F}" dt="2023-05-10T14:53:44.740" v="2894" actId="1035"/>
          <ac:spMkLst>
            <pc:docMk/>
            <pc:sldMk cId="1258617036" sldId="1265"/>
            <ac:spMk id="17" creationId="{1CCA065B-1081-BC1C-8F0C-9F0E6C070688}"/>
          </ac:spMkLst>
        </pc:spChg>
        <pc:spChg chg="add del mod">
          <ac:chgData name="徐志嘉" userId="4f4e22b3-2ff2-4e81-a7cc-1ce68c8c1bc8" providerId="ADAL" clId="{39D4A37E-9991-4686-B771-75935559E58F}" dt="2023-05-10T14:50:46.313" v="2874" actId="478"/>
          <ac:spMkLst>
            <pc:docMk/>
            <pc:sldMk cId="1258617036" sldId="1265"/>
            <ac:spMk id="18" creationId="{931D7A9B-38A6-64E6-81F0-C7B95343F7B8}"/>
          </ac:spMkLst>
        </pc:spChg>
        <pc:spChg chg="mod">
          <ac:chgData name="徐志嘉" userId="4f4e22b3-2ff2-4e81-a7cc-1ce68c8c1bc8" providerId="ADAL" clId="{39D4A37E-9991-4686-B771-75935559E58F}" dt="2023-05-10T14:53:44.740" v="2894" actId="1035"/>
          <ac:spMkLst>
            <pc:docMk/>
            <pc:sldMk cId="1258617036" sldId="1265"/>
            <ac:spMk id="19" creationId="{A54AAA9E-74BC-B509-F512-22FF6095423B}"/>
          </ac:spMkLst>
        </pc:spChg>
        <pc:spChg chg="mod ord">
          <ac:chgData name="徐志嘉" userId="4f4e22b3-2ff2-4e81-a7cc-1ce68c8c1bc8" providerId="ADAL" clId="{39D4A37E-9991-4686-B771-75935559E58F}" dt="2023-05-10T14:53:24.932" v="2885" actId="700"/>
          <ac:spMkLst>
            <pc:docMk/>
            <pc:sldMk cId="1258617036" sldId="1265"/>
            <ac:spMk id="20" creationId="{378FA98C-D958-3089-E8F3-A0635A3A2AC0}"/>
          </ac:spMkLst>
        </pc:spChg>
        <pc:spChg chg="add del mod">
          <ac:chgData name="徐志嘉" userId="4f4e22b3-2ff2-4e81-a7cc-1ce68c8c1bc8" providerId="ADAL" clId="{39D4A37E-9991-4686-B771-75935559E58F}" dt="2023-05-10T14:50:45.704" v="2873" actId="478"/>
          <ac:spMkLst>
            <pc:docMk/>
            <pc:sldMk cId="1258617036" sldId="1265"/>
            <ac:spMk id="36" creationId="{FAA7A835-D69B-4537-BAD0-6272F5FCB940}"/>
          </ac:spMkLst>
        </pc:spChg>
        <pc:spChg chg="add mod">
          <ac:chgData name="徐志嘉" userId="4f4e22b3-2ff2-4e81-a7cc-1ce68c8c1bc8" providerId="ADAL" clId="{39D4A37E-9991-4686-B771-75935559E58F}" dt="2023-05-10T14:44:43.163" v="2812"/>
          <ac:spMkLst>
            <pc:docMk/>
            <pc:sldMk cId="1258617036" sldId="1265"/>
            <ac:spMk id="37" creationId="{AF46D3D5-D363-AA3B-B56D-8DEFAE26F99E}"/>
          </ac:spMkLst>
        </pc:spChg>
        <pc:spChg chg="add mod">
          <ac:chgData name="徐志嘉" userId="4f4e22b3-2ff2-4e81-a7cc-1ce68c8c1bc8" providerId="ADAL" clId="{39D4A37E-9991-4686-B771-75935559E58F}" dt="2023-05-10T14:44:43.163" v="2812"/>
          <ac:spMkLst>
            <pc:docMk/>
            <pc:sldMk cId="1258617036" sldId="1265"/>
            <ac:spMk id="38" creationId="{2D6FB4B3-8EE8-3C21-FC46-700DEFED7B6A}"/>
          </ac:spMkLst>
        </pc:spChg>
        <pc:spChg chg="add mod">
          <ac:chgData name="徐志嘉" userId="4f4e22b3-2ff2-4e81-a7cc-1ce68c8c1bc8" providerId="ADAL" clId="{39D4A37E-9991-4686-B771-75935559E58F}" dt="2023-05-10T14:44:43.163" v="2812"/>
          <ac:spMkLst>
            <pc:docMk/>
            <pc:sldMk cId="1258617036" sldId="1265"/>
            <ac:spMk id="39" creationId="{927650D6-A06F-E40D-2078-E46CA33F0024}"/>
          </ac:spMkLst>
        </pc:spChg>
        <pc:spChg chg="add mod">
          <ac:chgData name="徐志嘉" userId="4f4e22b3-2ff2-4e81-a7cc-1ce68c8c1bc8" providerId="ADAL" clId="{39D4A37E-9991-4686-B771-75935559E58F}" dt="2023-05-10T14:44:43.163" v="2812"/>
          <ac:spMkLst>
            <pc:docMk/>
            <pc:sldMk cId="1258617036" sldId="1265"/>
            <ac:spMk id="40" creationId="{901052AA-5035-52F4-6C61-D9040655B458}"/>
          </ac:spMkLst>
        </pc:spChg>
        <pc:spChg chg="del">
          <ac:chgData name="徐志嘉" userId="4f4e22b3-2ff2-4e81-a7cc-1ce68c8c1bc8" providerId="ADAL" clId="{39D4A37E-9991-4686-B771-75935559E58F}" dt="2023-05-10T14:44:42.229" v="2811" actId="478"/>
          <ac:spMkLst>
            <pc:docMk/>
            <pc:sldMk cId="1258617036" sldId="1265"/>
            <ac:spMk id="41" creationId="{80B5D406-3CFB-6D7E-EB5E-8DAF45BEAD62}"/>
          </ac:spMkLst>
        </pc:spChg>
        <pc:spChg chg="del">
          <ac:chgData name="徐志嘉" userId="4f4e22b3-2ff2-4e81-a7cc-1ce68c8c1bc8" providerId="ADAL" clId="{39D4A37E-9991-4686-B771-75935559E58F}" dt="2023-05-10T14:44:42.229" v="2811" actId="478"/>
          <ac:spMkLst>
            <pc:docMk/>
            <pc:sldMk cId="1258617036" sldId="1265"/>
            <ac:spMk id="42" creationId="{C76AF288-1DAA-71C7-BB59-DD0255EF6BE0}"/>
          </ac:spMkLst>
        </pc:spChg>
        <pc:spChg chg="del">
          <ac:chgData name="徐志嘉" userId="4f4e22b3-2ff2-4e81-a7cc-1ce68c8c1bc8" providerId="ADAL" clId="{39D4A37E-9991-4686-B771-75935559E58F}" dt="2023-05-10T14:44:42.229" v="2811" actId="478"/>
          <ac:spMkLst>
            <pc:docMk/>
            <pc:sldMk cId="1258617036" sldId="1265"/>
            <ac:spMk id="44" creationId="{3152D17D-5674-0AAE-BC83-DC3A6F0AE410}"/>
          </ac:spMkLst>
        </pc:spChg>
        <pc:spChg chg="del">
          <ac:chgData name="徐志嘉" userId="4f4e22b3-2ff2-4e81-a7cc-1ce68c8c1bc8" providerId="ADAL" clId="{39D4A37E-9991-4686-B771-75935559E58F}" dt="2023-05-10T14:44:42.229" v="2811" actId="478"/>
          <ac:spMkLst>
            <pc:docMk/>
            <pc:sldMk cId="1258617036" sldId="1265"/>
            <ac:spMk id="46" creationId="{CDD42BC0-7B96-4B64-6E76-8DD132B2773A}"/>
          </ac:spMkLst>
        </pc:spChg>
        <pc:spChg chg="del">
          <ac:chgData name="徐志嘉" userId="4f4e22b3-2ff2-4e81-a7cc-1ce68c8c1bc8" providerId="ADAL" clId="{39D4A37E-9991-4686-B771-75935559E58F}" dt="2023-05-10T14:44:42.229" v="2811" actId="478"/>
          <ac:spMkLst>
            <pc:docMk/>
            <pc:sldMk cId="1258617036" sldId="1265"/>
            <ac:spMk id="47" creationId="{F1CDF02E-4054-5898-6BB8-52EB7F63F745}"/>
          </ac:spMkLst>
        </pc:spChg>
        <pc:spChg chg="del">
          <ac:chgData name="徐志嘉" userId="4f4e22b3-2ff2-4e81-a7cc-1ce68c8c1bc8" providerId="ADAL" clId="{39D4A37E-9991-4686-B771-75935559E58F}" dt="2023-05-10T14:44:42.229" v="2811" actId="478"/>
          <ac:spMkLst>
            <pc:docMk/>
            <pc:sldMk cId="1258617036" sldId="1265"/>
            <ac:spMk id="48" creationId="{9664F734-BB97-87E7-248A-8AD833706C21}"/>
          </ac:spMkLst>
        </pc:spChg>
        <pc:spChg chg="del">
          <ac:chgData name="徐志嘉" userId="4f4e22b3-2ff2-4e81-a7cc-1ce68c8c1bc8" providerId="ADAL" clId="{39D4A37E-9991-4686-B771-75935559E58F}" dt="2023-05-10T14:44:42.229" v="2811" actId="478"/>
          <ac:spMkLst>
            <pc:docMk/>
            <pc:sldMk cId="1258617036" sldId="1265"/>
            <ac:spMk id="49" creationId="{91BB2F1F-BA39-AB1D-AFE5-2790C9D46A5E}"/>
          </ac:spMkLst>
        </pc:spChg>
        <pc:spChg chg="del">
          <ac:chgData name="徐志嘉" userId="4f4e22b3-2ff2-4e81-a7cc-1ce68c8c1bc8" providerId="ADAL" clId="{39D4A37E-9991-4686-B771-75935559E58F}" dt="2023-05-10T14:44:42.229" v="2811" actId="478"/>
          <ac:spMkLst>
            <pc:docMk/>
            <pc:sldMk cId="1258617036" sldId="1265"/>
            <ac:spMk id="50" creationId="{E72F54EF-343C-2AF9-7BD1-F9F737747EF4}"/>
          </ac:spMkLst>
        </pc:spChg>
        <pc:spChg chg="del">
          <ac:chgData name="徐志嘉" userId="4f4e22b3-2ff2-4e81-a7cc-1ce68c8c1bc8" providerId="ADAL" clId="{39D4A37E-9991-4686-B771-75935559E58F}" dt="2023-05-10T14:44:42.229" v="2811" actId="478"/>
          <ac:spMkLst>
            <pc:docMk/>
            <pc:sldMk cId="1258617036" sldId="1265"/>
            <ac:spMk id="51" creationId="{D6511334-D839-F6F2-B149-7D0F507DBE02}"/>
          </ac:spMkLst>
        </pc:spChg>
        <pc:spChg chg="del">
          <ac:chgData name="徐志嘉" userId="4f4e22b3-2ff2-4e81-a7cc-1ce68c8c1bc8" providerId="ADAL" clId="{39D4A37E-9991-4686-B771-75935559E58F}" dt="2023-05-10T14:44:42.229" v="2811" actId="478"/>
          <ac:spMkLst>
            <pc:docMk/>
            <pc:sldMk cId="1258617036" sldId="1265"/>
            <ac:spMk id="52" creationId="{DAEC7211-B87B-79F0-CF29-477A528B17B3}"/>
          </ac:spMkLst>
        </pc:spChg>
        <pc:spChg chg="del">
          <ac:chgData name="徐志嘉" userId="4f4e22b3-2ff2-4e81-a7cc-1ce68c8c1bc8" providerId="ADAL" clId="{39D4A37E-9991-4686-B771-75935559E58F}" dt="2023-05-10T14:44:42.229" v="2811" actId="478"/>
          <ac:spMkLst>
            <pc:docMk/>
            <pc:sldMk cId="1258617036" sldId="1265"/>
            <ac:spMk id="53" creationId="{FFB95A62-33DE-5EDD-7F9E-B1E2B40F5F6B}"/>
          </ac:spMkLst>
        </pc:spChg>
        <pc:spChg chg="del">
          <ac:chgData name="徐志嘉" userId="4f4e22b3-2ff2-4e81-a7cc-1ce68c8c1bc8" providerId="ADAL" clId="{39D4A37E-9991-4686-B771-75935559E58F}" dt="2023-05-10T14:44:42.229" v="2811" actId="478"/>
          <ac:spMkLst>
            <pc:docMk/>
            <pc:sldMk cId="1258617036" sldId="1265"/>
            <ac:spMk id="54" creationId="{088D6409-F524-BF20-7D3C-6275F349C68C}"/>
          </ac:spMkLst>
        </pc:spChg>
        <pc:spChg chg="del">
          <ac:chgData name="徐志嘉" userId="4f4e22b3-2ff2-4e81-a7cc-1ce68c8c1bc8" providerId="ADAL" clId="{39D4A37E-9991-4686-B771-75935559E58F}" dt="2023-05-10T14:44:42.229" v="2811" actId="478"/>
          <ac:spMkLst>
            <pc:docMk/>
            <pc:sldMk cId="1258617036" sldId="1265"/>
            <ac:spMk id="55" creationId="{2BA5C6B6-1125-C144-00A3-43A1650D5E78}"/>
          </ac:spMkLst>
        </pc:spChg>
        <pc:spChg chg="del">
          <ac:chgData name="徐志嘉" userId="4f4e22b3-2ff2-4e81-a7cc-1ce68c8c1bc8" providerId="ADAL" clId="{39D4A37E-9991-4686-B771-75935559E58F}" dt="2023-05-10T14:44:42.229" v="2811" actId="478"/>
          <ac:spMkLst>
            <pc:docMk/>
            <pc:sldMk cId="1258617036" sldId="1265"/>
            <ac:spMk id="56" creationId="{C0B72585-D0AA-8992-12C8-AFF12708D704}"/>
          </ac:spMkLst>
        </pc:spChg>
        <pc:spChg chg="del">
          <ac:chgData name="徐志嘉" userId="4f4e22b3-2ff2-4e81-a7cc-1ce68c8c1bc8" providerId="ADAL" clId="{39D4A37E-9991-4686-B771-75935559E58F}" dt="2023-05-10T14:44:42.229" v="2811" actId="478"/>
          <ac:spMkLst>
            <pc:docMk/>
            <pc:sldMk cId="1258617036" sldId="1265"/>
            <ac:spMk id="57" creationId="{892E75EA-6AA6-7DD3-BB9D-CC335D69EAA3}"/>
          </ac:spMkLst>
        </pc:spChg>
        <pc:spChg chg="del">
          <ac:chgData name="徐志嘉" userId="4f4e22b3-2ff2-4e81-a7cc-1ce68c8c1bc8" providerId="ADAL" clId="{39D4A37E-9991-4686-B771-75935559E58F}" dt="2023-05-10T14:44:42.229" v="2811" actId="478"/>
          <ac:spMkLst>
            <pc:docMk/>
            <pc:sldMk cId="1258617036" sldId="1265"/>
            <ac:spMk id="58" creationId="{59005E7A-E9D3-EDB7-567C-434B479D5797}"/>
          </ac:spMkLst>
        </pc:spChg>
        <pc:spChg chg="del">
          <ac:chgData name="徐志嘉" userId="4f4e22b3-2ff2-4e81-a7cc-1ce68c8c1bc8" providerId="ADAL" clId="{39D4A37E-9991-4686-B771-75935559E58F}" dt="2023-05-10T14:44:42.229" v="2811" actId="478"/>
          <ac:spMkLst>
            <pc:docMk/>
            <pc:sldMk cId="1258617036" sldId="1265"/>
            <ac:spMk id="59" creationId="{EC6DE0D7-10C5-D084-3472-D434D2255B68}"/>
          </ac:spMkLst>
        </pc:spChg>
        <pc:spChg chg="del">
          <ac:chgData name="徐志嘉" userId="4f4e22b3-2ff2-4e81-a7cc-1ce68c8c1bc8" providerId="ADAL" clId="{39D4A37E-9991-4686-B771-75935559E58F}" dt="2023-05-10T14:44:42.229" v="2811" actId="478"/>
          <ac:spMkLst>
            <pc:docMk/>
            <pc:sldMk cId="1258617036" sldId="1265"/>
            <ac:spMk id="60" creationId="{AEDC411C-178E-430E-39A8-FD1625F3D429}"/>
          </ac:spMkLst>
        </pc:spChg>
        <pc:spChg chg="add mod">
          <ac:chgData name="徐志嘉" userId="4f4e22b3-2ff2-4e81-a7cc-1ce68c8c1bc8" providerId="ADAL" clId="{39D4A37E-9991-4686-B771-75935559E58F}" dt="2023-05-10T14:44:43.163" v="2812"/>
          <ac:spMkLst>
            <pc:docMk/>
            <pc:sldMk cId="1258617036" sldId="1265"/>
            <ac:spMk id="63" creationId="{EAA669FF-873E-9F05-EAC7-1356650E62C0}"/>
          </ac:spMkLst>
        </pc:spChg>
        <pc:spChg chg="add mod">
          <ac:chgData name="徐志嘉" userId="4f4e22b3-2ff2-4e81-a7cc-1ce68c8c1bc8" providerId="ADAL" clId="{39D4A37E-9991-4686-B771-75935559E58F}" dt="2023-05-10T14:44:43.163" v="2812"/>
          <ac:spMkLst>
            <pc:docMk/>
            <pc:sldMk cId="1258617036" sldId="1265"/>
            <ac:spMk id="64" creationId="{91161426-23B6-5436-01C1-607E214194B8}"/>
          </ac:spMkLst>
        </pc:spChg>
        <pc:spChg chg="add mod">
          <ac:chgData name="徐志嘉" userId="4f4e22b3-2ff2-4e81-a7cc-1ce68c8c1bc8" providerId="ADAL" clId="{39D4A37E-9991-4686-B771-75935559E58F}" dt="2023-05-10T14:44:43.163" v="2812"/>
          <ac:spMkLst>
            <pc:docMk/>
            <pc:sldMk cId="1258617036" sldId="1265"/>
            <ac:spMk id="65" creationId="{2019F053-6AC4-A437-0AD0-78BD32BFBEAE}"/>
          </ac:spMkLst>
        </pc:spChg>
        <pc:spChg chg="add mod">
          <ac:chgData name="徐志嘉" userId="4f4e22b3-2ff2-4e81-a7cc-1ce68c8c1bc8" providerId="ADAL" clId="{39D4A37E-9991-4686-B771-75935559E58F}" dt="2023-05-10T14:44:43.163" v="2812"/>
          <ac:spMkLst>
            <pc:docMk/>
            <pc:sldMk cId="1258617036" sldId="1265"/>
            <ac:spMk id="66" creationId="{DAA93979-7B81-CF56-9DCF-5176BAF50D44}"/>
          </ac:spMkLst>
        </pc:spChg>
        <pc:spChg chg="add mod">
          <ac:chgData name="徐志嘉" userId="4f4e22b3-2ff2-4e81-a7cc-1ce68c8c1bc8" providerId="ADAL" clId="{39D4A37E-9991-4686-B771-75935559E58F}" dt="2023-05-10T14:51:05.725" v="2881" actId="207"/>
          <ac:spMkLst>
            <pc:docMk/>
            <pc:sldMk cId="1258617036" sldId="1265"/>
            <ac:spMk id="67" creationId="{3ADF42E7-5B8C-DD05-9CDE-272F345DA005}"/>
          </ac:spMkLst>
        </pc:spChg>
        <pc:spChg chg="add mod">
          <ac:chgData name="徐志嘉" userId="4f4e22b3-2ff2-4e81-a7cc-1ce68c8c1bc8" providerId="ADAL" clId="{39D4A37E-9991-4686-B771-75935559E58F}" dt="2023-05-10T14:44:43.163" v="2812"/>
          <ac:spMkLst>
            <pc:docMk/>
            <pc:sldMk cId="1258617036" sldId="1265"/>
            <ac:spMk id="68" creationId="{E7393F4A-E78D-431D-B561-7F38329AEE7D}"/>
          </ac:spMkLst>
        </pc:spChg>
        <pc:spChg chg="add mod">
          <ac:chgData name="徐志嘉" userId="4f4e22b3-2ff2-4e81-a7cc-1ce68c8c1bc8" providerId="ADAL" clId="{39D4A37E-9991-4686-B771-75935559E58F}" dt="2023-05-10T14:44:43.163" v="2812"/>
          <ac:spMkLst>
            <pc:docMk/>
            <pc:sldMk cId="1258617036" sldId="1265"/>
            <ac:spMk id="69" creationId="{BC6CE015-D25F-366A-B67C-D3A3D0BF798D}"/>
          </ac:spMkLst>
        </pc:spChg>
        <pc:spChg chg="add mod">
          <ac:chgData name="徐志嘉" userId="4f4e22b3-2ff2-4e81-a7cc-1ce68c8c1bc8" providerId="ADAL" clId="{39D4A37E-9991-4686-B771-75935559E58F}" dt="2023-05-10T14:44:43.163" v="2812"/>
          <ac:spMkLst>
            <pc:docMk/>
            <pc:sldMk cId="1258617036" sldId="1265"/>
            <ac:spMk id="70" creationId="{B4D74939-9674-F084-9F14-1AE54C590BFC}"/>
          </ac:spMkLst>
        </pc:spChg>
        <pc:spChg chg="add mod">
          <ac:chgData name="徐志嘉" userId="4f4e22b3-2ff2-4e81-a7cc-1ce68c8c1bc8" providerId="ADAL" clId="{39D4A37E-9991-4686-B771-75935559E58F}" dt="2023-05-10T14:44:43.163" v="2812"/>
          <ac:spMkLst>
            <pc:docMk/>
            <pc:sldMk cId="1258617036" sldId="1265"/>
            <ac:spMk id="71" creationId="{62B21037-84B3-2CA9-92B9-D3DA51867249}"/>
          </ac:spMkLst>
        </pc:spChg>
        <pc:spChg chg="add mod">
          <ac:chgData name="徐志嘉" userId="4f4e22b3-2ff2-4e81-a7cc-1ce68c8c1bc8" providerId="ADAL" clId="{39D4A37E-9991-4686-B771-75935559E58F}" dt="2023-05-10T14:44:43.163" v="2812"/>
          <ac:spMkLst>
            <pc:docMk/>
            <pc:sldMk cId="1258617036" sldId="1265"/>
            <ac:spMk id="72" creationId="{168C3671-4184-9343-E946-4BF28AD3551D}"/>
          </ac:spMkLst>
        </pc:spChg>
        <pc:spChg chg="add del mod">
          <ac:chgData name="徐志嘉" userId="4f4e22b3-2ff2-4e81-a7cc-1ce68c8c1bc8" providerId="ADAL" clId="{39D4A37E-9991-4686-B771-75935559E58F}" dt="2023-05-10T14:49:20.064" v="2863" actId="478"/>
          <ac:spMkLst>
            <pc:docMk/>
            <pc:sldMk cId="1258617036" sldId="1265"/>
            <ac:spMk id="73" creationId="{B1E07EC5-532D-14D3-B838-777757AD39E7}"/>
          </ac:spMkLst>
        </pc:spChg>
        <pc:spChg chg="add del mod">
          <ac:chgData name="徐志嘉" userId="4f4e22b3-2ff2-4e81-a7cc-1ce68c8c1bc8" providerId="ADAL" clId="{39D4A37E-9991-4686-B771-75935559E58F}" dt="2023-05-10T14:49:19.124" v="2862" actId="478"/>
          <ac:spMkLst>
            <pc:docMk/>
            <pc:sldMk cId="1258617036" sldId="1265"/>
            <ac:spMk id="74" creationId="{DE6E0A95-9F86-E4F8-4FC3-1733F62CA080}"/>
          </ac:spMkLst>
        </pc:spChg>
        <pc:spChg chg="add del mod">
          <ac:chgData name="徐志嘉" userId="4f4e22b3-2ff2-4e81-a7cc-1ce68c8c1bc8" providerId="ADAL" clId="{39D4A37E-9991-4686-B771-75935559E58F}" dt="2023-05-10T14:49:18.481" v="2861" actId="478"/>
          <ac:spMkLst>
            <pc:docMk/>
            <pc:sldMk cId="1258617036" sldId="1265"/>
            <ac:spMk id="75" creationId="{75D0D4E0-6F0A-C818-8F49-2924B18583DB}"/>
          </ac:spMkLst>
        </pc:spChg>
        <pc:spChg chg="add del mod ord">
          <ac:chgData name="徐志嘉" userId="4f4e22b3-2ff2-4e81-a7cc-1ce68c8c1bc8" providerId="ADAL" clId="{39D4A37E-9991-4686-B771-75935559E58F}" dt="2023-05-10T14:50:52.820" v="2877" actId="21"/>
          <ac:spMkLst>
            <pc:docMk/>
            <pc:sldMk cId="1258617036" sldId="1265"/>
            <ac:spMk id="76" creationId="{B6182D5F-2F99-DB8D-3A53-39200A3B44D1}"/>
          </ac:spMkLst>
        </pc:spChg>
        <pc:spChg chg="add mod ord">
          <ac:chgData name="徐志嘉" userId="4f4e22b3-2ff2-4e81-a7cc-1ce68c8c1bc8" providerId="ADAL" clId="{39D4A37E-9991-4686-B771-75935559E58F}" dt="2023-05-10T14:51:05.725" v="2881" actId="207"/>
          <ac:spMkLst>
            <pc:docMk/>
            <pc:sldMk cId="1258617036" sldId="1265"/>
            <ac:spMk id="77" creationId="{E65BAEE6-FB82-6E7F-9E15-EE583FB45B96}"/>
          </ac:spMkLst>
        </pc:spChg>
        <pc:spChg chg="add mod ord">
          <ac:chgData name="徐志嘉" userId="4f4e22b3-2ff2-4e81-a7cc-1ce68c8c1bc8" providerId="ADAL" clId="{39D4A37E-9991-4686-B771-75935559E58F}" dt="2023-05-10T14:51:05.725" v="2881" actId="207"/>
          <ac:spMkLst>
            <pc:docMk/>
            <pc:sldMk cId="1258617036" sldId="1265"/>
            <ac:spMk id="78" creationId="{F2083169-A432-B93A-D0DF-6E12790D90DB}"/>
          </ac:spMkLst>
        </pc:spChg>
        <pc:spChg chg="add del mod">
          <ac:chgData name="徐志嘉" userId="4f4e22b3-2ff2-4e81-a7cc-1ce68c8c1bc8" providerId="ADAL" clId="{39D4A37E-9991-4686-B771-75935559E58F}" dt="2023-05-10T14:49:15.414" v="2858" actId="478"/>
          <ac:spMkLst>
            <pc:docMk/>
            <pc:sldMk cId="1258617036" sldId="1265"/>
            <ac:spMk id="79" creationId="{2F24C1FE-3E5C-CA7C-5A7F-497859FFD19B}"/>
          </ac:spMkLst>
        </pc:spChg>
        <pc:spChg chg="add del mod">
          <ac:chgData name="徐志嘉" userId="4f4e22b3-2ff2-4e81-a7cc-1ce68c8c1bc8" providerId="ADAL" clId="{39D4A37E-9991-4686-B771-75935559E58F}" dt="2023-05-10T14:49:16.976" v="2860" actId="478"/>
          <ac:spMkLst>
            <pc:docMk/>
            <pc:sldMk cId="1258617036" sldId="1265"/>
            <ac:spMk id="80" creationId="{30CC7376-768C-1868-61E9-239B87E1B4C0}"/>
          </ac:spMkLst>
        </pc:spChg>
        <pc:spChg chg="add del mod">
          <ac:chgData name="徐志嘉" userId="4f4e22b3-2ff2-4e81-a7cc-1ce68c8c1bc8" providerId="ADAL" clId="{39D4A37E-9991-4686-B771-75935559E58F}" dt="2023-05-10T14:49:16.241" v="2859" actId="478"/>
          <ac:spMkLst>
            <pc:docMk/>
            <pc:sldMk cId="1258617036" sldId="1265"/>
            <ac:spMk id="81" creationId="{4320E38F-C107-6FF7-6003-2B0676D60AFD}"/>
          </ac:spMkLst>
        </pc:spChg>
        <pc:spChg chg="add del mod">
          <ac:chgData name="徐志嘉" userId="4f4e22b3-2ff2-4e81-a7cc-1ce68c8c1bc8" providerId="ADAL" clId="{39D4A37E-9991-4686-B771-75935559E58F}" dt="2023-05-10T14:49:13.913" v="2857" actId="478"/>
          <ac:spMkLst>
            <pc:docMk/>
            <pc:sldMk cId="1258617036" sldId="1265"/>
            <ac:spMk id="82" creationId="{9F48311F-D913-A614-257B-70447E30B9DC}"/>
          </ac:spMkLst>
        </pc:spChg>
        <pc:spChg chg="add del mod">
          <ac:chgData name="徐志嘉" userId="4f4e22b3-2ff2-4e81-a7cc-1ce68c8c1bc8" providerId="ADAL" clId="{39D4A37E-9991-4686-B771-75935559E58F}" dt="2023-05-10T14:49:13.038" v="2856" actId="478"/>
          <ac:spMkLst>
            <pc:docMk/>
            <pc:sldMk cId="1258617036" sldId="1265"/>
            <ac:spMk id="83" creationId="{9BAABCBC-4542-4B08-54B5-FE628ED05A4C}"/>
          </ac:spMkLst>
        </pc:spChg>
        <pc:spChg chg="add del mod">
          <ac:chgData name="徐志嘉" userId="4f4e22b3-2ff2-4e81-a7cc-1ce68c8c1bc8" providerId="ADAL" clId="{39D4A37E-9991-4686-B771-75935559E58F}" dt="2023-05-10T14:49:10.001" v="2855" actId="478"/>
          <ac:spMkLst>
            <pc:docMk/>
            <pc:sldMk cId="1258617036" sldId="1265"/>
            <ac:spMk id="84" creationId="{88337E33-A2F7-4924-E2E6-F9C41E8BC51F}"/>
          </ac:spMkLst>
        </pc:spChg>
        <pc:spChg chg="add del mod">
          <ac:chgData name="徐志嘉" userId="4f4e22b3-2ff2-4e81-a7cc-1ce68c8c1bc8" providerId="ADAL" clId="{39D4A37E-9991-4686-B771-75935559E58F}" dt="2023-05-10T14:49:07.445" v="2853" actId="478"/>
          <ac:spMkLst>
            <pc:docMk/>
            <pc:sldMk cId="1258617036" sldId="1265"/>
            <ac:spMk id="85" creationId="{CEF77A60-1464-06CE-56CA-3AC4F0155E0A}"/>
          </ac:spMkLst>
        </pc:spChg>
        <pc:spChg chg="add del mod">
          <ac:chgData name="徐志嘉" userId="4f4e22b3-2ff2-4e81-a7cc-1ce68c8c1bc8" providerId="ADAL" clId="{39D4A37E-9991-4686-B771-75935559E58F}" dt="2023-05-10T14:49:08.163" v="2854" actId="478"/>
          <ac:spMkLst>
            <pc:docMk/>
            <pc:sldMk cId="1258617036" sldId="1265"/>
            <ac:spMk id="86" creationId="{CFB5DFC1-6DAE-AFFE-4B10-8BDDE3078BED}"/>
          </ac:spMkLst>
        </pc:spChg>
        <pc:spChg chg="add mod">
          <ac:chgData name="徐志嘉" userId="4f4e22b3-2ff2-4e81-a7cc-1ce68c8c1bc8" providerId="ADAL" clId="{39D4A37E-9991-4686-B771-75935559E58F}" dt="2023-05-10T14:51:05.725" v="2881" actId="207"/>
          <ac:spMkLst>
            <pc:docMk/>
            <pc:sldMk cId="1258617036" sldId="1265"/>
            <ac:spMk id="87" creationId="{54CA1AE8-F532-DD3A-9E17-74A610D58D69}"/>
          </ac:spMkLst>
        </pc:spChg>
        <pc:spChg chg="add del mod ord">
          <ac:chgData name="徐志嘉" userId="4f4e22b3-2ff2-4e81-a7cc-1ce68c8c1bc8" providerId="ADAL" clId="{39D4A37E-9991-4686-B771-75935559E58F}" dt="2023-05-10T14:53:30.623" v="2887" actId="478"/>
          <ac:spMkLst>
            <pc:docMk/>
            <pc:sldMk cId="1258617036" sldId="1265"/>
            <ac:spMk id="88" creationId="{2E309B6A-9C85-E891-783A-AB444E2B9DA1}"/>
          </ac:spMkLst>
        </pc:spChg>
      </pc:sldChg>
      <pc:sldChg chg="addSp delSp modSp add mod modClrScheme chgLayout">
        <pc:chgData name="徐志嘉" userId="4f4e22b3-2ff2-4e81-a7cc-1ce68c8c1bc8" providerId="ADAL" clId="{39D4A37E-9991-4686-B771-75935559E58F}" dt="2023-05-10T14:46:20.239" v="2830" actId="207"/>
        <pc:sldMkLst>
          <pc:docMk/>
          <pc:sldMk cId="902813916" sldId="1266"/>
        </pc:sldMkLst>
        <pc:spChg chg="mod">
          <ac:chgData name="徐志嘉" userId="4f4e22b3-2ff2-4e81-a7cc-1ce68c8c1bc8" providerId="ADAL" clId="{39D4A37E-9991-4686-B771-75935559E58F}" dt="2023-05-10T14:42:56.585" v="2767" actId="1037"/>
          <ac:spMkLst>
            <pc:docMk/>
            <pc:sldMk cId="902813916" sldId="1266"/>
            <ac:spMk id="2" creationId="{ED1FB677-4450-7079-2758-CB8614C92CC8}"/>
          </ac:spMkLst>
        </pc:spChg>
        <pc:spChg chg="mod">
          <ac:chgData name="徐志嘉" userId="4f4e22b3-2ff2-4e81-a7cc-1ce68c8c1bc8" providerId="ADAL" clId="{39D4A37E-9991-4686-B771-75935559E58F}" dt="2023-05-10T14:42:56.585" v="2767" actId="1037"/>
          <ac:spMkLst>
            <pc:docMk/>
            <pc:sldMk cId="902813916" sldId="1266"/>
            <ac:spMk id="3" creationId="{5B6B1523-6985-124E-E42C-C943ACFC938F}"/>
          </ac:spMkLst>
        </pc:spChg>
        <pc:spChg chg="mod">
          <ac:chgData name="徐志嘉" userId="4f4e22b3-2ff2-4e81-a7cc-1ce68c8c1bc8" providerId="ADAL" clId="{39D4A37E-9991-4686-B771-75935559E58F}" dt="2023-05-10T14:46:20.239" v="2830" actId="207"/>
          <ac:spMkLst>
            <pc:docMk/>
            <pc:sldMk cId="902813916" sldId="1266"/>
            <ac:spMk id="4" creationId="{4C8DC43C-520B-2DF9-EB76-95C77C76CD1E}"/>
          </ac:spMkLst>
        </pc:spChg>
        <pc:spChg chg="mod">
          <ac:chgData name="徐志嘉" userId="4f4e22b3-2ff2-4e81-a7cc-1ce68c8c1bc8" providerId="ADAL" clId="{39D4A37E-9991-4686-B771-75935559E58F}" dt="2023-05-10T14:42:56.585" v="2767" actId="1037"/>
          <ac:spMkLst>
            <pc:docMk/>
            <pc:sldMk cId="902813916" sldId="1266"/>
            <ac:spMk id="5" creationId="{54271918-E3D5-A0A8-A8DE-2B98DEA6CF4C}"/>
          </ac:spMkLst>
        </pc:spChg>
        <pc:spChg chg="mod">
          <ac:chgData name="徐志嘉" userId="4f4e22b3-2ff2-4e81-a7cc-1ce68c8c1bc8" providerId="ADAL" clId="{39D4A37E-9991-4686-B771-75935559E58F}" dt="2023-05-10T14:42:56.585" v="2767" actId="1037"/>
          <ac:spMkLst>
            <pc:docMk/>
            <pc:sldMk cId="902813916" sldId="1266"/>
            <ac:spMk id="6" creationId="{01B925EA-6AB8-E5FB-FCDE-197870E7F61C}"/>
          </ac:spMkLst>
        </pc:spChg>
        <pc:spChg chg="mod">
          <ac:chgData name="徐志嘉" userId="4f4e22b3-2ff2-4e81-a7cc-1ce68c8c1bc8" providerId="ADAL" clId="{39D4A37E-9991-4686-B771-75935559E58F}" dt="2023-05-10T14:42:56.585" v="2767" actId="1037"/>
          <ac:spMkLst>
            <pc:docMk/>
            <pc:sldMk cId="902813916" sldId="1266"/>
            <ac:spMk id="7" creationId="{62508246-FCBF-C0D3-9F9F-E3DCFCF829D1}"/>
          </ac:spMkLst>
        </pc:spChg>
        <pc:spChg chg="mod">
          <ac:chgData name="徐志嘉" userId="4f4e22b3-2ff2-4e81-a7cc-1ce68c8c1bc8" providerId="ADAL" clId="{39D4A37E-9991-4686-B771-75935559E58F}" dt="2023-05-10T14:42:56.585" v="2767" actId="1037"/>
          <ac:spMkLst>
            <pc:docMk/>
            <pc:sldMk cId="902813916" sldId="1266"/>
            <ac:spMk id="8" creationId="{FEBCF728-996B-1ECC-E517-A9EDD0E99177}"/>
          </ac:spMkLst>
        </pc:spChg>
        <pc:spChg chg="mod">
          <ac:chgData name="徐志嘉" userId="4f4e22b3-2ff2-4e81-a7cc-1ce68c8c1bc8" providerId="ADAL" clId="{39D4A37E-9991-4686-B771-75935559E58F}" dt="2023-05-10T14:42:56.585" v="2767" actId="1037"/>
          <ac:spMkLst>
            <pc:docMk/>
            <pc:sldMk cId="902813916" sldId="1266"/>
            <ac:spMk id="9" creationId="{D7816DF4-E48C-8A65-0B01-FF1516137AD5}"/>
          </ac:spMkLst>
        </pc:spChg>
        <pc:spChg chg="mod">
          <ac:chgData name="徐志嘉" userId="4f4e22b3-2ff2-4e81-a7cc-1ce68c8c1bc8" providerId="ADAL" clId="{39D4A37E-9991-4686-B771-75935559E58F}" dt="2023-05-10T14:42:56.585" v="2767" actId="1037"/>
          <ac:spMkLst>
            <pc:docMk/>
            <pc:sldMk cId="902813916" sldId="1266"/>
            <ac:spMk id="10" creationId="{62E96DF0-691E-DA52-50E2-65DA9D01BBE0}"/>
          </ac:spMkLst>
        </pc:spChg>
        <pc:spChg chg="mod">
          <ac:chgData name="徐志嘉" userId="4f4e22b3-2ff2-4e81-a7cc-1ce68c8c1bc8" providerId="ADAL" clId="{39D4A37E-9991-4686-B771-75935559E58F}" dt="2023-05-10T14:42:56.585" v="2767" actId="1037"/>
          <ac:spMkLst>
            <pc:docMk/>
            <pc:sldMk cId="902813916" sldId="1266"/>
            <ac:spMk id="11" creationId="{9A6549CC-67BB-E787-47F7-0570913FA434}"/>
          </ac:spMkLst>
        </pc:spChg>
        <pc:spChg chg="mod">
          <ac:chgData name="徐志嘉" userId="4f4e22b3-2ff2-4e81-a7cc-1ce68c8c1bc8" providerId="ADAL" clId="{39D4A37E-9991-4686-B771-75935559E58F}" dt="2023-05-10T14:42:56.585" v="2767" actId="1037"/>
          <ac:spMkLst>
            <pc:docMk/>
            <pc:sldMk cId="902813916" sldId="1266"/>
            <ac:spMk id="12" creationId="{9C980C13-FE25-1502-29AA-22A06805046E}"/>
          </ac:spMkLst>
        </pc:spChg>
        <pc:spChg chg="mod">
          <ac:chgData name="徐志嘉" userId="4f4e22b3-2ff2-4e81-a7cc-1ce68c8c1bc8" providerId="ADAL" clId="{39D4A37E-9991-4686-B771-75935559E58F}" dt="2023-05-10T14:42:56.585" v="2767" actId="1037"/>
          <ac:spMkLst>
            <pc:docMk/>
            <pc:sldMk cId="902813916" sldId="1266"/>
            <ac:spMk id="13" creationId="{5CFCFD89-D611-C158-00B2-6B06304E8B37}"/>
          </ac:spMkLst>
        </pc:spChg>
        <pc:spChg chg="mod">
          <ac:chgData name="徐志嘉" userId="4f4e22b3-2ff2-4e81-a7cc-1ce68c8c1bc8" providerId="ADAL" clId="{39D4A37E-9991-4686-B771-75935559E58F}" dt="2023-05-10T14:42:56.585" v="2767" actId="1037"/>
          <ac:spMkLst>
            <pc:docMk/>
            <pc:sldMk cId="902813916" sldId="1266"/>
            <ac:spMk id="14" creationId="{F010A32A-FD62-2789-A14E-85659C5EAD45}"/>
          </ac:spMkLst>
        </pc:spChg>
        <pc:spChg chg="mod">
          <ac:chgData name="徐志嘉" userId="4f4e22b3-2ff2-4e81-a7cc-1ce68c8c1bc8" providerId="ADAL" clId="{39D4A37E-9991-4686-B771-75935559E58F}" dt="2023-05-10T14:42:56.585" v="2767" actId="1037"/>
          <ac:spMkLst>
            <pc:docMk/>
            <pc:sldMk cId="902813916" sldId="1266"/>
            <ac:spMk id="15" creationId="{CD87D446-0123-F594-13AB-632A85F3AA8D}"/>
          </ac:spMkLst>
        </pc:spChg>
        <pc:spChg chg="mod">
          <ac:chgData name="徐志嘉" userId="4f4e22b3-2ff2-4e81-a7cc-1ce68c8c1bc8" providerId="ADAL" clId="{39D4A37E-9991-4686-B771-75935559E58F}" dt="2023-05-10T14:42:56.585" v="2767" actId="1037"/>
          <ac:spMkLst>
            <pc:docMk/>
            <pc:sldMk cId="902813916" sldId="1266"/>
            <ac:spMk id="16" creationId="{D4AC3DC6-F0DD-F132-63E8-BEBBB6407C0C}"/>
          </ac:spMkLst>
        </pc:spChg>
        <pc:spChg chg="mod">
          <ac:chgData name="徐志嘉" userId="4f4e22b3-2ff2-4e81-a7cc-1ce68c8c1bc8" providerId="ADAL" clId="{39D4A37E-9991-4686-B771-75935559E58F}" dt="2023-05-10T14:42:56.585" v="2767" actId="1037"/>
          <ac:spMkLst>
            <pc:docMk/>
            <pc:sldMk cId="902813916" sldId="1266"/>
            <ac:spMk id="17" creationId="{404CB4CE-244C-70BC-AAC9-3939D865CB58}"/>
          </ac:spMkLst>
        </pc:spChg>
        <pc:spChg chg="add del mod">
          <ac:chgData name="徐志嘉" userId="4f4e22b3-2ff2-4e81-a7cc-1ce68c8c1bc8" providerId="ADAL" clId="{39D4A37E-9991-4686-B771-75935559E58F}" dt="2023-05-10T14:43:38.058" v="2769" actId="478"/>
          <ac:spMkLst>
            <pc:docMk/>
            <pc:sldMk cId="902813916" sldId="1266"/>
            <ac:spMk id="18" creationId="{68064DF3-F1B0-779B-2AE2-4B55CF173A57}"/>
          </ac:spMkLst>
        </pc:spChg>
        <pc:spChg chg="add del mod ord">
          <ac:chgData name="徐志嘉" userId="4f4e22b3-2ff2-4e81-a7cc-1ce68c8c1bc8" providerId="ADAL" clId="{39D4A37E-9991-4686-B771-75935559E58F}" dt="2023-05-10T14:45:32.593" v="2818" actId="478"/>
          <ac:spMkLst>
            <pc:docMk/>
            <pc:sldMk cId="902813916" sldId="1266"/>
            <ac:spMk id="20" creationId="{96EEAAA3-CD67-2D7A-97FF-F2231A800D3D}"/>
          </ac:spMkLst>
        </pc:spChg>
        <pc:spChg chg="mod ord">
          <ac:chgData name="徐志嘉" userId="4f4e22b3-2ff2-4e81-a7cc-1ce68c8c1bc8" providerId="ADAL" clId="{39D4A37E-9991-4686-B771-75935559E58F}" dt="2023-05-10T14:45:13.694" v="2815" actId="700"/>
          <ac:spMkLst>
            <pc:docMk/>
            <pc:sldMk cId="902813916" sldId="1266"/>
            <ac:spMk id="31" creationId="{42B34965-1870-516E-E596-F21E127C5D94}"/>
          </ac:spMkLst>
        </pc:spChg>
        <pc:spChg chg="mod">
          <ac:chgData name="徐志嘉" userId="4f4e22b3-2ff2-4e81-a7cc-1ce68c8c1bc8" providerId="ADAL" clId="{39D4A37E-9991-4686-B771-75935559E58F}" dt="2023-05-10T14:45:54.195" v="2824" actId="207"/>
          <ac:spMkLst>
            <pc:docMk/>
            <pc:sldMk cId="902813916" sldId="1266"/>
            <ac:spMk id="41" creationId="{80B5D406-3CFB-6D7E-EB5E-8DAF45BEAD62}"/>
          </ac:spMkLst>
        </pc:spChg>
        <pc:spChg chg="mod">
          <ac:chgData name="徐志嘉" userId="4f4e22b3-2ff2-4e81-a7cc-1ce68c8c1bc8" providerId="ADAL" clId="{39D4A37E-9991-4686-B771-75935559E58F}" dt="2023-05-10T14:45:54.195" v="2824" actId="207"/>
          <ac:spMkLst>
            <pc:docMk/>
            <pc:sldMk cId="902813916" sldId="1266"/>
            <ac:spMk id="42" creationId="{C76AF288-1DAA-71C7-BB59-DD0255EF6BE0}"/>
          </ac:spMkLst>
        </pc:spChg>
        <pc:spChg chg="mod">
          <ac:chgData name="徐志嘉" userId="4f4e22b3-2ff2-4e81-a7cc-1ce68c8c1bc8" providerId="ADAL" clId="{39D4A37E-9991-4686-B771-75935559E58F}" dt="2023-05-10T14:42:56.585" v="2767" actId="1037"/>
          <ac:spMkLst>
            <pc:docMk/>
            <pc:sldMk cId="902813916" sldId="1266"/>
            <ac:spMk id="44" creationId="{3152D17D-5674-0AAE-BC83-DC3A6F0AE410}"/>
          </ac:spMkLst>
        </pc:spChg>
        <pc:spChg chg="mod">
          <ac:chgData name="徐志嘉" userId="4f4e22b3-2ff2-4e81-a7cc-1ce68c8c1bc8" providerId="ADAL" clId="{39D4A37E-9991-4686-B771-75935559E58F}" dt="2023-05-10T14:42:56.585" v="2767" actId="1037"/>
          <ac:spMkLst>
            <pc:docMk/>
            <pc:sldMk cId="902813916" sldId="1266"/>
            <ac:spMk id="46" creationId="{CDD42BC0-7B96-4B64-6E76-8DD132B2773A}"/>
          </ac:spMkLst>
        </pc:spChg>
        <pc:spChg chg="mod">
          <ac:chgData name="徐志嘉" userId="4f4e22b3-2ff2-4e81-a7cc-1ce68c8c1bc8" providerId="ADAL" clId="{39D4A37E-9991-4686-B771-75935559E58F}" dt="2023-05-10T14:42:56.585" v="2767" actId="1037"/>
          <ac:spMkLst>
            <pc:docMk/>
            <pc:sldMk cId="902813916" sldId="1266"/>
            <ac:spMk id="47" creationId="{F1CDF02E-4054-5898-6BB8-52EB7F63F745}"/>
          </ac:spMkLst>
        </pc:spChg>
        <pc:spChg chg="mod">
          <ac:chgData name="徐志嘉" userId="4f4e22b3-2ff2-4e81-a7cc-1ce68c8c1bc8" providerId="ADAL" clId="{39D4A37E-9991-4686-B771-75935559E58F}" dt="2023-05-10T14:42:56.585" v="2767" actId="1037"/>
          <ac:spMkLst>
            <pc:docMk/>
            <pc:sldMk cId="902813916" sldId="1266"/>
            <ac:spMk id="48" creationId="{9664F734-BB97-87E7-248A-8AD833706C21}"/>
          </ac:spMkLst>
        </pc:spChg>
        <pc:spChg chg="mod">
          <ac:chgData name="徐志嘉" userId="4f4e22b3-2ff2-4e81-a7cc-1ce68c8c1bc8" providerId="ADAL" clId="{39D4A37E-9991-4686-B771-75935559E58F}" dt="2023-05-10T14:42:56.585" v="2767" actId="1037"/>
          <ac:spMkLst>
            <pc:docMk/>
            <pc:sldMk cId="902813916" sldId="1266"/>
            <ac:spMk id="49" creationId="{91BB2F1F-BA39-AB1D-AFE5-2790C9D46A5E}"/>
          </ac:spMkLst>
        </pc:spChg>
        <pc:spChg chg="mod">
          <ac:chgData name="徐志嘉" userId="4f4e22b3-2ff2-4e81-a7cc-1ce68c8c1bc8" providerId="ADAL" clId="{39D4A37E-9991-4686-B771-75935559E58F}" dt="2023-05-10T14:42:56.585" v="2767" actId="1037"/>
          <ac:spMkLst>
            <pc:docMk/>
            <pc:sldMk cId="902813916" sldId="1266"/>
            <ac:spMk id="50" creationId="{E72F54EF-343C-2AF9-7BD1-F9F737747EF4}"/>
          </ac:spMkLst>
        </pc:spChg>
        <pc:spChg chg="mod">
          <ac:chgData name="徐志嘉" userId="4f4e22b3-2ff2-4e81-a7cc-1ce68c8c1bc8" providerId="ADAL" clId="{39D4A37E-9991-4686-B771-75935559E58F}" dt="2023-05-10T14:42:56.585" v="2767" actId="1037"/>
          <ac:spMkLst>
            <pc:docMk/>
            <pc:sldMk cId="902813916" sldId="1266"/>
            <ac:spMk id="51" creationId="{D6511334-D839-F6F2-B149-7D0F507DBE02}"/>
          </ac:spMkLst>
        </pc:spChg>
        <pc:spChg chg="mod">
          <ac:chgData name="徐志嘉" userId="4f4e22b3-2ff2-4e81-a7cc-1ce68c8c1bc8" providerId="ADAL" clId="{39D4A37E-9991-4686-B771-75935559E58F}" dt="2023-05-10T14:42:56.585" v="2767" actId="1037"/>
          <ac:spMkLst>
            <pc:docMk/>
            <pc:sldMk cId="902813916" sldId="1266"/>
            <ac:spMk id="52" creationId="{DAEC7211-B87B-79F0-CF29-477A528B17B3}"/>
          </ac:spMkLst>
        </pc:spChg>
        <pc:spChg chg="mod">
          <ac:chgData name="徐志嘉" userId="4f4e22b3-2ff2-4e81-a7cc-1ce68c8c1bc8" providerId="ADAL" clId="{39D4A37E-9991-4686-B771-75935559E58F}" dt="2023-05-10T14:42:56.585" v="2767" actId="1037"/>
          <ac:spMkLst>
            <pc:docMk/>
            <pc:sldMk cId="902813916" sldId="1266"/>
            <ac:spMk id="53" creationId="{FFB95A62-33DE-5EDD-7F9E-B1E2B40F5F6B}"/>
          </ac:spMkLst>
        </pc:spChg>
        <pc:spChg chg="mod">
          <ac:chgData name="徐志嘉" userId="4f4e22b3-2ff2-4e81-a7cc-1ce68c8c1bc8" providerId="ADAL" clId="{39D4A37E-9991-4686-B771-75935559E58F}" dt="2023-05-10T14:42:56.585" v="2767" actId="1037"/>
          <ac:spMkLst>
            <pc:docMk/>
            <pc:sldMk cId="902813916" sldId="1266"/>
            <ac:spMk id="54" creationId="{088D6409-F524-BF20-7D3C-6275F349C68C}"/>
          </ac:spMkLst>
        </pc:spChg>
        <pc:spChg chg="mod">
          <ac:chgData name="徐志嘉" userId="4f4e22b3-2ff2-4e81-a7cc-1ce68c8c1bc8" providerId="ADAL" clId="{39D4A37E-9991-4686-B771-75935559E58F}" dt="2023-05-10T14:42:56.585" v="2767" actId="1037"/>
          <ac:spMkLst>
            <pc:docMk/>
            <pc:sldMk cId="902813916" sldId="1266"/>
            <ac:spMk id="55" creationId="{2BA5C6B6-1125-C144-00A3-43A1650D5E78}"/>
          </ac:spMkLst>
        </pc:spChg>
        <pc:spChg chg="mod">
          <ac:chgData name="徐志嘉" userId="4f4e22b3-2ff2-4e81-a7cc-1ce68c8c1bc8" providerId="ADAL" clId="{39D4A37E-9991-4686-B771-75935559E58F}" dt="2023-05-10T14:42:56.585" v="2767" actId="1037"/>
          <ac:spMkLst>
            <pc:docMk/>
            <pc:sldMk cId="902813916" sldId="1266"/>
            <ac:spMk id="56" creationId="{C0B72585-D0AA-8992-12C8-AFF12708D704}"/>
          </ac:spMkLst>
        </pc:spChg>
        <pc:spChg chg="mod">
          <ac:chgData name="徐志嘉" userId="4f4e22b3-2ff2-4e81-a7cc-1ce68c8c1bc8" providerId="ADAL" clId="{39D4A37E-9991-4686-B771-75935559E58F}" dt="2023-05-10T14:42:56.585" v="2767" actId="1037"/>
          <ac:spMkLst>
            <pc:docMk/>
            <pc:sldMk cId="902813916" sldId="1266"/>
            <ac:spMk id="57" creationId="{892E75EA-6AA6-7DD3-BB9D-CC335D69EAA3}"/>
          </ac:spMkLst>
        </pc:spChg>
        <pc:spChg chg="mod">
          <ac:chgData name="徐志嘉" userId="4f4e22b3-2ff2-4e81-a7cc-1ce68c8c1bc8" providerId="ADAL" clId="{39D4A37E-9991-4686-B771-75935559E58F}" dt="2023-05-10T14:42:56.585" v="2767" actId="1037"/>
          <ac:spMkLst>
            <pc:docMk/>
            <pc:sldMk cId="902813916" sldId="1266"/>
            <ac:spMk id="58" creationId="{59005E7A-E9D3-EDB7-567C-434B479D5797}"/>
          </ac:spMkLst>
        </pc:spChg>
        <pc:spChg chg="mod">
          <ac:chgData name="徐志嘉" userId="4f4e22b3-2ff2-4e81-a7cc-1ce68c8c1bc8" providerId="ADAL" clId="{39D4A37E-9991-4686-B771-75935559E58F}" dt="2023-05-10T14:42:56.585" v="2767" actId="1037"/>
          <ac:spMkLst>
            <pc:docMk/>
            <pc:sldMk cId="902813916" sldId="1266"/>
            <ac:spMk id="59" creationId="{EC6DE0D7-10C5-D084-3472-D434D2255B68}"/>
          </ac:spMkLst>
        </pc:spChg>
        <pc:spChg chg="mod">
          <ac:chgData name="徐志嘉" userId="4f4e22b3-2ff2-4e81-a7cc-1ce68c8c1bc8" providerId="ADAL" clId="{39D4A37E-9991-4686-B771-75935559E58F}" dt="2023-05-10T14:43:02.907" v="2768" actId="1076"/>
          <ac:spMkLst>
            <pc:docMk/>
            <pc:sldMk cId="902813916" sldId="1266"/>
            <ac:spMk id="60" creationId="{AEDC411C-178E-430E-39A8-FD1625F3D429}"/>
          </ac:spMkLst>
        </pc:spChg>
      </pc:sldChg>
      <pc:sldChg chg="addSp delSp modSp add mod modClrScheme chgLayout">
        <pc:chgData name="徐志嘉" userId="4f4e22b3-2ff2-4e81-a7cc-1ce68c8c1bc8" providerId="ADAL" clId="{39D4A37E-9991-4686-B771-75935559E58F}" dt="2023-05-10T14:53:14.913" v="2884" actId="478"/>
        <pc:sldMkLst>
          <pc:docMk/>
          <pc:sldMk cId="748894449" sldId="1267"/>
        </pc:sldMkLst>
        <pc:spChg chg="del">
          <ac:chgData name="徐志嘉" userId="4f4e22b3-2ff2-4e81-a7cc-1ce68c8c1bc8" providerId="ADAL" clId="{39D4A37E-9991-4686-B771-75935559E58F}" dt="2023-05-10T14:44:22.637" v="2807" actId="478"/>
          <ac:spMkLst>
            <pc:docMk/>
            <pc:sldMk cId="748894449" sldId="1267"/>
            <ac:spMk id="2" creationId="{ED1FB677-4450-7079-2758-CB8614C92CC8}"/>
          </ac:spMkLst>
        </pc:spChg>
        <pc:spChg chg="del">
          <ac:chgData name="徐志嘉" userId="4f4e22b3-2ff2-4e81-a7cc-1ce68c8c1bc8" providerId="ADAL" clId="{39D4A37E-9991-4686-B771-75935559E58F}" dt="2023-05-10T14:44:22.637" v="2807" actId="478"/>
          <ac:spMkLst>
            <pc:docMk/>
            <pc:sldMk cId="748894449" sldId="1267"/>
            <ac:spMk id="3" creationId="{5B6B1523-6985-124E-E42C-C943ACFC938F}"/>
          </ac:spMkLst>
        </pc:spChg>
        <pc:spChg chg="del">
          <ac:chgData name="徐志嘉" userId="4f4e22b3-2ff2-4e81-a7cc-1ce68c8c1bc8" providerId="ADAL" clId="{39D4A37E-9991-4686-B771-75935559E58F}" dt="2023-05-10T14:44:22.637" v="2807" actId="478"/>
          <ac:spMkLst>
            <pc:docMk/>
            <pc:sldMk cId="748894449" sldId="1267"/>
            <ac:spMk id="4" creationId="{4C8DC43C-520B-2DF9-EB76-95C77C76CD1E}"/>
          </ac:spMkLst>
        </pc:spChg>
        <pc:spChg chg="del">
          <ac:chgData name="徐志嘉" userId="4f4e22b3-2ff2-4e81-a7cc-1ce68c8c1bc8" providerId="ADAL" clId="{39D4A37E-9991-4686-B771-75935559E58F}" dt="2023-05-10T14:44:22.637" v="2807" actId="478"/>
          <ac:spMkLst>
            <pc:docMk/>
            <pc:sldMk cId="748894449" sldId="1267"/>
            <ac:spMk id="5" creationId="{54271918-E3D5-A0A8-A8DE-2B98DEA6CF4C}"/>
          </ac:spMkLst>
        </pc:spChg>
        <pc:spChg chg="del">
          <ac:chgData name="徐志嘉" userId="4f4e22b3-2ff2-4e81-a7cc-1ce68c8c1bc8" providerId="ADAL" clId="{39D4A37E-9991-4686-B771-75935559E58F}" dt="2023-05-10T14:44:22.637" v="2807" actId="478"/>
          <ac:spMkLst>
            <pc:docMk/>
            <pc:sldMk cId="748894449" sldId="1267"/>
            <ac:spMk id="6" creationId="{01B925EA-6AB8-E5FB-FCDE-197870E7F61C}"/>
          </ac:spMkLst>
        </pc:spChg>
        <pc:spChg chg="del">
          <ac:chgData name="徐志嘉" userId="4f4e22b3-2ff2-4e81-a7cc-1ce68c8c1bc8" providerId="ADAL" clId="{39D4A37E-9991-4686-B771-75935559E58F}" dt="2023-05-10T14:44:22.637" v="2807" actId="478"/>
          <ac:spMkLst>
            <pc:docMk/>
            <pc:sldMk cId="748894449" sldId="1267"/>
            <ac:spMk id="7" creationId="{62508246-FCBF-C0D3-9F9F-E3DCFCF829D1}"/>
          </ac:spMkLst>
        </pc:spChg>
        <pc:spChg chg="del">
          <ac:chgData name="徐志嘉" userId="4f4e22b3-2ff2-4e81-a7cc-1ce68c8c1bc8" providerId="ADAL" clId="{39D4A37E-9991-4686-B771-75935559E58F}" dt="2023-05-10T14:44:22.637" v="2807" actId="478"/>
          <ac:spMkLst>
            <pc:docMk/>
            <pc:sldMk cId="748894449" sldId="1267"/>
            <ac:spMk id="8" creationId="{FEBCF728-996B-1ECC-E517-A9EDD0E99177}"/>
          </ac:spMkLst>
        </pc:spChg>
        <pc:spChg chg="del">
          <ac:chgData name="徐志嘉" userId="4f4e22b3-2ff2-4e81-a7cc-1ce68c8c1bc8" providerId="ADAL" clId="{39D4A37E-9991-4686-B771-75935559E58F}" dt="2023-05-10T14:44:22.637" v="2807" actId="478"/>
          <ac:spMkLst>
            <pc:docMk/>
            <pc:sldMk cId="748894449" sldId="1267"/>
            <ac:spMk id="9" creationId="{D7816DF4-E48C-8A65-0B01-FF1516137AD5}"/>
          </ac:spMkLst>
        </pc:spChg>
        <pc:spChg chg="del">
          <ac:chgData name="徐志嘉" userId="4f4e22b3-2ff2-4e81-a7cc-1ce68c8c1bc8" providerId="ADAL" clId="{39D4A37E-9991-4686-B771-75935559E58F}" dt="2023-05-10T14:44:22.637" v="2807" actId="478"/>
          <ac:spMkLst>
            <pc:docMk/>
            <pc:sldMk cId="748894449" sldId="1267"/>
            <ac:spMk id="10" creationId="{62E96DF0-691E-DA52-50E2-65DA9D01BBE0}"/>
          </ac:spMkLst>
        </pc:spChg>
        <pc:spChg chg="del">
          <ac:chgData name="徐志嘉" userId="4f4e22b3-2ff2-4e81-a7cc-1ce68c8c1bc8" providerId="ADAL" clId="{39D4A37E-9991-4686-B771-75935559E58F}" dt="2023-05-10T14:44:22.637" v="2807" actId="478"/>
          <ac:spMkLst>
            <pc:docMk/>
            <pc:sldMk cId="748894449" sldId="1267"/>
            <ac:spMk id="11" creationId="{9A6549CC-67BB-E787-47F7-0570913FA434}"/>
          </ac:spMkLst>
        </pc:spChg>
        <pc:spChg chg="del">
          <ac:chgData name="徐志嘉" userId="4f4e22b3-2ff2-4e81-a7cc-1ce68c8c1bc8" providerId="ADAL" clId="{39D4A37E-9991-4686-B771-75935559E58F}" dt="2023-05-10T14:44:22.637" v="2807" actId="478"/>
          <ac:spMkLst>
            <pc:docMk/>
            <pc:sldMk cId="748894449" sldId="1267"/>
            <ac:spMk id="12" creationId="{9C980C13-FE25-1502-29AA-22A06805046E}"/>
          </ac:spMkLst>
        </pc:spChg>
        <pc:spChg chg="del">
          <ac:chgData name="徐志嘉" userId="4f4e22b3-2ff2-4e81-a7cc-1ce68c8c1bc8" providerId="ADAL" clId="{39D4A37E-9991-4686-B771-75935559E58F}" dt="2023-05-10T14:44:22.637" v="2807" actId="478"/>
          <ac:spMkLst>
            <pc:docMk/>
            <pc:sldMk cId="748894449" sldId="1267"/>
            <ac:spMk id="13" creationId="{5CFCFD89-D611-C158-00B2-6B06304E8B37}"/>
          </ac:spMkLst>
        </pc:spChg>
        <pc:spChg chg="del">
          <ac:chgData name="徐志嘉" userId="4f4e22b3-2ff2-4e81-a7cc-1ce68c8c1bc8" providerId="ADAL" clId="{39D4A37E-9991-4686-B771-75935559E58F}" dt="2023-05-10T14:44:22.637" v="2807" actId="478"/>
          <ac:spMkLst>
            <pc:docMk/>
            <pc:sldMk cId="748894449" sldId="1267"/>
            <ac:spMk id="14" creationId="{F010A32A-FD62-2789-A14E-85659C5EAD45}"/>
          </ac:spMkLst>
        </pc:spChg>
        <pc:spChg chg="del">
          <ac:chgData name="徐志嘉" userId="4f4e22b3-2ff2-4e81-a7cc-1ce68c8c1bc8" providerId="ADAL" clId="{39D4A37E-9991-4686-B771-75935559E58F}" dt="2023-05-10T14:44:22.637" v="2807" actId="478"/>
          <ac:spMkLst>
            <pc:docMk/>
            <pc:sldMk cId="748894449" sldId="1267"/>
            <ac:spMk id="15" creationId="{CD87D446-0123-F594-13AB-632A85F3AA8D}"/>
          </ac:spMkLst>
        </pc:spChg>
        <pc:spChg chg="del">
          <ac:chgData name="徐志嘉" userId="4f4e22b3-2ff2-4e81-a7cc-1ce68c8c1bc8" providerId="ADAL" clId="{39D4A37E-9991-4686-B771-75935559E58F}" dt="2023-05-10T14:44:22.637" v="2807" actId="478"/>
          <ac:spMkLst>
            <pc:docMk/>
            <pc:sldMk cId="748894449" sldId="1267"/>
            <ac:spMk id="16" creationId="{D4AC3DC6-F0DD-F132-63E8-BEBBB6407C0C}"/>
          </ac:spMkLst>
        </pc:spChg>
        <pc:spChg chg="del">
          <ac:chgData name="徐志嘉" userId="4f4e22b3-2ff2-4e81-a7cc-1ce68c8c1bc8" providerId="ADAL" clId="{39D4A37E-9991-4686-B771-75935559E58F}" dt="2023-05-10T14:44:22.637" v="2807" actId="478"/>
          <ac:spMkLst>
            <pc:docMk/>
            <pc:sldMk cId="748894449" sldId="1267"/>
            <ac:spMk id="17" creationId="{404CB4CE-244C-70BC-AAC9-3939D865CB58}"/>
          </ac:spMkLst>
        </pc:spChg>
        <pc:spChg chg="add mod">
          <ac:chgData name="徐志嘉" userId="4f4e22b3-2ff2-4e81-a7cc-1ce68c8c1bc8" providerId="ADAL" clId="{39D4A37E-9991-4686-B771-75935559E58F}" dt="2023-05-10T14:44:23.640" v="2808"/>
          <ac:spMkLst>
            <pc:docMk/>
            <pc:sldMk cId="748894449" sldId="1267"/>
            <ac:spMk id="18" creationId="{3B36CD99-2C55-7118-8997-84F25E2BF699}"/>
          </ac:spMkLst>
        </pc:spChg>
        <pc:spChg chg="add mod">
          <ac:chgData name="徐志嘉" userId="4f4e22b3-2ff2-4e81-a7cc-1ce68c8c1bc8" providerId="ADAL" clId="{39D4A37E-9991-4686-B771-75935559E58F}" dt="2023-05-10T14:44:23.640" v="2808"/>
          <ac:spMkLst>
            <pc:docMk/>
            <pc:sldMk cId="748894449" sldId="1267"/>
            <ac:spMk id="19" creationId="{9795F350-D8B8-43E6-51CA-ABBDDC7DB0B1}"/>
          </ac:spMkLst>
        </pc:spChg>
        <pc:spChg chg="add mod">
          <ac:chgData name="徐志嘉" userId="4f4e22b3-2ff2-4e81-a7cc-1ce68c8c1bc8" providerId="ADAL" clId="{39D4A37E-9991-4686-B771-75935559E58F}" dt="2023-05-10T14:44:23.640" v="2808"/>
          <ac:spMkLst>
            <pc:docMk/>
            <pc:sldMk cId="748894449" sldId="1267"/>
            <ac:spMk id="20" creationId="{FF27622F-1DA7-2FEA-C9F9-60DFAEBC8109}"/>
          </ac:spMkLst>
        </pc:spChg>
        <pc:spChg chg="add mod">
          <ac:chgData name="徐志嘉" userId="4f4e22b3-2ff2-4e81-a7cc-1ce68c8c1bc8" providerId="ADAL" clId="{39D4A37E-9991-4686-B771-75935559E58F}" dt="2023-05-10T14:44:23.640" v="2808"/>
          <ac:spMkLst>
            <pc:docMk/>
            <pc:sldMk cId="748894449" sldId="1267"/>
            <ac:spMk id="21" creationId="{A9D0FE40-797A-A437-51AF-01048DE4356E}"/>
          </ac:spMkLst>
        </pc:spChg>
        <pc:spChg chg="add mod">
          <ac:chgData name="徐志嘉" userId="4f4e22b3-2ff2-4e81-a7cc-1ce68c8c1bc8" providerId="ADAL" clId="{39D4A37E-9991-4686-B771-75935559E58F}" dt="2023-05-10T14:44:23.640" v="2808"/>
          <ac:spMkLst>
            <pc:docMk/>
            <pc:sldMk cId="748894449" sldId="1267"/>
            <ac:spMk id="22" creationId="{2F25A199-4A1E-DF64-040A-24447E3C7B54}"/>
          </ac:spMkLst>
        </pc:spChg>
        <pc:spChg chg="add mod">
          <ac:chgData name="徐志嘉" userId="4f4e22b3-2ff2-4e81-a7cc-1ce68c8c1bc8" providerId="ADAL" clId="{39D4A37E-9991-4686-B771-75935559E58F}" dt="2023-05-10T14:44:23.640" v="2808"/>
          <ac:spMkLst>
            <pc:docMk/>
            <pc:sldMk cId="748894449" sldId="1267"/>
            <ac:spMk id="28" creationId="{4017471F-7C03-1022-C239-D9E66C7A73F7}"/>
          </ac:spMkLst>
        </pc:spChg>
        <pc:spChg chg="add mod">
          <ac:chgData name="徐志嘉" userId="4f4e22b3-2ff2-4e81-a7cc-1ce68c8c1bc8" providerId="ADAL" clId="{39D4A37E-9991-4686-B771-75935559E58F}" dt="2023-05-10T14:44:23.640" v="2808"/>
          <ac:spMkLst>
            <pc:docMk/>
            <pc:sldMk cId="748894449" sldId="1267"/>
            <ac:spMk id="29" creationId="{43568E2C-4CDC-72CA-92EA-B18216B25C8E}"/>
          </ac:spMkLst>
        </pc:spChg>
        <pc:spChg chg="add mod">
          <ac:chgData name="徐志嘉" userId="4f4e22b3-2ff2-4e81-a7cc-1ce68c8c1bc8" providerId="ADAL" clId="{39D4A37E-9991-4686-B771-75935559E58F}" dt="2023-05-10T14:44:23.640" v="2808"/>
          <ac:spMkLst>
            <pc:docMk/>
            <pc:sldMk cId="748894449" sldId="1267"/>
            <ac:spMk id="30" creationId="{DB3A5CDC-C5ED-E0FA-DE0E-CCC3960A8B49}"/>
          </ac:spMkLst>
        </pc:spChg>
        <pc:spChg chg="add mod">
          <ac:chgData name="徐志嘉" userId="4f4e22b3-2ff2-4e81-a7cc-1ce68c8c1bc8" providerId="ADAL" clId="{39D4A37E-9991-4686-B771-75935559E58F}" dt="2023-05-10T14:44:23.640" v="2808"/>
          <ac:spMkLst>
            <pc:docMk/>
            <pc:sldMk cId="748894449" sldId="1267"/>
            <ac:spMk id="31" creationId="{8C5DF7C6-067C-1949-2DFA-7236A60CF152}"/>
          </ac:spMkLst>
        </pc:spChg>
        <pc:spChg chg="add mod">
          <ac:chgData name="徐志嘉" userId="4f4e22b3-2ff2-4e81-a7cc-1ce68c8c1bc8" providerId="ADAL" clId="{39D4A37E-9991-4686-B771-75935559E58F}" dt="2023-05-10T14:44:23.640" v="2808"/>
          <ac:spMkLst>
            <pc:docMk/>
            <pc:sldMk cId="748894449" sldId="1267"/>
            <ac:spMk id="32" creationId="{8F08FAA8-17C2-B881-CEC5-927E9DA65410}"/>
          </ac:spMkLst>
        </pc:spChg>
        <pc:spChg chg="add mod">
          <ac:chgData name="徐志嘉" userId="4f4e22b3-2ff2-4e81-a7cc-1ce68c8c1bc8" providerId="ADAL" clId="{39D4A37E-9991-4686-B771-75935559E58F}" dt="2023-05-10T14:44:23.640" v="2808"/>
          <ac:spMkLst>
            <pc:docMk/>
            <pc:sldMk cId="748894449" sldId="1267"/>
            <ac:spMk id="33" creationId="{3254B5CF-CE71-B12C-0594-4A23F8B9BFE0}"/>
          </ac:spMkLst>
        </pc:spChg>
        <pc:spChg chg="add mod">
          <ac:chgData name="徐志嘉" userId="4f4e22b3-2ff2-4e81-a7cc-1ce68c8c1bc8" providerId="ADAL" clId="{39D4A37E-9991-4686-B771-75935559E58F}" dt="2023-05-10T14:44:23.640" v="2808"/>
          <ac:spMkLst>
            <pc:docMk/>
            <pc:sldMk cId="748894449" sldId="1267"/>
            <ac:spMk id="35" creationId="{12E7F2D5-A1C7-7FC3-863B-6C39DB9B6F0F}"/>
          </ac:spMkLst>
        </pc:spChg>
        <pc:spChg chg="del">
          <ac:chgData name="徐志嘉" userId="4f4e22b3-2ff2-4e81-a7cc-1ce68c8c1bc8" providerId="ADAL" clId="{39D4A37E-9991-4686-B771-75935559E58F}" dt="2023-05-10T14:44:22.637" v="2807" actId="478"/>
          <ac:spMkLst>
            <pc:docMk/>
            <pc:sldMk cId="748894449" sldId="1267"/>
            <ac:spMk id="41" creationId="{80B5D406-3CFB-6D7E-EB5E-8DAF45BEAD62}"/>
          </ac:spMkLst>
        </pc:spChg>
        <pc:spChg chg="del">
          <ac:chgData name="徐志嘉" userId="4f4e22b3-2ff2-4e81-a7cc-1ce68c8c1bc8" providerId="ADAL" clId="{39D4A37E-9991-4686-B771-75935559E58F}" dt="2023-05-10T14:44:22.637" v="2807" actId="478"/>
          <ac:spMkLst>
            <pc:docMk/>
            <pc:sldMk cId="748894449" sldId="1267"/>
            <ac:spMk id="42" creationId="{C76AF288-1DAA-71C7-BB59-DD0255EF6BE0}"/>
          </ac:spMkLst>
        </pc:spChg>
        <pc:spChg chg="del">
          <ac:chgData name="徐志嘉" userId="4f4e22b3-2ff2-4e81-a7cc-1ce68c8c1bc8" providerId="ADAL" clId="{39D4A37E-9991-4686-B771-75935559E58F}" dt="2023-05-10T14:44:22.637" v="2807" actId="478"/>
          <ac:spMkLst>
            <pc:docMk/>
            <pc:sldMk cId="748894449" sldId="1267"/>
            <ac:spMk id="44" creationId="{3152D17D-5674-0AAE-BC83-DC3A6F0AE410}"/>
          </ac:spMkLst>
        </pc:spChg>
        <pc:spChg chg="add del mod">
          <ac:chgData name="徐志嘉" userId="4f4e22b3-2ff2-4e81-a7cc-1ce68c8c1bc8" providerId="ADAL" clId="{39D4A37E-9991-4686-B771-75935559E58F}" dt="2023-05-10T14:48:10.406" v="2848" actId="478"/>
          <ac:spMkLst>
            <pc:docMk/>
            <pc:sldMk cId="748894449" sldId="1267"/>
            <ac:spMk id="45" creationId="{39AD1506-9FD3-A3D2-DEC1-5DDD41C0B572}"/>
          </ac:spMkLst>
        </pc:spChg>
        <pc:spChg chg="del">
          <ac:chgData name="徐志嘉" userId="4f4e22b3-2ff2-4e81-a7cc-1ce68c8c1bc8" providerId="ADAL" clId="{39D4A37E-9991-4686-B771-75935559E58F}" dt="2023-05-10T14:44:22.637" v="2807" actId="478"/>
          <ac:spMkLst>
            <pc:docMk/>
            <pc:sldMk cId="748894449" sldId="1267"/>
            <ac:spMk id="46" creationId="{CDD42BC0-7B96-4B64-6E76-8DD132B2773A}"/>
          </ac:spMkLst>
        </pc:spChg>
        <pc:spChg chg="del">
          <ac:chgData name="徐志嘉" userId="4f4e22b3-2ff2-4e81-a7cc-1ce68c8c1bc8" providerId="ADAL" clId="{39D4A37E-9991-4686-B771-75935559E58F}" dt="2023-05-10T14:44:22.637" v="2807" actId="478"/>
          <ac:spMkLst>
            <pc:docMk/>
            <pc:sldMk cId="748894449" sldId="1267"/>
            <ac:spMk id="47" creationId="{F1CDF02E-4054-5898-6BB8-52EB7F63F745}"/>
          </ac:spMkLst>
        </pc:spChg>
        <pc:spChg chg="del">
          <ac:chgData name="徐志嘉" userId="4f4e22b3-2ff2-4e81-a7cc-1ce68c8c1bc8" providerId="ADAL" clId="{39D4A37E-9991-4686-B771-75935559E58F}" dt="2023-05-10T14:44:22.637" v="2807" actId="478"/>
          <ac:spMkLst>
            <pc:docMk/>
            <pc:sldMk cId="748894449" sldId="1267"/>
            <ac:spMk id="48" creationId="{9664F734-BB97-87E7-248A-8AD833706C21}"/>
          </ac:spMkLst>
        </pc:spChg>
        <pc:spChg chg="del">
          <ac:chgData name="徐志嘉" userId="4f4e22b3-2ff2-4e81-a7cc-1ce68c8c1bc8" providerId="ADAL" clId="{39D4A37E-9991-4686-B771-75935559E58F}" dt="2023-05-10T14:44:22.637" v="2807" actId="478"/>
          <ac:spMkLst>
            <pc:docMk/>
            <pc:sldMk cId="748894449" sldId="1267"/>
            <ac:spMk id="49" creationId="{91BB2F1F-BA39-AB1D-AFE5-2790C9D46A5E}"/>
          </ac:spMkLst>
        </pc:spChg>
        <pc:spChg chg="del">
          <ac:chgData name="徐志嘉" userId="4f4e22b3-2ff2-4e81-a7cc-1ce68c8c1bc8" providerId="ADAL" clId="{39D4A37E-9991-4686-B771-75935559E58F}" dt="2023-05-10T14:44:22.637" v="2807" actId="478"/>
          <ac:spMkLst>
            <pc:docMk/>
            <pc:sldMk cId="748894449" sldId="1267"/>
            <ac:spMk id="50" creationId="{E72F54EF-343C-2AF9-7BD1-F9F737747EF4}"/>
          </ac:spMkLst>
        </pc:spChg>
        <pc:spChg chg="del">
          <ac:chgData name="徐志嘉" userId="4f4e22b3-2ff2-4e81-a7cc-1ce68c8c1bc8" providerId="ADAL" clId="{39D4A37E-9991-4686-B771-75935559E58F}" dt="2023-05-10T14:44:22.637" v="2807" actId="478"/>
          <ac:spMkLst>
            <pc:docMk/>
            <pc:sldMk cId="748894449" sldId="1267"/>
            <ac:spMk id="51" creationId="{D6511334-D839-F6F2-B149-7D0F507DBE02}"/>
          </ac:spMkLst>
        </pc:spChg>
        <pc:spChg chg="del">
          <ac:chgData name="徐志嘉" userId="4f4e22b3-2ff2-4e81-a7cc-1ce68c8c1bc8" providerId="ADAL" clId="{39D4A37E-9991-4686-B771-75935559E58F}" dt="2023-05-10T14:44:22.637" v="2807" actId="478"/>
          <ac:spMkLst>
            <pc:docMk/>
            <pc:sldMk cId="748894449" sldId="1267"/>
            <ac:spMk id="52" creationId="{DAEC7211-B87B-79F0-CF29-477A528B17B3}"/>
          </ac:spMkLst>
        </pc:spChg>
        <pc:spChg chg="del">
          <ac:chgData name="徐志嘉" userId="4f4e22b3-2ff2-4e81-a7cc-1ce68c8c1bc8" providerId="ADAL" clId="{39D4A37E-9991-4686-B771-75935559E58F}" dt="2023-05-10T14:44:22.637" v="2807" actId="478"/>
          <ac:spMkLst>
            <pc:docMk/>
            <pc:sldMk cId="748894449" sldId="1267"/>
            <ac:spMk id="53" creationId="{FFB95A62-33DE-5EDD-7F9E-B1E2B40F5F6B}"/>
          </ac:spMkLst>
        </pc:spChg>
        <pc:spChg chg="del">
          <ac:chgData name="徐志嘉" userId="4f4e22b3-2ff2-4e81-a7cc-1ce68c8c1bc8" providerId="ADAL" clId="{39D4A37E-9991-4686-B771-75935559E58F}" dt="2023-05-10T14:44:22.637" v="2807" actId="478"/>
          <ac:spMkLst>
            <pc:docMk/>
            <pc:sldMk cId="748894449" sldId="1267"/>
            <ac:spMk id="54" creationId="{088D6409-F524-BF20-7D3C-6275F349C68C}"/>
          </ac:spMkLst>
        </pc:spChg>
        <pc:spChg chg="del">
          <ac:chgData name="徐志嘉" userId="4f4e22b3-2ff2-4e81-a7cc-1ce68c8c1bc8" providerId="ADAL" clId="{39D4A37E-9991-4686-B771-75935559E58F}" dt="2023-05-10T14:44:22.637" v="2807" actId="478"/>
          <ac:spMkLst>
            <pc:docMk/>
            <pc:sldMk cId="748894449" sldId="1267"/>
            <ac:spMk id="55" creationId="{2BA5C6B6-1125-C144-00A3-43A1650D5E78}"/>
          </ac:spMkLst>
        </pc:spChg>
        <pc:spChg chg="del">
          <ac:chgData name="徐志嘉" userId="4f4e22b3-2ff2-4e81-a7cc-1ce68c8c1bc8" providerId="ADAL" clId="{39D4A37E-9991-4686-B771-75935559E58F}" dt="2023-05-10T14:44:22.637" v="2807" actId="478"/>
          <ac:spMkLst>
            <pc:docMk/>
            <pc:sldMk cId="748894449" sldId="1267"/>
            <ac:spMk id="56" creationId="{C0B72585-D0AA-8992-12C8-AFF12708D704}"/>
          </ac:spMkLst>
        </pc:spChg>
        <pc:spChg chg="del">
          <ac:chgData name="徐志嘉" userId="4f4e22b3-2ff2-4e81-a7cc-1ce68c8c1bc8" providerId="ADAL" clId="{39D4A37E-9991-4686-B771-75935559E58F}" dt="2023-05-10T14:44:22.637" v="2807" actId="478"/>
          <ac:spMkLst>
            <pc:docMk/>
            <pc:sldMk cId="748894449" sldId="1267"/>
            <ac:spMk id="57" creationId="{892E75EA-6AA6-7DD3-BB9D-CC335D69EAA3}"/>
          </ac:spMkLst>
        </pc:spChg>
        <pc:spChg chg="add del mod">
          <ac:chgData name="徐志嘉" userId="4f4e22b3-2ff2-4e81-a7cc-1ce68c8c1bc8" providerId="ADAL" clId="{39D4A37E-9991-4686-B771-75935559E58F}" dt="2023-05-10T14:48:09.291" v="2847" actId="478"/>
          <ac:spMkLst>
            <pc:docMk/>
            <pc:sldMk cId="748894449" sldId="1267"/>
            <ac:spMk id="58" creationId="{8FF33A2D-AB37-6B5A-AEDA-730BCF507E89}"/>
          </ac:spMkLst>
        </pc:spChg>
        <pc:spChg chg="add mod">
          <ac:chgData name="徐志嘉" userId="4f4e22b3-2ff2-4e81-a7cc-1ce68c8c1bc8" providerId="ADAL" clId="{39D4A37E-9991-4686-B771-75935559E58F}" dt="2023-05-10T14:44:23.640" v="2808"/>
          <ac:spMkLst>
            <pc:docMk/>
            <pc:sldMk cId="748894449" sldId="1267"/>
            <ac:spMk id="59" creationId="{3088ED18-4451-D729-A37E-794353DF53B8}"/>
          </ac:spMkLst>
        </pc:spChg>
        <pc:spChg chg="del">
          <ac:chgData name="徐志嘉" userId="4f4e22b3-2ff2-4e81-a7cc-1ce68c8c1bc8" providerId="ADAL" clId="{39D4A37E-9991-4686-B771-75935559E58F}" dt="2023-05-10T14:44:22.637" v="2807" actId="478"/>
          <ac:spMkLst>
            <pc:docMk/>
            <pc:sldMk cId="748894449" sldId="1267"/>
            <ac:spMk id="60" creationId="{AEDC411C-178E-430E-39A8-FD1625F3D429}"/>
          </ac:spMkLst>
        </pc:spChg>
        <pc:spChg chg="add mod">
          <ac:chgData name="徐志嘉" userId="4f4e22b3-2ff2-4e81-a7cc-1ce68c8c1bc8" providerId="ADAL" clId="{39D4A37E-9991-4686-B771-75935559E58F}" dt="2023-05-10T14:44:23.640" v="2808"/>
          <ac:spMkLst>
            <pc:docMk/>
            <pc:sldMk cId="748894449" sldId="1267"/>
            <ac:spMk id="61" creationId="{410D3FEA-D267-3FC4-B2A0-80959A17F16D}"/>
          </ac:spMkLst>
        </pc:spChg>
        <pc:spChg chg="add mod">
          <ac:chgData name="徐志嘉" userId="4f4e22b3-2ff2-4e81-a7cc-1ce68c8c1bc8" providerId="ADAL" clId="{39D4A37E-9991-4686-B771-75935559E58F}" dt="2023-05-10T14:44:23.640" v="2808"/>
          <ac:spMkLst>
            <pc:docMk/>
            <pc:sldMk cId="748894449" sldId="1267"/>
            <ac:spMk id="62" creationId="{72EBDFDD-718D-27F5-0090-EAC556EA84B2}"/>
          </ac:spMkLst>
        </pc:spChg>
        <pc:spChg chg="add mod">
          <ac:chgData name="徐志嘉" userId="4f4e22b3-2ff2-4e81-a7cc-1ce68c8c1bc8" providerId="ADAL" clId="{39D4A37E-9991-4686-B771-75935559E58F}" dt="2023-05-10T14:44:23.640" v="2808"/>
          <ac:spMkLst>
            <pc:docMk/>
            <pc:sldMk cId="748894449" sldId="1267"/>
            <ac:spMk id="63" creationId="{FF1A4B4A-B9A3-0464-656C-0E7B33FCB216}"/>
          </ac:spMkLst>
        </pc:spChg>
        <pc:spChg chg="add mod">
          <ac:chgData name="徐志嘉" userId="4f4e22b3-2ff2-4e81-a7cc-1ce68c8c1bc8" providerId="ADAL" clId="{39D4A37E-9991-4686-B771-75935559E58F}" dt="2023-05-10T14:44:23.640" v="2808"/>
          <ac:spMkLst>
            <pc:docMk/>
            <pc:sldMk cId="748894449" sldId="1267"/>
            <ac:spMk id="64" creationId="{C4ACB83A-FE76-5989-F06E-DB1ECC87E4F4}"/>
          </ac:spMkLst>
        </pc:spChg>
        <pc:spChg chg="mod ord">
          <ac:chgData name="徐志嘉" userId="4f4e22b3-2ff2-4e81-a7cc-1ce68c8c1bc8" providerId="ADAL" clId="{39D4A37E-9991-4686-B771-75935559E58F}" dt="2023-05-10T14:53:12.421" v="2883" actId="700"/>
          <ac:spMkLst>
            <pc:docMk/>
            <pc:sldMk cId="748894449" sldId="1267"/>
            <ac:spMk id="65" creationId="{01A7D3F5-9E13-2004-98B7-390804407B4F}"/>
          </ac:spMkLst>
        </pc:spChg>
        <pc:spChg chg="add mod">
          <ac:chgData name="徐志嘉" userId="4f4e22b3-2ff2-4e81-a7cc-1ce68c8c1bc8" providerId="ADAL" clId="{39D4A37E-9991-4686-B771-75935559E58F}" dt="2023-05-10T14:48:00.132" v="2845" actId="207"/>
          <ac:spMkLst>
            <pc:docMk/>
            <pc:sldMk cId="748894449" sldId="1267"/>
            <ac:spMk id="66" creationId="{A678B898-86EA-7CE9-0EF1-07E9BFB96DA5}"/>
          </ac:spMkLst>
        </pc:spChg>
        <pc:spChg chg="add mod">
          <ac:chgData name="徐志嘉" userId="4f4e22b3-2ff2-4e81-a7cc-1ce68c8c1bc8" providerId="ADAL" clId="{39D4A37E-9991-4686-B771-75935559E58F}" dt="2023-05-10T14:44:23.640" v="2808"/>
          <ac:spMkLst>
            <pc:docMk/>
            <pc:sldMk cId="748894449" sldId="1267"/>
            <ac:spMk id="67" creationId="{FB5E895C-5005-165C-0C1D-CBD602F4A1B4}"/>
          </ac:spMkLst>
        </pc:spChg>
        <pc:spChg chg="add mod">
          <ac:chgData name="徐志嘉" userId="4f4e22b3-2ff2-4e81-a7cc-1ce68c8c1bc8" providerId="ADAL" clId="{39D4A37E-9991-4686-B771-75935559E58F}" dt="2023-05-10T14:44:23.640" v="2808"/>
          <ac:spMkLst>
            <pc:docMk/>
            <pc:sldMk cId="748894449" sldId="1267"/>
            <ac:spMk id="68" creationId="{A51B210E-C514-F0F6-3AE2-6ADC54E90C6E}"/>
          </ac:spMkLst>
        </pc:spChg>
        <pc:spChg chg="add mod">
          <ac:chgData name="徐志嘉" userId="4f4e22b3-2ff2-4e81-a7cc-1ce68c8c1bc8" providerId="ADAL" clId="{39D4A37E-9991-4686-B771-75935559E58F}" dt="2023-05-10T14:44:23.640" v="2808"/>
          <ac:spMkLst>
            <pc:docMk/>
            <pc:sldMk cId="748894449" sldId="1267"/>
            <ac:spMk id="69" creationId="{62D13A09-2A1F-175A-2BA8-07C74183C153}"/>
          </ac:spMkLst>
        </pc:spChg>
        <pc:spChg chg="add mod">
          <ac:chgData name="徐志嘉" userId="4f4e22b3-2ff2-4e81-a7cc-1ce68c8c1bc8" providerId="ADAL" clId="{39D4A37E-9991-4686-B771-75935559E58F}" dt="2023-05-10T14:44:23.640" v="2808"/>
          <ac:spMkLst>
            <pc:docMk/>
            <pc:sldMk cId="748894449" sldId="1267"/>
            <ac:spMk id="70" creationId="{B9A8CC69-EE19-5D97-3031-9B02470F8D26}"/>
          </ac:spMkLst>
        </pc:spChg>
        <pc:spChg chg="add mod">
          <ac:chgData name="徐志嘉" userId="4f4e22b3-2ff2-4e81-a7cc-1ce68c8c1bc8" providerId="ADAL" clId="{39D4A37E-9991-4686-B771-75935559E58F}" dt="2023-05-10T14:44:23.640" v="2808"/>
          <ac:spMkLst>
            <pc:docMk/>
            <pc:sldMk cId="748894449" sldId="1267"/>
            <ac:spMk id="71" creationId="{D92BE3F7-FEFF-0229-4261-31763965CC58}"/>
          </ac:spMkLst>
        </pc:spChg>
        <pc:spChg chg="add mod">
          <ac:chgData name="徐志嘉" userId="4f4e22b3-2ff2-4e81-a7cc-1ce68c8c1bc8" providerId="ADAL" clId="{39D4A37E-9991-4686-B771-75935559E58F}" dt="2023-05-10T14:44:23.640" v="2808"/>
          <ac:spMkLst>
            <pc:docMk/>
            <pc:sldMk cId="748894449" sldId="1267"/>
            <ac:spMk id="72" creationId="{76401F22-A03E-00EA-15C2-2DEF9A3EF4D1}"/>
          </ac:spMkLst>
        </pc:spChg>
        <pc:spChg chg="add mod">
          <ac:chgData name="徐志嘉" userId="4f4e22b3-2ff2-4e81-a7cc-1ce68c8c1bc8" providerId="ADAL" clId="{39D4A37E-9991-4686-B771-75935559E58F}" dt="2023-05-10T14:44:23.640" v="2808"/>
          <ac:spMkLst>
            <pc:docMk/>
            <pc:sldMk cId="748894449" sldId="1267"/>
            <ac:spMk id="73" creationId="{656918A3-2308-E515-2211-8871A6C880CB}"/>
          </ac:spMkLst>
        </pc:spChg>
        <pc:spChg chg="add mod">
          <ac:chgData name="徐志嘉" userId="4f4e22b3-2ff2-4e81-a7cc-1ce68c8c1bc8" providerId="ADAL" clId="{39D4A37E-9991-4686-B771-75935559E58F}" dt="2023-05-10T14:44:23.640" v="2808"/>
          <ac:spMkLst>
            <pc:docMk/>
            <pc:sldMk cId="748894449" sldId="1267"/>
            <ac:spMk id="74" creationId="{C61BEF23-2152-F9E0-1243-A9BBC1DFD22E}"/>
          </ac:spMkLst>
        </pc:spChg>
        <pc:spChg chg="add mod">
          <ac:chgData name="徐志嘉" userId="4f4e22b3-2ff2-4e81-a7cc-1ce68c8c1bc8" providerId="ADAL" clId="{39D4A37E-9991-4686-B771-75935559E58F}" dt="2023-05-10T14:44:23.640" v="2808"/>
          <ac:spMkLst>
            <pc:docMk/>
            <pc:sldMk cId="748894449" sldId="1267"/>
            <ac:spMk id="75" creationId="{07644E18-A127-35F2-8980-3A8787629B0A}"/>
          </ac:spMkLst>
        </pc:spChg>
        <pc:spChg chg="add mod">
          <ac:chgData name="徐志嘉" userId="4f4e22b3-2ff2-4e81-a7cc-1ce68c8c1bc8" providerId="ADAL" clId="{39D4A37E-9991-4686-B771-75935559E58F}" dt="2023-05-10T14:44:23.640" v="2808"/>
          <ac:spMkLst>
            <pc:docMk/>
            <pc:sldMk cId="748894449" sldId="1267"/>
            <ac:spMk id="76" creationId="{FEA6E67D-0F53-6A3E-DF0A-349A1F862902}"/>
          </ac:spMkLst>
        </pc:spChg>
        <pc:spChg chg="add mod">
          <ac:chgData name="徐志嘉" userId="4f4e22b3-2ff2-4e81-a7cc-1ce68c8c1bc8" providerId="ADAL" clId="{39D4A37E-9991-4686-B771-75935559E58F}" dt="2023-05-10T14:44:23.640" v="2808"/>
          <ac:spMkLst>
            <pc:docMk/>
            <pc:sldMk cId="748894449" sldId="1267"/>
            <ac:spMk id="77" creationId="{B76CEF4F-372D-CB73-ED35-F14960D8ED2F}"/>
          </ac:spMkLst>
        </pc:spChg>
        <pc:spChg chg="add mod">
          <ac:chgData name="徐志嘉" userId="4f4e22b3-2ff2-4e81-a7cc-1ce68c8c1bc8" providerId="ADAL" clId="{39D4A37E-9991-4686-B771-75935559E58F}" dt="2023-05-10T14:44:23.640" v="2808"/>
          <ac:spMkLst>
            <pc:docMk/>
            <pc:sldMk cId="748894449" sldId="1267"/>
            <ac:spMk id="78" creationId="{064AF9F5-BCF6-F432-BB3F-DAB24825682C}"/>
          </ac:spMkLst>
        </pc:spChg>
        <pc:spChg chg="add mod ord">
          <ac:chgData name="徐志嘉" userId="4f4e22b3-2ff2-4e81-a7cc-1ce68c8c1bc8" providerId="ADAL" clId="{39D4A37E-9991-4686-B771-75935559E58F}" dt="2023-05-10T14:48:05.732" v="2846" actId="167"/>
          <ac:spMkLst>
            <pc:docMk/>
            <pc:sldMk cId="748894449" sldId="1267"/>
            <ac:spMk id="79" creationId="{ABCE7AF6-3419-DAD4-1BAF-D84DA533561A}"/>
          </ac:spMkLst>
        </pc:spChg>
        <pc:spChg chg="add del mod ord">
          <ac:chgData name="徐志嘉" userId="4f4e22b3-2ff2-4e81-a7cc-1ce68c8c1bc8" providerId="ADAL" clId="{39D4A37E-9991-4686-B771-75935559E58F}" dt="2023-05-10T14:48:05.732" v="2846" actId="167"/>
          <ac:spMkLst>
            <pc:docMk/>
            <pc:sldMk cId="748894449" sldId="1267"/>
            <ac:spMk id="80" creationId="{97D1F635-6C63-9082-CFCF-3980D839B68E}"/>
          </ac:spMkLst>
        </pc:spChg>
        <pc:spChg chg="add del mod ord">
          <ac:chgData name="徐志嘉" userId="4f4e22b3-2ff2-4e81-a7cc-1ce68c8c1bc8" providerId="ADAL" clId="{39D4A37E-9991-4686-B771-75935559E58F}" dt="2023-05-10T14:53:14.913" v="2884" actId="478"/>
          <ac:spMkLst>
            <pc:docMk/>
            <pc:sldMk cId="748894449" sldId="1267"/>
            <ac:spMk id="81" creationId="{7167A602-A6B5-4C77-CAFB-EC5FCBB2C502}"/>
          </ac:spMkLst>
        </pc:spChg>
      </pc:sldChg>
      <pc:sldChg chg="addSp delSp modSp add mod">
        <pc:chgData name="徐志嘉" userId="4f4e22b3-2ff2-4e81-a7cc-1ce68c8c1bc8" providerId="ADAL" clId="{39D4A37E-9991-4686-B771-75935559E58F}" dt="2023-05-11T06:42:22.648" v="4084" actId="1076"/>
        <pc:sldMkLst>
          <pc:docMk/>
          <pc:sldMk cId="3249948087" sldId="1271"/>
        </pc:sldMkLst>
        <pc:spChg chg="mod">
          <ac:chgData name="徐志嘉" userId="4f4e22b3-2ff2-4e81-a7cc-1ce68c8c1bc8" providerId="ADAL" clId="{39D4A37E-9991-4686-B771-75935559E58F}" dt="2023-05-10T16:30:57.042" v="3594" actId="20577"/>
          <ac:spMkLst>
            <pc:docMk/>
            <pc:sldMk cId="3249948087" sldId="1271"/>
            <ac:spMk id="2" creationId="{B09253F7-EC2D-AB85-0B6B-58711EC1F8E4}"/>
          </ac:spMkLst>
        </pc:spChg>
        <pc:spChg chg="del mod">
          <ac:chgData name="徐志嘉" userId="4f4e22b3-2ff2-4e81-a7cc-1ce68c8c1bc8" providerId="ADAL" clId="{39D4A37E-9991-4686-B771-75935559E58F}" dt="2023-05-10T16:34:46.950" v="3599" actId="22"/>
          <ac:spMkLst>
            <pc:docMk/>
            <pc:sldMk cId="3249948087" sldId="1271"/>
            <ac:spMk id="3" creationId="{D9E759BE-8598-ED41-EB57-0A0EB89B41CC}"/>
          </ac:spMkLst>
        </pc:spChg>
        <pc:spChg chg="del">
          <ac:chgData name="徐志嘉" userId="4f4e22b3-2ff2-4e81-a7cc-1ce68c8c1bc8" providerId="ADAL" clId="{39D4A37E-9991-4686-B771-75935559E58F}" dt="2023-05-10T16:20:32.417" v="3477" actId="478"/>
          <ac:spMkLst>
            <pc:docMk/>
            <pc:sldMk cId="3249948087" sldId="1271"/>
            <ac:spMk id="4" creationId="{9AF5FD09-E64B-E1D3-A680-02474D77678E}"/>
          </ac:spMkLst>
        </pc:spChg>
        <pc:spChg chg="add del mod">
          <ac:chgData name="徐志嘉" userId="4f4e22b3-2ff2-4e81-a7cc-1ce68c8c1bc8" providerId="ADAL" clId="{39D4A37E-9991-4686-B771-75935559E58F}" dt="2023-05-11T06:38:44.086" v="4012" actId="478"/>
          <ac:spMkLst>
            <pc:docMk/>
            <pc:sldMk cId="3249948087" sldId="1271"/>
            <ac:spMk id="5" creationId="{A5CF4A97-9F9E-899F-8985-0B6DFEBC174E}"/>
          </ac:spMkLst>
        </pc:spChg>
        <pc:spChg chg="add del mod">
          <ac:chgData name="徐志嘉" userId="4f4e22b3-2ff2-4e81-a7cc-1ce68c8c1bc8" providerId="ADAL" clId="{39D4A37E-9991-4686-B771-75935559E58F}" dt="2023-05-11T06:38:50.276" v="4017"/>
          <ac:spMkLst>
            <pc:docMk/>
            <pc:sldMk cId="3249948087" sldId="1271"/>
            <ac:spMk id="7" creationId="{8877204C-30FE-EA7E-BE42-FB70A1452E16}"/>
          </ac:spMkLst>
        </pc:spChg>
        <pc:spChg chg="add mod">
          <ac:chgData name="徐志嘉" userId="4f4e22b3-2ff2-4e81-a7cc-1ce68c8c1bc8" providerId="ADAL" clId="{39D4A37E-9991-4686-B771-75935559E58F}" dt="2023-05-11T06:41:54.203" v="4083" actId="20577"/>
          <ac:spMkLst>
            <pc:docMk/>
            <pc:sldMk cId="3249948087" sldId="1271"/>
            <ac:spMk id="11" creationId="{C8448AC9-CCFA-D3A9-32AE-F260BD8B3A7C}"/>
          </ac:spMkLst>
        </pc:spChg>
        <pc:graphicFrameChg chg="add del mod">
          <ac:chgData name="徐志嘉" userId="4f4e22b3-2ff2-4e81-a7cc-1ce68c8c1bc8" providerId="ADAL" clId="{39D4A37E-9991-4686-B771-75935559E58F}" dt="2023-05-11T06:38:44.428" v="4013"/>
          <ac:graphicFrameMkLst>
            <pc:docMk/>
            <pc:sldMk cId="3249948087" sldId="1271"/>
            <ac:graphicFrameMk id="3" creationId="{C59A9423-5DEA-1B3B-DD41-13DDE09C50F2}"/>
          </ac:graphicFrameMkLst>
        </pc:graphicFrameChg>
        <pc:graphicFrameChg chg="add del mod modGraphic">
          <ac:chgData name="徐志嘉" userId="4f4e22b3-2ff2-4e81-a7cc-1ce68c8c1bc8" providerId="ADAL" clId="{39D4A37E-9991-4686-B771-75935559E58F}" dt="2023-05-11T06:41:28.821" v="4037" actId="21"/>
          <ac:graphicFrameMkLst>
            <pc:docMk/>
            <pc:sldMk cId="3249948087" sldId="1271"/>
            <ac:graphicFrameMk id="9" creationId="{560A21E8-D796-FA7D-5A61-02BF825E5191}"/>
          </ac:graphicFrameMkLst>
        </pc:graphicFrameChg>
        <pc:graphicFrameChg chg="add mod">
          <ac:chgData name="徐志嘉" userId="4f4e22b3-2ff2-4e81-a7cc-1ce68c8c1bc8" providerId="ADAL" clId="{39D4A37E-9991-4686-B771-75935559E58F}" dt="2023-05-11T06:42:22.648" v="4084" actId="1076"/>
          <ac:graphicFrameMkLst>
            <pc:docMk/>
            <pc:sldMk cId="3249948087" sldId="1271"/>
            <ac:graphicFrameMk id="12" creationId="{63B25EC1-E55D-0511-7CB8-AE5B7B7E2AA0}"/>
          </ac:graphicFrameMkLst>
        </pc:graphicFrameChg>
        <pc:picChg chg="add del mod">
          <ac:chgData name="徐志嘉" userId="4f4e22b3-2ff2-4e81-a7cc-1ce68c8c1bc8" providerId="ADAL" clId="{39D4A37E-9991-4686-B771-75935559E58F}" dt="2023-05-10T16:34:45.897" v="3598" actId="478"/>
          <ac:picMkLst>
            <pc:docMk/>
            <pc:sldMk cId="3249948087" sldId="1271"/>
            <ac:picMk id="6" creationId="{053F96DE-0993-6E72-E17E-FEA0094F1070}"/>
          </ac:picMkLst>
        </pc:picChg>
        <pc:picChg chg="add del mod ord">
          <ac:chgData name="徐志嘉" userId="4f4e22b3-2ff2-4e81-a7cc-1ce68c8c1bc8" providerId="ADAL" clId="{39D4A37E-9991-4686-B771-75935559E58F}" dt="2023-05-11T06:38:49.299" v="4016" actId="478"/>
          <ac:picMkLst>
            <pc:docMk/>
            <pc:sldMk cId="3249948087" sldId="1271"/>
            <ac:picMk id="8" creationId="{EB5D34EF-F88D-E386-6536-E1FAAF706F18}"/>
          </ac:picMkLst>
        </pc:picChg>
      </pc:sldChg>
      <pc:sldChg chg="addSp delSp modSp add mod modClrScheme chgLayout">
        <pc:chgData name="徐志嘉" userId="4f4e22b3-2ff2-4e81-a7cc-1ce68c8c1bc8" providerId="ADAL" clId="{39D4A37E-9991-4686-B771-75935559E58F}" dt="2023-05-10T14:53:28.480" v="2886" actId="478"/>
        <pc:sldMkLst>
          <pc:docMk/>
          <pc:sldMk cId="3630600706" sldId="1273"/>
        </pc:sldMkLst>
        <pc:spChg chg="del">
          <ac:chgData name="徐志嘉" userId="4f4e22b3-2ff2-4e81-a7cc-1ce68c8c1bc8" providerId="ADAL" clId="{39D4A37E-9991-4686-B771-75935559E58F}" dt="2023-05-10T14:44:34.069" v="2809" actId="478"/>
          <ac:spMkLst>
            <pc:docMk/>
            <pc:sldMk cId="3630600706" sldId="1273"/>
            <ac:spMk id="2" creationId="{ED1FB677-4450-7079-2758-CB8614C92CC8}"/>
          </ac:spMkLst>
        </pc:spChg>
        <pc:spChg chg="del">
          <ac:chgData name="徐志嘉" userId="4f4e22b3-2ff2-4e81-a7cc-1ce68c8c1bc8" providerId="ADAL" clId="{39D4A37E-9991-4686-B771-75935559E58F}" dt="2023-05-10T14:44:34.069" v="2809" actId="478"/>
          <ac:spMkLst>
            <pc:docMk/>
            <pc:sldMk cId="3630600706" sldId="1273"/>
            <ac:spMk id="3" creationId="{5B6B1523-6985-124E-E42C-C943ACFC938F}"/>
          </ac:spMkLst>
        </pc:spChg>
        <pc:spChg chg="del">
          <ac:chgData name="徐志嘉" userId="4f4e22b3-2ff2-4e81-a7cc-1ce68c8c1bc8" providerId="ADAL" clId="{39D4A37E-9991-4686-B771-75935559E58F}" dt="2023-05-10T14:44:34.069" v="2809" actId="478"/>
          <ac:spMkLst>
            <pc:docMk/>
            <pc:sldMk cId="3630600706" sldId="1273"/>
            <ac:spMk id="4" creationId="{4C8DC43C-520B-2DF9-EB76-95C77C76CD1E}"/>
          </ac:spMkLst>
        </pc:spChg>
        <pc:spChg chg="del">
          <ac:chgData name="徐志嘉" userId="4f4e22b3-2ff2-4e81-a7cc-1ce68c8c1bc8" providerId="ADAL" clId="{39D4A37E-9991-4686-B771-75935559E58F}" dt="2023-05-10T14:44:34.069" v="2809" actId="478"/>
          <ac:spMkLst>
            <pc:docMk/>
            <pc:sldMk cId="3630600706" sldId="1273"/>
            <ac:spMk id="5" creationId="{54271918-E3D5-A0A8-A8DE-2B98DEA6CF4C}"/>
          </ac:spMkLst>
        </pc:spChg>
        <pc:spChg chg="del">
          <ac:chgData name="徐志嘉" userId="4f4e22b3-2ff2-4e81-a7cc-1ce68c8c1bc8" providerId="ADAL" clId="{39D4A37E-9991-4686-B771-75935559E58F}" dt="2023-05-10T14:44:34.069" v="2809" actId="478"/>
          <ac:spMkLst>
            <pc:docMk/>
            <pc:sldMk cId="3630600706" sldId="1273"/>
            <ac:spMk id="6" creationId="{01B925EA-6AB8-E5FB-FCDE-197870E7F61C}"/>
          </ac:spMkLst>
        </pc:spChg>
        <pc:spChg chg="del">
          <ac:chgData name="徐志嘉" userId="4f4e22b3-2ff2-4e81-a7cc-1ce68c8c1bc8" providerId="ADAL" clId="{39D4A37E-9991-4686-B771-75935559E58F}" dt="2023-05-10T14:44:34.069" v="2809" actId="478"/>
          <ac:spMkLst>
            <pc:docMk/>
            <pc:sldMk cId="3630600706" sldId="1273"/>
            <ac:spMk id="7" creationId="{62508246-FCBF-C0D3-9F9F-E3DCFCF829D1}"/>
          </ac:spMkLst>
        </pc:spChg>
        <pc:spChg chg="del">
          <ac:chgData name="徐志嘉" userId="4f4e22b3-2ff2-4e81-a7cc-1ce68c8c1bc8" providerId="ADAL" clId="{39D4A37E-9991-4686-B771-75935559E58F}" dt="2023-05-10T14:44:34.069" v="2809" actId="478"/>
          <ac:spMkLst>
            <pc:docMk/>
            <pc:sldMk cId="3630600706" sldId="1273"/>
            <ac:spMk id="8" creationId="{FEBCF728-996B-1ECC-E517-A9EDD0E99177}"/>
          </ac:spMkLst>
        </pc:spChg>
        <pc:spChg chg="del">
          <ac:chgData name="徐志嘉" userId="4f4e22b3-2ff2-4e81-a7cc-1ce68c8c1bc8" providerId="ADAL" clId="{39D4A37E-9991-4686-B771-75935559E58F}" dt="2023-05-10T14:44:34.069" v="2809" actId="478"/>
          <ac:spMkLst>
            <pc:docMk/>
            <pc:sldMk cId="3630600706" sldId="1273"/>
            <ac:spMk id="9" creationId="{D7816DF4-E48C-8A65-0B01-FF1516137AD5}"/>
          </ac:spMkLst>
        </pc:spChg>
        <pc:spChg chg="del">
          <ac:chgData name="徐志嘉" userId="4f4e22b3-2ff2-4e81-a7cc-1ce68c8c1bc8" providerId="ADAL" clId="{39D4A37E-9991-4686-B771-75935559E58F}" dt="2023-05-10T14:44:34.069" v="2809" actId="478"/>
          <ac:spMkLst>
            <pc:docMk/>
            <pc:sldMk cId="3630600706" sldId="1273"/>
            <ac:spMk id="10" creationId="{62E96DF0-691E-DA52-50E2-65DA9D01BBE0}"/>
          </ac:spMkLst>
        </pc:spChg>
        <pc:spChg chg="del">
          <ac:chgData name="徐志嘉" userId="4f4e22b3-2ff2-4e81-a7cc-1ce68c8c1bc8" providerId="ADAL" clId="{39D4A37E-9991-4686-B771-75935559E58F}" dt="2023-05-10T14:44:34.069" v="2809" actId="478"/>
          <ac:spMkLst>
            <pc:docMk/>
            <pc:sldMk cId="3630600706" sldId="1273"/>
            <ac:spMk id="11" creationId="{9A6549CC-67BB-E787-47F7-0570913FA434}"/>
          </ac:spMkLst>
        </pc:spChg>
        <pc:spChg chg="del">
          <ac:chgData name="徐志嘉" userId="4f4e22b3-2ff2-4e81-a7cc-1ce68c8c1bc8" providerId="ADAL" clId="{39D4A37E-9991-4686-B771-75935559E58F}" dt="2023-05-10T14:44:34.069" v="2809" actId="478"/>
          <ac:spMkLst>
            <pc:docMk/>
            <pc:sldMk cId="3630600706" sldId="1273"/>
            <ac:spMk id="12" creationId="{9C980C13-FE25-1502-29AA-22A06805046E}"/>
          </ac:spMkLst>
        </pc:spChg>
        <pc:spChg chg="del">
          <ac:chgData name="徐志嘉" userId="4f4e22b3-2ff2-4e81-a7cc-1ce68c8c1bc8" providerId="ADAL" clId="{39D4A37E-9991-4686-B771-75935559E58F}" dt="2023-05-10T14:44:34.069" v="2809" actId="478"/>
          <ac:spMkLst>
            <pc:docMk/>
            <pc:sldMk cId="3630600706" sldId="1273"/>
            <ac:spMk id="13" creationId="{5CFCFD89-D611-C158-00B2-6B06304E8B37}"/>
          </ac:spMkLst>
        </pc:spChg>
        <pc:spChg chg="del">
          <ac:chgData name="徐志嘉" userId="4f4e22b3-2ff2-4e81-a7cc-1ce68c8c1bc8" providerId="ADAL" clId="{39D4A37E-9991-4686-B771-75935559E58F}" dt="2023-05-10T14:44:34.069" v="2809" actId="478"/>
          <ac:spMkLst>
            <pc:docMk/>
            <pc:sldMk cId="3630600706" sldId="1273"/>
            <ac:spMk id="14" creationId="{F010A32A-FD62-2789-A14E-85659C5EAD45}"/>
          </ac:spMkLst>
        </pc:spChg>
        <pc:spChg chg="del">
          <ac:chgData name="徐志嘉" userId="4f4e22b3-2ff2-4e81-a7cc-1ce68c8c1bc8" providerId="ADAL" clId="{39D4A37E-9991-4686-B771-75935559E58F}" dt="2023-05-10T14:44:34.069" v="2809" actId="478"/>
          <ac:spMkLst>
            <pc:docMk/>
            <pc:sldMk cId="3630600706" sldId="1273"/>
            <ac:spMk id="15" creationId="{CD87D446-0123-F594-13AB-632A85F3AA8D}"/>
          </ac:spMkLst>
        </pc:spChg>
        <pc:spChg chg="del">
          <ac:chgData name="徐志嘉" userId="4f4e22b3-2ff2-4e81-a7cc-1ce68c8c1bc8" providerId="ADAL" clId="{39D4A37E-9991-4686-B771-75935559E58F}" dt="2023-05-10T14:44:34.069" v="2809" actId="478"/>
          <ac:spMkLst>
            <pc:docMk/>
            <pc:sldMk cId="3630600706" sldId="1273"/>
            <ac:spMk id="16" creationId="{D4AC3DC6-F0DD-F132-63E8-BEBBB6407C0C}"/>
          </ac:spMkLst>
        </pc:spChg>
        <pc:spChg chg="del">
          <ac:chgData name="徐志嘉" userId="4f4e22b3-2ff2-4e81-a7cc-1ce68c8c1bc8" providerId="ADAL" clId="{39D4A37E-9991-4686-B771-75935559E58F}" dt="2023-05-10T14:44:34.069" v="2809" actId="478"/>
          <ac:spMkLst>
            <pc:docMk/>
            <pc:sldMk cId="3630600706" sldId="1273"/>
            <ac:spMk id="17" creationId="{404CB4CE-244C-70BC-AAC9-3939D865CB58}"/>
          </ac:spMkLst>
        </pc:spChg>
        <pc:spChg chg="add mod">
          <ac:chgData name="徐志嘉" userId="4f4e22b3-2ff2-4e81-a7cc-1ce68c8c1bc8" providerId="ADAL" clId="{39D4A37E-9991-4686-B771-75935559E58F}" dt="2023-05-10T14:44:35.086" v="2810"/>
          <ac:spMkLst>
            <pc:docMk/>
            <pc:sldMk cId="3630600706" sldId="1273"/>
            <ac:spMk id="24" creationId="{4C1718D3-6143-CF6D-BC3F-27ACEDC8E389}"/>
          </ac:spMkLst>
        </pc:spChg>
        <pc:spChg chg="add mod">
          <ac:chgData name="徐志嘉" userId="4f4e22b3-2ff2-4e81-a7cc-1ce68c8c1bc8" providerId="ADAL" clId="{39D4A37E-9991-4686-B771-75935559E58F}" dt="2023-05-10T14:44:35.086" v="2810"/>
          <ac:spMkLst>
            <pc:docMk/>
            <pc:sldMk cId="3630600706" sldId="1273"/>
            <ac:spMk id="30" creationId="{D2B1A7FD-A0BD-CBC5-1517-9D7638C32EBD}"/>
          </ac:spMkLst>
        </pc:spChg>
        <pc:spChg chg="add mod">
          <ac:chgData name="徐志嘉" userId="4f4e22b3-2ff2-4e81-a7cc-1ce68c8c1bc8" providerId="ADAL" clId="{39D4A37E-9991-4686-B771-75935559E58F}" dt="2023-05-10T14:44:35.086" v="2810"/>
          <ac:spMkLst>
            <pc:docMk/>
            <pc:sldMk cId="3630600706" sldId="1273"/>
            <ac:spMk id="31" creationId="{6A0C4831-32BB-FA7F-238E-4E7F96E71830}"/>
          </ac:spMkLst>
        </pc:spChg>
        <pc:spChg chg="add mod">
          <ac:chgData name="徐志嘉" userId="4f4e22b3-2ff2-4e81-a7cc-1ce68c8c1bc8" providerId="ADAL" clId="{39D4A37E-9991-4686-B771-75935559E58F}" dt="2023-05-10T14:44:35.086" v="2810"/>
          <ac:spMkLst>
            <pc:docMk/>
            <pc:sldMk cId="3630600706" sldId="1273"/>
            <ac:spMk id="32" creationId="{8B05D268-8100-2DD6-7BDA-E7503BF284D0}"/>
          </ac:spMkLst>
        </pc:spChg>
        <pc:spChg chg="add mod">
          <ac:chgData name="徐志嘉" userId="4f4e22b3-2ff2-4e81-a7cc-1ce68c8c1bc8" providerId="ADAL" clId="{39D4A37E-9991-4686-B771-75935559E58F}" dt="2023-05-10T14:44:35.086" v="2810"/>
          <ac:spMkLst>
            <pc:docMk/>
            <pc:sldMk cId="3630600706" sldId="1273"/>
            <ac:spMk id="33" creationId="{08105F43-617A-86FD-FF2B-FB477434AD53}"/>
          </ac:spMkLst>
        </pc:spChg>
        <pc:spChg chg="add mod">
          <ac:chgData name="徐志嘉" userId="4f4e22b3-2ff2-4e81-a7cc-1ce68c8c1bc8" providerId="ADAL" clId="{39D4A37E-9991-4686-B771-75935559E58F}" dt="2023-05-10T14:44:35.086" v="2810"/>
          <ac:spMkLst>
            <pc:docMk/>
            <pc:sldMk cId="3630600706" sldId="1273"/>
            <ac:spMk id="34" creationId="{19A869A4-559C-5FB6-1E8F-26A95BD744CD}"/>
          </ac:spMkLst>
        </pc:spChg>
        <pc:spChg chg="add mod">
          <ac:chgData name="徐志嘉" userId="4f4e22b3-2ff2-4e81-a7cc-1ce68c8c1bc8" providerId="ADAL" clId="{39D4A37E-9991-4686-B771-75935559E58F}" dt="2023-05-10T14:44:35.086" v="2810"/>
          <ac:spMkLst>
            <pc:docMk/>
            <pc:sldMk cId="3630600706" sldId="1273"/>
            <ac:spMk id="35" creationId="{6F1C9064-FE98-F1D0-8485-28296355B01C}"/>
          </ac:spMkLst>
        </pc:spChg>
        <pc:spChg chg="add mod">
          <ac:chgData name="徐志嘉" userId="4f4e22b3-2ff2-4e81-a7cc-1ce68c8c1bc8" providerId="ADAL" clId="{39D4A37E-9991-4686-B771-75935559E58F}" dt="2023-05-10T14:44:35.086" v="2810"/>
          <ac:spMkLst>
            <pc:docMk/>
            <pc:sldMk cId="3630600706" sldId="1273"/>
            <ac:spMk id="36" creationId="{329CA510-AFEB-E15E-B0E3-6B321B035D81}"/>
          </ac:spMkLst>
        </pc:spChg>
        <pc:spChg chg="add mod">
          <ac:chgData name="徐志嘉" userId="4f4e22b3-2ff2-4e81-a7cc-1ce68c8c1bc8" providerId="ADAL" clId="{39D4A37E-9991-4686-B771-75935559E58F}" dt="2023-05-10T14:44:35.086" v="2810"/>
          <ac:spMkLst>
            <pc:docMk/>
            <pc:sldMk cId="3630600706" sldId="1273"/>
            <ac:spMk id="37" creationId="{F9BFC3B4-E367-12F9-B27D-D921A9236ED4}"/>
          </ac:spMkLst>
        </pc:spChg>
        <pc:spChg chg="add mod">
          <ac:chgData name="徐志嘉" userId="4f4e22b3-2ff2-4e81-a7cc-1ce68c8c1bc8" providerId="ADAL" clId="{39D4A37E-9991-4686-B771-75935559E58F}" dt="2023-05-10T14:44:35.086" v="2810"/>
          <ac:spMkLst>
            <pc:docMk/>
            <pc:sldMk cId="3630600706" sldId="1273"/>
            <ac:spMk id="38" creationId="{2ECD1805-2504-A892-F250-89C1B8BE6DD2}"/>
          </ac:spMkLst>
        </pc:spChg>
        <pc:spChg chg="add mod">
          <ac:chgData name="徐志嘉" userId="4f4e22b3-2ff2-4e81-a7cc-1ce68c8c1bc8" providerId="ADAL" clId="{39D4A37E-9991-4686-B771-75935559E58F}" dt="2023-05-10T14:44:35.086" v="2810"/>
          <ac:spMkLst>
            <pc:docMk/>
            <pc:sldMk cId="3630600706" sldId="1273"/>
            <ac:spMk id="39" creationId="{786EAA62-C4BF-E294-33C1-CF79C9C2FFBC}"/>
          </ac:spMkLst>
        </pc:spChg>
        <pc:spChg chg="add mod">
          <ac:chgData name="徐志嘉" userId="4f4e22b3-2ff2-4e81-a7cc-1ce68c8c1bc8" providerId="ADAL" clId="{39D4A37E-9991-4686-B771-75935559E58F}" dt="2023-05-10T14:44:35.086" v="2810"/>
          <ac:spMkLst>
            <pc:docMk/>
            <pc:sldMk cId="3630600706" sldId="1273"/>
            <ac:spMk id="40" creationId="{9A97D11D-B6D6-CF0C-02EF-DDB2141B8032}"/>
          </ac:spMkLst>
        </pc:spChg>
        <pc:spChg chg="del">
          <ac:chgData name="徐志嘉" userId="4f4e22b3-2ff2-4e81-a7cc-1ce68c8c1bc8" providerId="ADAL" clId="{39D4A37E-9991-4686-B771-75935559E58F}" dt="2023-05-10T14:44:34.069" v="2809" actId="478"/>
          <ac:spMkLst>
            <pc:docMk/>
            <pc:sldMk cId="3630600706" sldId="1273"/>
            <ac:spMk id="41" creationId="{80B5D406-3CFB-6D7E-EB5E-8DAF45BEAD62}"/>
          </ac:spMkLst>
        </pc:spChg>
        <pc:spChg chg="del">
          <ac:chgData name="徐志嘉" userId="4f4e22b3-2ff2-4e81-a7cc-1ce68c8c1bc8" providerId="ADAL" clId="{39D4A37E-9991-4686-B771-75935559E58F}" dt="2023-05-10T14:44:34.069" v="2809" actId="478"/>
          <ac:spMkLst>
            <pc:docMk/>
            <pc:sldMk cId="3630600706" sldId="1273"/>
            <ac:spMk id="42" creationId="{C76AF288-1DAA-71C7-BB59-DD0255EF6BE0}"/>
          </ac:spMkLst>
        </pc:spChg>
        <pc:spChg chg="add mod">
          <ac:chgData name="徐志嘉" userId="4f4e22b3-2ff2-4e81-a7cc-1ce68c8c1bc8" providerId="ADAL" clId="{39D4A37E-9991-4686-B771-75935559E58F}" dt="2023-05-10T14:44:35.086" v="2810"/>
          <ac:spMkLst>
            <pc:docMk/>
            <pc:sldMk cId="3630600706" sldId="1273"/>
            <ac:spMk id="43" creationId="{0B75D803-457C-7958-C154-A6DA68493937}"/>
          </ac:spMkLst>
        </pc:spChg>
        <pc:spChg chg="del">
          <ac:chgData name="徐志嘉" userId="4f4e22b3-2ff2-4e81-a7cc-1ce68c8c1bc8" providerId="ADAL" clId="{39D4A37E-9991-4686-B771-75935559E58F}" dt="2023-05-10T14:44:34.069" v="2809" actId="478"/>
          <ac:spMkLst>
            <pc:docMk/>
            <pc:sldMk cId="3630600706" sldId="1273"/>
            <ac:spMk id="44" creationId="{3152D17D-5674-0AAE-BC83-DC3A6F0AE410}"/>
          </ac:spMkLst>
        </pc:spChg>
        <pc:spChg chg="add mod">
          <ac:chgData name="徐志嘉" userId="4f4e22b3-2ff2-4e81-a7cc-1ce68c8c1bc8" providerId="ADAL" clId="{39D4A37E-9991-4686-B771-75935559E58F}" dt="2023-05-10T14:44:35.086" v="2810"/>
          <ac:spMkLst>
            <pc:docMk/>
            <pc:sldMk cId="3630600706" sldId="1273"/>
            <ac:spMk id="45" creationId="{ECFDF1A2-E3E4-0D0B-BABB-6E5BF877D245}"/>
          </ac:spMkLst>
        </pc:spChg>
        <pc:spChg chg="del">
          <ac:chgData name="徐志嘉" userId="4f4e22b3-2ff2-4e81-a7cc-1ce68c8c1bc8" providerId="ADAL" clId="{39D4A37E-9991-4686-B771-75935559E58F}" dt="2023-05-10T14:44:34.069" v="2809" actId="478"/>
          <ac:spMkLst>
            <pc:docMk/>
            <pc:sldMk cId="3630600706" sldId="1273"/>
            <ac:spMk id="46" creationId="{CDD42BC0-7B96-4B64-6E76-8DD132B2773A}"/>
          </ac:spMkLst>
        </pc:spChg>
        <pc:spChg chg="del">
          <ac:chgData name="徐志嘉" userId="4f4e22b3-2ff2-4e81-a7cc-1ce68c8c1bc8" providerId="ADAL" clId="{39D4A37E-9991-4686-B771-75935559E58F}" dt="2023-05-10T14:44:34.069" v="2809" actId="478"/>
          <ac:spMkLst>
            <pc:docMk/>
            <pc:sldMk cId="3630600706" sldId="1273"/>
            <ac:spMk id="47" creationId="{F1CDF02E-4054-5898-6BB8-52EB7F63F745}"/>
          </ac:spMkLst>
        </pc:spChg>
        <pc:spChg chg="del">
          <ac:chgData name="徐志嘉" userId="4f4e22b3-2ff2-4e81-a7cc-1ce68c8c1bc8" providerId="ADAL" clId="{39D4A37E-9991-4686-B771-75935559E58F}" dt="2023-05-10T14:44:34.069" v="2809" actId="478"/>
          <ac:spMkLst>
            <pc:docMk/>
            <pc:sldMk cId="3630600706" sldId="1273"/>
            <ac:spMk id="48" creationId="{9664F734-BB97-87E7-248A-8AD833706C21}"/>
          </ac:spMkLst>
        </pc:spChg>
        <pc:spChg chg="del">
          <ac:chgData name="徐志嘉" userId="4f4e22b3-2ff2-4e81-a7cc-1ce68c8c1bc8" providerId="ADAL" clId="{39D4A37E-9991-4686-B771-75935559E58F}" dt="2023-05-10T14:44:34.069" v="2809" actId="478"/>
          <ac:spMkLst>
            <pc:docMk/>
            <pc:sldMk cId="3630600706" sldId="1273"/>
            <ac:spMk id="49" creationId="{91BB2F1F-BA39-AB1D-AFE5-2790C9D46A5E}"/>
          </ac:spMkLst>
        </pc:spChg>
        <pc:spChg chg="del">
          <ac:chgData name="徐志嘉" userId="4f4e22b3-2ff2-4e81-a7cc-1ce68c8c1bc8" providerId="ADAL" clId="{39D4A37E-9991-4686-B771-75935559E58F}" dt="2023-05-10T14:44:34.069" v="2809" actId="478"/>
          <ac:spMkLst>
            <pc:docMk/>
            <pc:sldMk cId="3630600706" sldId="1273"/>
            <ac:spMk id="50" creationId="{E72F54EF-343C-2AF9-7BD1-F9F737747EF4}"/>
          </ac:spMkLst>
        </pc:spChg>
        <pc:spChg chg="del">
          <ac:chgData name="徐志嘉" userId="4f4e22b3-2ff2-4e81-a7cc-1ce68c8c1bc8" providerId="ADAL" clId="{39D4A37E-9991-4686-B771-75935559E58F}" dt="2023-05-10T14:44:34.069" v="2809" actId="478"/>
          <ac:spMkLst>
            <pc:docMk/>
            <pc:sldMk cId="3630600706" sldId="1273"/>
            <ac:spMk id="51" creationId="{D6511334-D839-F6F2-B149-7D0F507DBE02}"/>
          </ac:spMkLst>
        </pc:spChg>
        <pc:spChg chg="del">
          <ac:chgData name="徐志嘉" userId="4f4e22b3-2ff2-4e81-a7cc-1ce68c8c1bc8" providerId="ADAL" clId="{39D4A37E-9991-4686-B771-75935559E58F}" dt="2023-05-10T14:44:34.069" v="2809" actId="478"/>
          <ac:spMkLst>
            <pc:docMk/>
            <pc:sldMk cId="3630600706" sldId="1273"/>
            <ac:spMk id="52" creationId="{DAEC7211-B87B-79F0-CF29-477A528B17B3}"/>
          </ac:spMkLst>
        </pc:spChg>
        <pc:spChg chg="del">
          <ac:chgData name="徐志嘉" userId="4f4e22b3-2ff2-4e81-a7cc-1ce68c8c1bc8" providerId="ADAL" clId="{39D4A37E-9991-4686-B771-75935559E58F}" dt="2023-05-10T14:44:34.069" v="2809" actId="478"/>
          <ac:spMkLst>
            <pc:docMk/>
            <pc:sldMk cId="3630600706" sldId="1273"/>
            <ac:spMk id="53" creationId="{FFB95A62-33DE-5EDD-7F9E-B1E2B40F5F6B}"/>
          </ac:spMkLst>
        </pc:spChg>
        <pc:spChg chg="del">
          <ac:chgData name="徐志嘉" userId="4f4e22b3-2ff2-4e81-a7cc-1ce68c8c1bc8" providerId="ADAL" clId="{39D4A37E-9991-4686-B771-75935559E58F}" dt="2023-05-10T14:44:34.069" v="2809" actId="478"/>
          <ac:spMkLst>
            <pc:docMk/>
            <pc:sldMk cId="3630600706" sldId="1273"/>
            <ac:spMk id="54" creationId="{088D6409-F524-BF20-7D3C-6275F349C68C}"/>
          </ac:spMkLst>
        </pc:spChg>
        <pc:spChg chg="del">
          <ac:chgData name="徐志嘉" userId="4f4e22b3-2ff2-4e81-a7cc-1ce68c8c1bc8" providerId="ADAL" clId="{39D4A37E-9991-4686-B771-75935559E58F}" dt="2023-05-10T14:44:34.069" v="2809" actId="478"/>
          <ac:spMkLst>
            <pc:docMk/>
            <pc:sldMk cId="3630600706" sldId="1273"/>
            <ac:spMk id="55" creationId="{2BA5C6B6-1125-C144-00A3-43A1650D5E78}"/>
          </ac:spMkLst>
        </pc:spChg>
        <pc:spChg chg="del">
          <ac:chgData name="徐志嘉" userId="4f4e22b3-2ff2-4e81-a7cc-1ce68c8c1bc8" providerId="ADAL" clId="{39D4A37E-9991-4686-B771-75935559E58F}" dt="2023-05-10T14:44:34.069" v="2809" actId="478"/>
          <ac:spMkLst>
            <pc:docMk/>
            <pc:sldMk cId="3630600706" sldId="1273"/>
            <ac:spMk id="56" creationId="{C0B72585-D0AA-8992-12C8-AFF12708D704}"/>
          </ac:spMkLst>
        </pc:spChg>
        <pc:spChg chg="del">
          <ac:chgData name="徐志嘉" userId="4f4e22b3-2ff2-4e81-a7cc-1ce68c8c1bc8" providerId="ADAL" clId="{39D4A37E-9991-4686-B771-75935559E58F}" dt="2023-05-10T14:44:34.069" v="2809" actId="478"/>
          <ac:spMkLst>
            <pc:docMk/>
            <pc:sldMk cId="3630600706" sldId="1273"/>
            <ac:spMk id="57" creationId="{892E75EA-6AA6-7DD3-BB9D-CC335D69EAA3}"/>
          </ac:spMkLst>
        </pc:spChg>
        <pc:spChg chg="add del mod">
          <ac:chgData name="徐志嘉" userId="4f4e22b3-2ff2-4e81-a7cc-1ce68c8c1bc8" providerId="ADAL" clId="{39D4A37E-9991-4686-B771-75935559E58F}" dt="2023-05-10T14:48:45.585" v="2849" actId="478"/>
          <ac:spMkLst>
            <pc:docMk/>
            <pc:sldMk cId="3630600706" sldId="1273"/>
            <ac:spMk id="58" creationId="{399B8343-3AE5-5E01-16A5-3C8A963B2A8E}"/>
          </ac:spMkLst>
        </pc:spChg>
        <pc:spChg chg="add del mod">
          <ac:chgData name="徐志嘉" userId="4f4e22b3-2ff2-4e81-a7cc-1ce68c8c1bc8" providerId="ADAL" clId="{39D4A37E-9991-4686-B771-75935559E58F}" dt="2023-05-10T14:48:47.332" v="2851" actId="478"/>
          <ac:spMkLst>
            <pc:docMk/>
            <pc:sldMk cId="3630600706" sldId="1273"/>
            <ac:spMk id="59" creationId="{CEFF0C86-4B5C-7F04-36BE-C4ECD733033C}"/>
          </ac:spMkLst>
        </pc:spChg>
        <pc:spChg chg="del">
          <ac:chgData name="徐志嘉" userId="4f4e22b3-2ff2-4e81-a7cc-1ce68c8c1bc8" providerId="ADAL" clId="{39D4A37E-9991-4686-B771-75935559E58F}" dt="2023-05-10T14:44:34.069" v="2809" actId="478"/>
          <ac:spMkLst>
            <pc:docMk/>
            <pc:sldMk cId="3630600706" sldId="1273"/>
            <ac:spMk id="60" creationId="{AEDC411C-178E-430E-39A8-FD1625F3D429}"/>
          </ac:spMkLst>
        </pc:spChg>
        <pc:spChg chg="add mod">
          <ac:chgData name="徐志嘉" userId="4f4e22b3-2ff2-4e81-a7cc-1ce68c8c1bc8" providerId="ADAL" clId="{39D4A37E-9991-4686-B771-75935559E58F}" dt="2023-05-10T14:44:35.086" v="2810"/>
          <ac:spMkLst>
            <pc:docMk/>
            <pc:sldMk cId="3630600706" sldId="1273"/>
            <ac:spMk id="61" creationId="{491B8308-FA45-D9CD-2C35-76536F2FE24D}"/>
          </ac:spMkLst>
        </pc:spChg>
        <pc:spChg chg="add mod">
          <ac:chgData name="徐志嘉" userId="4f4e22b3-2ff2-4e81-a7cc-1ce68c8c1bc8" providerId="ADAL" clId="{39D4A37E-9991-4686-B771-75935559E58F}" dt="2023-05-10T14:44:35.086" v="2810"/>
          <ac:spMkLst>
            <pc:docMk/>
            <pc:sldMk cId="3630600706" sldId="1273"/>
            <ac:spMk id="62" creationId="{C4363826-5798-3AF6-8C00-991B2AE6DBF0}"/>
          </ac:spMkLst>
        </pc:spChg>
        <pc:spChg chg="add mod">
          <ac:chgData name="徐志嘉" userId="4f4e22b3-2ff2-4e81-a7cc-1ce68c8c1bc8" providerId="ADAL" clId="{39D4A37E-9991-4686-B771-75935559E58F}" dt="2023-05-10T14:44:35.086" v="2810"/>
          <ac:spMkLst>
            <pc:docMk/>
            <pc:sldMk cId="3630600706" sldId="1273"/>
            <ac:spMk id="63" creationId="{5A1EA418-1DD6-C1F4-78BA-0573BFE7A061}"/>
          </ac:spMkLst>
        </pc:spChg>
        <pc:spChg chg="add del mod">
          <ac:chgData name="徐志嘉" userId="4f4e22b3-2ff2-4e81-a7cc-1ce68c8c1bc8" providerId="ADAL" clId="{39D4A37E-9991-4686-B771-75935559E58F}" dt="2023-05-10T14:48:46.472" v="2850" actId="478"/>
          <ac:spMkLst>
            <pc:docMk/>
            <pc:sldMk cId="3630600706" sldId="1273"/>
            <ac:spMk id="64" creationId="{602590E3-BCE7-A2A8-741C-A243CAB9ED99}"/>
          </ac:spMkLst>
        </pc:spChg>
        <pc:spChg chg="mod ord">
          <ac:chgData name="徐志嘉" userId="4f4e22b3-2ff2-4e81-a7cc-1ce68c8c1bc8" providerId="ADAL" clId="{39D4A37E-9991-4686-B771-75935559E58F}" dt="2023-05-10T14:53:24.932" v="2885" actId="700"/>
          <ac:spMkLst>
            <pc:docMk/>
            <pc:sldMk cId="3630600706" sldId="1273"/>
            <ac:spMk id="65" creationId="{01A7D3F5-9E13-2004-98B7-390804407B4F}"/>
          </ac:spMkLst>
        </pc:spChg>
        <pc:spChg chg="add mod">
          <ac:chgData name="徐志嘉" userId="4f4e22b3-2ff2-4e81-a7cc-1ce68c8c1bc8" providerId="ADAL" clId="{39D4A37E-9991-4686-B771-75935559E58F}" dt="2023-05-10T14:44:35.086" v="2810"/>
          <ac:spMkLst>
            <pc:docMk/>
            <pc:sldMk cId="3630600706" sldId="1273"/>
            <ac:spMk id="66" creationId="{0F77F2BB-2229-9FC0-3B06-8F6F83CD7371}"/>
          </ac:spMkLst>
        </pc:spChg>
        <pc:spChg chg="add mod">
          <ac:chgData name="徐志嘉" userId="4f4e22b3-2ff2-4e81-a7cc-1ce68c8c1bc8" providerId="ADAL" clId="{39D4A37E-9991-4686-B771-75935559E58F}" dt="2023-05-10T14:44:35.086" v="2810"/>
          <ac:spMkLst>
            <pc:docMk/>
            <pc:sldMk cId="3630600706" sldId="1273"/>
            <ac:spMk id="67" creationId="{D6A02123-1B70-1E3E-F92F-8D7CE2924D74}"/>
          </ac:spMkLst>
        </pc:spChg>
        <pc:spChg chg="add mod">
          <ac:chgData name="徐志嘉" userId="4f4e22b3-2ff2-4e81-a7cc-1ce68c8c1bc8" providerId="ADAL" clId="{39D4A37E-9991-4686-B771-75935559E58F}" dt="2023-05-10T14:44:35.086" v="2810"/>
          <ac:spMkLst>
            <pc:docMk/>
            <pc:sldMk cId="3630600706" sldId="1273"/>
            <ac:spMk id="68" creationId="{E7BCC8C3-CFAD-EB88-78AF-8C30D127C0DD}"/>
          </ac:spMkLst>
        </pc:spChg>
        <pc:spChg chg="add mod">
          <ac:chgData name="徐志嘉" userId="4f4e22b3-2ff2-4e81-a7cc-1ce68c8c1bc8" providerId="ADAL" clId="{39D4A37E-9991-4686-B771-75935559E58F}" dt="2023-05-10T14:44:35.086" v="2810"/>
          <ac:spMkLst>
            <pc:docMk/>
            <pc:sldMk cId="3630600706" sldId="1273"/>
            <ac:spMk id="69" creationId="{866BB363-3F99-3546-D1AB-594E917B9607}"/>
          </ac:spMkLst>
        </pc:spChg>
        <pc:spChg chg="add mod">
          <ac:chgData name="徐志嘉" userId="4f4e22b3-2ff2-4e81-a7cc-1ce68c8c1bc8" providerId="ADAL" clId="{39D4A37E-9991-4686-B771-75935559E58F}" dt="2023-05-10T14:44:35.086" v="2810"/>
          <ac:spMkLst>
            <pc:docMk/>
            <pc:sldMk cId="3630600706" sldId="1273"/>
            <ac:spMk id="70" creationId="{B1DE18AF-6AA5-FB47-A62E-161EDD0C1DDB}"/>
          </ac:spMkLst>
        </pc:spChg>
        <pc:spChg chg="add mod">
          <ac:chgData name="徐志嘉" userId="4f4e22b3-2ff2-4e81-a7cc-1ce68c8c1bc8" providerId="ADAL" clId="{39D4A37E-9991-4686-B771-75935559E58F}" dt="2023-05-10T14:44:35.086" v="2810"/>
          <ac:spMkLst>
            <pc:docMk/>
            <pc:sldMk cId="3630600706" sldId="1273"/>
            <ac:spMk id="71" creationId="{2DE2CD1D-9A34-39A6-E6B5-ABD147FE4CCE}"/>
          </ac:spMkLst>
        </pc:spChg>
        <pc:spChg chg="add mod">
          <ac:chgData name="徐志嘉" userId="4f4e22b3-2ff2-4e81-a7cc-1ce68c8c1bc8" providerId="ADAL" clId="{39D4A37E-9991-4686-B771-75935559E58F}" dt="2023-05-10T14:44:35.086" v="2810"/>
          <ac:spMkLst>
            <pc:docMk/>
            <pc:sldMk cId="3630600706" sldId="1273"/>
            <ac:spMk id="72" creationId="{5683E2EB-618C-F3B6-EBD7-1F4122F4FD00}"/>
          </ac:spMkLst>
        </pc:spChg>
        <pc:spChg chg="add mod">
          <ac:chgData name="徐志嘉" userId="4f4e22b3-2ff2-4e81-a7cc-1ce68c8c1bc8" providerId="ADAL" clId="{39D4A37E-9991-4686-B771-75935559E58F}" dt="2023-05-10T14:44:35.086" v="2810"/>
          <ac:spMkLst>
            <pc:docMk/>
            <pc:sldMk cId="3630600706" sldId="1273"/>
            <ac:spMk id="73" creationId="{D621F0A2-65C9-D03E-081F-C9ABA6A46F3D}"/>
          </ac:spMkLst>
        </pc:spChg>
        <pc:spChg chg="add mod">
          <ac:chgData name="徐志嘉" userId="4f4e22b3-2ff2-4e81-a7cc-1ce68c8c1bc8" providerId="ADAL" clId="{39D4A37E-9991-4686-B771-75935559E58F}" dt="2023-05-10T14:44:35.086" v="2810"/>
          <ac:spMkLst>
            <pc:docMk/>
            <pc:sldMk cId="3630600706" sldId="1273"/>
            <ac:spMk id="74" creationId="{105134AA-07F2-635D-B96B-739DA0B2AB10}"/>
          </ac:spMkLst>
        </pc:spChg>
        <pc:spChg chg="add mod">
          <ac:chgData name="徐志嘉" userId="4f4e22b3-2ff2-4e81-a7cc-1ce68c8c1bc8" providerId="ADAL" clId="{39D4A37E-9991-4686-B771-75935559E58F}" dt="2023-05-10T14:44:35.086" v="2810"/>
          <ac:spMkLst>
            <pc:docMk/>
            <pc:sldMk cId="3630600706" sldId="1273"/>
            <ac:spMk id="75" creationId="{3B3D33C9-B601-B97F-3F15-D3C3FA3CA12A}"/>
          </ac:spMkLst>
        </pc:spChg>
        <pc:spChg chg="add mod">
          <ac:chgData name="徐志嘉" userId="4f4e22b3-2ff2-4e81-a7cc-1ce68c8c1bc8" providerId="ADAL" clId="{39D4A37E-9991-4686-B771-75935559E58F}" dt="2023-05-10T14:44:35.086" v="2810"/>
          <ac:spMkLst>
            <pc:docMk/>
            <pc:sldMk cId="3630600706" sldId="1273"/>
            <ac:spMk id="76" creationId="{B43514BC-5DC4-4A42-9E81-CD4DD78034F8}"/>
          </ac:spMkLst>
        </pc:spChg>
        <pc:spChg chg="add mod">
          <ac:chgData name="徐志嘉" userId="4f4e22b3-2ff2-4e81-a7cc-1ce68c8c1bc8" providerId="ADAL" clId="{39D4A37E-9991-4686-B771-75935559E58F}" dt="2023-05-10T14:44:35.086" v="2810"/>
          <ac:spMkLst>
            <pc:docMk/>
            <pc:sldMk cId="3630600706" sldId="1273"/>
            <ac:spMk id="77" creationId="{817C1F22-E98F-5B95-C5D5-1A2DFE42C0E4}"/>
          </ac:spMkLst>
        </pc:spChg>
        <pc:spChg chg="add mod">
          <ac:chgData name="徐志嘉" userId="4f4e22b3-2ff2-4e81-a7cc-1ce68c8c1bc8" providerId="ADAL" clId="{39D4A37E-9991-4686-B771-75935559E58F}" dt="2023-05-10T14:44:35.086" v="2810"/>
          <ac:spMkLst>
            <pc:docMk/>
            <pc:sldMk cId="3630600706" sldId="1273"/>
            <ac:spMk id="78" creationId="{338002E9-862B-DB87-7189-F4F96D8850E5}"/>
          </ac:spMkLst>
        </pc:spChg>
        <pc:spChg chg="add mod">
          <ac:chgData name="徐志嘉" userId="4f4e22b3-2ff2-4e81-a7cc-1ce68c8c1bc8" providerId="ADAL" clId="{39D4A37E-9991-4686-B771-75935559E58F}" dt="2023-05-10T14:44:35.086" v="2810"/>
          <ac:spMkLst>
            <pc:docMk/>
            <pc:sldMk cId="3630600706" sldId="1273"/>
            <ac:spMk id="79" creationId="{0CB5DD30-16D9-2AAE-D59C-6B20D3142ECE}"/>
          </ac:spMkLst>
        </pc:spChg>
        <pc:spChg chg="add mod">
          <ac:chgData name="徐志嘉" userId="4f4e22b3-2ff2-4e81-a7cc-1ce68c8c1bc8" providerId="ADAL" clId="{39D4A37E-9991-4686-B771-75935559E58F}" dt="2023-05-10T14:48:54.954" v="2852"/>
          <ac:spMkLst>
            <pc:docMk/>
            <pc:sldMk cId="3630600706" sldId="1273"/>
            <ac:spMk id="80" creationId="{EA2C7FEA-6E50-7B47-2DF7-AD0C96ACFA6A}"/>
          </ac:spMkLst>
        </pc:spChg>
        <pc:spChg chg="add mod">
          <ac:chgData name="徐志嘉" userId="4f4e22b3-2ff2-4e81-a7cc-1ce68c8c1bc8" providerId="ADAL" clId="{39D4A37E-9991-4686-B771-75935559E58F}" dt="2023-05-10T14:48:54.954" v="2852"/>
          <ac:spMkLst>
            <pc:docMk/>
            <pc:sldMk cId="3630600706" sldId="1273"/>
            <ac:spMk id="81" creationId="{808A02B7-1714-D7AD-D27F-F3AE8C154FF5}"/>
          </ac:spMkLst>
        </pc:spChg>
        <pc:spChg chg="add mod">
          <ac:chgData name="徐志嘉" userId="4f4e22b3-2ff2-4e81-a7cc-1ce68c8c1bc8" providerId="ADAL" clId="{39D4A37E-9991-4686-B771-75935559E58F}" dt="2023-05-10T14:48:54.954" v="2852"/>
          <ac:spMkLst>
            <pc:docMk/>
            <pc:sldMk cId="3630600706" sldId="1273"/>
            <ac:spMk id="82" creationId="{C1384F70-C62C-8C81-ABEE-2196990BCAAE}"/>
          </ac:spMkLst>
        </pc:spChg>
        <pc:spChg chg="add del mod ord">
          <ac:chgData name="徐志嘉" userId="4f4e22b3-2ff2-4e81-a7cc-1ce68c8c1bc8" providerId="ADAL" clId="{39D4A37E-9991-4686-B771-75935559E58F}" dt="2023-05-10T14:53:28.480" v="2886" actId="478"/>
          <ac:spMkLst>
            <pc:docMk/>
            <pc:sldMk cId="3630600706" sldId="1273"/>
            <ac:spMk id="83" creationId="{CF55B340-DC1D-1C80-B4E4-7A93BE03AE5A}"/>
          </ac:spMkLst>
        </pc:spChg>
      </pc:sldChg>
      <pc:sldChg chg="addSp delSp modSp new mod modClrScheme chgLayout">
        <pc:chgData name="徐志嘉" userId="4f4e22b3-2ff2-4e81-a7cc-1ce68c8c1bc8" providerId="ADAL" clId="{39D4A37E-9991-4686-B771-75935559E58F}" dt="2023-05-11T07:25:06.193" v="4095" actId="1035"/>
        <pc:sldMkLst>
          <pc:docMk/>
          <pc:sldMk cId="2679907741" sldId="1274"/>
        </pc:sldMkLst>
        <pc:spChg chg="del mod ord">
          <ac:chgData name="徐志嘉" userId="4f4e22b3-2ff2-4e81-a7cc-1ce68c8c1bc8" providerId="ADAL" clId="{39D4A37E-9991-4686-B771-75935559E58F}" dt="2023-05-10T08:58:06.286" v="747" actId="700"/>
          <ac:spMkLst>
            <pc:docMk/>
            <pc:sldMk cId="2679907741" sldId="1274"/>
            <ac:spMk id="2" creationId="{70F1E140-058B-5DA0-8D2D-7A86491B7F47}"/>
          </ac:spMkLst>
        </pc:spChg>
        <pc:spChg chg="add mod ord">
          <ac:chgData name="徐志嘉" userId="4f4e22b3-2ff2-4e81-a7cc-1ce68c8c1bc8" providerId="ADAL" clId="{39D4A37E-9991-4686-B771-75935559E58F}" dt="2023-05-11T07:24:49.717" v="4091" actId="20577"/>
          <ac:spMkLst>
            <pc:docMk/>
            <pc:sldMk cId="2679907741" sldId="1274"/>
            <ac:spMk id="3" creationId="{0CBED1B0-EE57-2C52-D66E-4A9781265AC0}"/>
          </ac:spMkLst>
        </pc:spChg>
        <pc:spChg chg="add del mod ord">
          <ac:chgData name="徐志嘉" userId="4f4e22b3-2ff2-4e81-a7cc-1ce68c8c1bc8" providerId="ADAL" clId="{39D4A37E-9991-4686-B771-75935559E58F}" dt="2023-05-11T07:24:51.579" v="4092" actId="22"/>
          <ac:spMkLst>
            <pc:docMk/>
            <pc:sldMk cId="2679907741" sldId="1274"/>
            <ac:spMk id="4" creationId="{B33C8471-7641-A28B-6BB5-01C3D4755ED1}"/>
          </ac:spMkLst>
        </pc:spChg>
        <pc:picChg chg="add mod ord">
          <ac:chgData name="徐志嘉" userId="4f4e22b3-2ff2-4e81-a7cc-1ce68c8c1bc8" providerId="ADAL" clId="{39D4A37E-9991-4686-B771-75935559E58F}" dt="2023-05-11T07:25:06.193" v="4095" actId="1035"/>
          <ac:picMkLst>
            <pc:docMk/>
            <pc:sldMk cId="2679907741" sldId="1274"/>
            <ac:picMk id="5" creationId="{5A407658-8899-850A-FE19-62914071FDD8}"/>
          </ac:picMkLst>
        </pc:picChg>
      </pc:sldChg>
      <pc:sldChg chg="addSp delSp modSp new mod modClrScheme chgLayout">
        <pc:chgData name="徐志嘉" userId="4f4e22b3-2ff2-4e81-a7cc-1ce68c8c1bc8" providerId="ADAL" clId="{39D4A37E-9991-4686-B771-75935559E58F}" dt="2023-05-11T06:37:32.635" v="4008" actId="20577"/>
        <pc:sldMkLst>
          <pc:docMk/>
          <pc:sldMk cId="2235261863" sldId="1275"/>
        </pc:sldMkLst>
        <pc:spChg chg="mod ord">
          <ac:chgData name="徐志嘉" userId="4f4e22b3-2ff2-4e81-a7cc-1ce68c8c1bc8" providerId="ADAL" clId="{39D4A37E-9991-4686-B771-75935559E58F}" dt="2023-05-11T06:37:32.635" v="4008" actId="20577"/>
          <ac:spMkLst>
            <pc:docMk/>
            <pc:sldMk cId="2235261863" sldId="1275"/>
            <ac:spMk id="2" creationId="{E0E09A9A-B459-D096-38E3-7643A0EBF89A}"/>
          </ac:spMkLst>
        </pc:spChg>
        <pc:spChg chg="add mod ord">
          <ac:chgData name="徐志嘉" userId="4f4e22b3-2ff2-4e81-a7cc-1ce68c8c1bc8" providerId="ADAL" clId="{39D4A37E-9991-4686-B771-75935559E58F}" dt="2023-05-11T06:22:21.810" v="3773" actId="1076"/>
          <ac:spMkLst>
            <pc:docMk/>
            <pc:sldMk cId="2235261863" sldId="1275"/>
            <ac:spMk id="3" creationId="{FF3157FA-EB9E-52BE-EB79-8ACE79828E1F}"/>
          </ac:spMkLst>
        </pc:spChg>
        <pc:spChg chg="add mod">
          <ac:chgData name="徐志嘉" userId="4f4e22b3-2ff2-4e81-a7cc-1ce68c8c1bc8" providerId="ADAL" clId="{39D4A37E-9991-4686-B771-75935559E58F}" dt="2023-05-11T06:29:21.123" v="3885" actId="1076"/>
          <ac:spMkLst>
            <pc:docMk/>
            <pc:sldMk cId="2235261863" sldId="1275"/>
            <ac:spMk id="4" creationId="{CDE91C28-92D9-17ED-E346-37C01B6D4C7C}"/>
          </ac:spMkLst>
        </pc:spChg>
        <pc:spChg chg="add mod">
          <ac:chgData name="徐志嘉" userId="4f4e22b3-2ff2-4e81-a7cc-1ce68c8c1bc8" providerId="ADAL" clId="{39D4A37E-9991-4686-B771-75935559E58F}" dt="2023-05-11T06:25:09.062" v="3811" actId="1076"/>
          <ac:spMkLst>
            <pc:docMk/>
            <pc:sldMk cId="2235261863" sldId="1275"/>
            <ac:spMk id="9" creationId="{530DDBC7-9B4B-B669-C7BC-925853FB3018}"/>
          </ac:spMkLst>
        </pc:spChg>
        <pc:spChg chg="add mod">
          <ac:chgData name="徐志嘉" userId="4f4e22b3-2ff2-4e81-a7cc-1ce68c8c1bc8" providerId="ADAL" clId="{39D4A37E-9991-4686-B771-75935559E58F}" dt="2023-05-11T06:33:09.080" v="3935" actId="408"/>
          <ac:spMkLst>
            <pc:docMk/>
            <pc:sldMk cId="2235261863" sldId="1275"/>
            <ac:spMk id="10" creationId="{5C1A52A8-8AE8-5BE3-0CFC-A30DF0D77108}"/>
          </ac:spMkLst>
        </pc:spChg>
        <pc:spChg chg="add del mod">
          <ac:chgData name="徐志嘉" userId="4f4e22b3-2ff2-4e81-a7cc-1ce68c8c1bc8" providerId="ADAL" clId="{39D4A37E-9991-4686-B771-75935559E58F}" dt="2023-05-11T06:15:19.881" v="3640" actId="478"/>
          <ac:spMkLst>
            <pc:docMk/>
            <pc:sldMk cId="2235261863" sldId="1275"/>
            <ac:spMk id="11" creationId="{E6D4FC4F-1606-BD3E-2208-94A1C5E41ACC}"/>
          </ac:spMkLst>
        </pc:spChg>
        <pc:spChg chg="add mod">
          <ac:chgData name="徐志嘉" userId="4f4e22b3-2ff2-4e81-a7cc-1ce68c8c1bc8" providerId="ADAL" clId="{39D4A37E-9991-4686-B771-75935559E58F}" dt="2023-05-11T06:33:09.080" v="3935" actId="408"/>
          <ac:spMkLst>
            <pc:docMk/>
            <pc:sldMk cId="2235261863" sldId="1275"/>
            <ac:spMk id="12" creationId="{DC89CCC0-DDAC-6B12-4DF2-CD0BA0F1595A}"/>
          </ac:spMkLst>
        </pc:spChg>
        <pc:spChg chg="add mod">
          <ac:chgData name="徐志嘉" userId="4f4e22b3-2ff2-4e81-a7cc-1ce68c8c1bc8" providerId="ADAL" clId="{39D4A37E-9991-4686-B771-75935559E58F}" dt="2023-05-11T06:33:09.080" v="3935" actId="408"/>
          <ac:spMkLst>
            <pc:docMk/>
            <pc:sldMk cId="2235261863" sldId="1275"/>
            <ac:spMk id="13" creationId="{6AE68722-301C-BD17-96C1-CE2CA1632D41}"/>
          </ac:spMkLst>
        </pc:spChg>
        <pc:spChg chg="add mod">
          <ac:chgData name="徐志嘉" userId="4f4e22b3-2ff2-4e81-a7cc-1ce68c8c1bc8" providerId="ADAL" clId="{39D4A37E-9991-4686-B771-75935559E58F}" dt="2023-05-11T06:33:09.080" v="3935" actId="408"/>
          <ac:spMkLst>
            <pc:docMk/>
            <pc:sldMk cId="2235261863" sldId="1275"/>
            <ac:spMk id="14" creationId="{16B3A5AB-ED76-9C1D-89F3-7313025246E0}"/>
          </ac:spMkLst>
        </pc:spChg>
        <pc:spChg chg="add mod">
          <ac:chgData name="徐志嘉" userId="4f4e22b3-2ff2-4e81-a7cc-1ce68c8c1bc8" providerId="ADAL" clId="{39D4A37E-9991-4686-B771-75935559E58F}" dt="2023-05-11T06:33:09.080" v="3935" actId="408"/>
          <ac:spMkLst>
            <pc:docMk/>
            <pc:sldMk cId="2235261863" sldId="1275"/>
            <ac:spMk id="15" creationId="{2880A67C-1393-4161-FE64-07E324CBB82C}"/>
          </ac:spMkLst>
        </pc:spChg>
        <pc:spChg chg="add mod">
          <ac:chgData name="徐志嘉" userId="4f4e22b3-2ff2-4e81-a7cc-1ce68c8c1bc8" providerId="ADAL" clId="{39D4A37E-9991-4686-B771-75935559E58F}" dt="2023-05-11T06:33:09.080" v="3935" actId="408"/>
          <ac:spMkLst>
            <pc:docMk/>
            <pc:sldMk cId="2235261863" sldId="1275"/>
            <ac:spMk id="16" creationId="{EA6EC6A9-96C4-7136-B10D-5A729D9534B3}"/>
          </ac:spMkLst>
        </pc:spChg>
        <pc:spChg chg="add mod">
          <ac:chgData name="徐志嘉" userId="4f4e22b3-2ff2-4e81-a7cc-1ce68c8c1bc8" providerId="ADAL" clId="{39D4A37E-9991-4686-B771-75935559E58F}" dt="2023-05-11T06:33:09.080" v="3935" actId="408"/>
          <ac:spMkLst>
            <pc:docMk/>
            <pc:sldMk cId="2235261863" sldId="1275"/>
            <ac:spMk id="17" creationId="{27E3B801-C517-7126-F8A7-FAC1BEEF5B81}"/>
          </ac:spMkLst>
        </pc:spChg>
        <pc:spChg chg="add mod">
          <ac:chgData name="徐志嘉" userId="4f4e22b3-2ff2-4e81-a7cc-1ce68c8c1bc8" providerId="ADAL" clId="{39D4A37E-9991-4686-B771-75935559E58F}" dt="2023-05-11T06:33:09.080" v="3935" actId="408"/>
          <ac:spMkLst>
            <pc:docMk/>
            <pc:sldMk cId="2235261863" sldId="1275"/>
            <ac:spMk id="18" creationId="{88BEB907-BA54-8649-AE7C-E767D511776D}"/>
          </ac:spMkLst>
        </pc:spChg>
        <pc:spChg chg="add mod">
          <ac:chgData name="徐志嘉" userId="4f4e22b3-2ff2-4e81-a7cc-1ce68c8c1bc8" providerId="ADAL" clId="{39D4A37E-9991-4686-B771-75935559E58F}" dt="2023-05-11T06:33:09.080" v="3935" actId="408"/>
          <ac:spMkLst>
            <pc:docMk/>
            <pc:sldMk cId="2235261863" sldId="1275"/>
            <ac:spMk id="19" creationId="{59AA9243-D069-77D1-22B5-17036FFA769F}"/>
          </ac:spMkLst>
        </pc:spChg>
        <pc:spChg chg="add mod">
          <ac:chgData name="徐志嘉" userId="4f4e22b3-2ff2-4e81-a7cc-1ce68c8c1bc8" providerId="ADAL" clId="{39D4A37E-9991-4686-B771-75935559E58F}" dt="2023-05-11T06:33:09.080" v="3935" actId="408"/>
          <ac:spMkLst>
            <pc:docMk/>
            <pc:sldMk cId="2235261863" sldId="1275"/>
            <ac:spMk id="20" creationId="{64E654D7-CAFC-838D-C097-5C38FA50EBDD}"/>
          </ac:spMkLst>
        </pc:spChg>
        <pc:spChg chg="add mod">
          <ac:chgData name="徐志嘉" userId="4f4e22b3-2ff2-4e81-a7cc-1ce68c8c1bc8" providerId="ADAL" clId="{39D4A37E-9991-4686-B771-75935559E58F}" dt="2023-05-11T06:33:09.080" v="3935" actId="408"/>
          <ac:spMkLst>
            <pc:docMk/>
            <pc:sldMk cId="2235261863" sldId="1275"/>
            <ac:spMk id="21" creationId="{9A054178-3ACB-B40B-F6DD-ACBF6C88F11E}"/>
          </ac:spMkLst>
        </pc:spChg>
        <pc:spChg chg="add mod">
          <ac:chgData name="徐志嘉" userId="4f4e22b3-2ff2-4e81-a7cc-1ce68c8c1bc8" providerId="ADAL" clId="{39D4A37E-9991-4686-B771-75935559E58F}" dt="2023-05-11T06:33:09.080" v="3935" actId="408"/>
          <ac:spMkLst>
            <pc:docMk/>
            <pc:sldMk cId="2235261863" sldId="1275"/>
            <ac:spMk id="22" creationId="{E68AE492-08C1-0168-5E82-91CCF383E0A1}"/>
          </ac:spMkLst>
        </pc:spChg>
        <pc:spChg chg="add mod">
          <ac:chgData name="徐志嘉" userId="4f4e22b3-2ff2-4e81-a7cc-1ce68c8c1bc8" providerId="ADAL" clId="{39D4A37E-9991-4686-B771-75935559E58F}" dt="2023-05-11T06:33:09.080" v="3935" actId="408"/>
          <ac:spMkLst>
            <pc:docMk/>
            <pc:sldMk cId="2235261863" sldId="1275"/>
            <ac:spMk id="23" creationId="{DAAF321C-BC4C-B4C3-7D67-A24B5F3F40A8}"/>
          </ac:spMkLst>
        </pc:spChg>
        <pc:spChg chg="add mod">
          <ac:chgData name="徐志嘉" userId="4f4e22b3-2ff2-4e81-a7cc-1ce68c8c1bc8" providerId="ADAL" clId="{39D4A37E-9991-4686-B771-75935559E58F}" dt="2023-05-11T06:33:09.080" v="3935" actId="408"/>
          <ac:spMkLst>
            <pc:docMk/>
            <pc:sldMk cId="2235261863" sldId="1275"/>
            <ac:spMk id="24" creationId="{206C7BB3-9425-4F10-7058-2EAD976802F3}"/>
          </ac:spMkLst>
        </pc:spChg>
        <pc:spChg chg="add mod">
          <ac:chgData name="徐志嘉" userId="4f4e22b3-2ff2-4e81-a7cc-1ce68c8c1bc8" providerId="ADAL" clId="{39D4A37E-9991-4686-B771-75935559E58F}" dt="2023-05-11T06:33:09.080" v="3935" actId="408"/>
          <ac:spMkLst>
            <pc:docMk/>
            <pc:sldMk cId="2235261863" sldId="1275"/>
            <ac:spMk id="25" creationId="{8D7B953E-B586-870E-0B68-1A2B82E039F0}"/>
          </ac:spMkLst>
        </pc:spChg>
        <pc:spChg chg="add mod">
          <ac:chgData name="徐志嘉" userId="4f4e22b3-2ff2-4e81-a7cc-1ce68c8c1bc8" providerId="ADAL" clId="{39D4A37E-9991-4686-B771-75935559E58F}" dt="2023-05-11T06:32:52.659" v="3932" actId="465"/>
          <ac:spMkLst>
            <pc:docMk/>
            <pc:sldMk cId="2235261863" sldId="1275"/>
            <ac:spMk id="26" creationId="{A05A1AD5-FC87-FF22-B2FD-00CC0E33D7D6}"/>
          </ac:spMkLst>
        </pc:spChg>
        <pc:spChg chg="add mod">
          <ac:chgData name="徐志嘉" userId="4f4e22b3-2ff2-4e81-a7cc-1ce68c8c1bc8" providerId="ADAL" clId="{39D4A37E-9991-4686-B771-75935559E58F}" dt="2023-05-11T06:29:28.983" v="3886" actId="1076"/>
          <ac:spMkLst>
            <pc:docMk/>
            <pc:sldMk cId="2235261863" sldId="1275"/>
            <ac:spMk id="27" creationId="{136E442B-7D7B-E7F6-9D84-266B59DACBEF}"/>
          </ac:spMkLst>
        </pc:spChg>
        <pc:spChg chg="add mod">
          <ac:chgData name="徐志嘉" userId="4f4e22b3-2ff2-4e81-a7cc-1ce68c8c1bc8" providerId="ADAL" clId="{39D4A37E-9991-4686-B771-75935559E58F}" dt="2023-05-11T06:29:28.983" v="3886" actId="1076"/>
          <ac:spMkLst>
            <pc:docMk/>
            <pc:sldMk cId="2235261863" sldId="1275"/>
            <ac:spMk id="28" creationId="{79164100-E8A5-8421-A087-BCC2C73DC74F}"/>
          </ac:spMkLst>
        </pc:spChg>
        <pc:spChg chg="add mod">
          <ac:chgData name="徐志嘉" userId="4f4e22b3-2ff2-4e81-a7cc-1ce68c8c1bc8" providerId="ADAL" clId="{39D4A37E-9991-4686-B771-75935559E58F}" dt="2023-05-11T06:29:28.983" v="3886" actId="1076"/>
          <ac:spMkLst>
            <pc:docMk/>
            <pc:sldMk cId="2235261863" sldId="1275"/>
            <ac:spMk id="29" creationId="{85ABC3EC-BBBD-A45C-E4CE-6261C02BD51B}"/>
          </ac:spMkLst>
        </pc:spChg>
        <pc:spChg chg="add mod">
          <ac:chgData name="徐志嘉" userId="4f4e22b3-2ff2-4e81-a7cc-1ce68c8c1bc8" providerId="ADAL" clId="{39D4A37E-9991-4686-B771-75935559E58F}" dt="2023-05-11T06:29:28.983" v="3886" actId="1076"/>
          <ac:spMkLst>
            <pc:docMk/>
            <pc:sldMk cId="2235261863" sldId="1275"/>
            <ac:spMk id="30" creationId="{1F51C838-A955-211E-F631-9508F4B8AA84}"/>
          </ac:spMkLst>
        </pc:spChg>
        <pc:spChg chg="add mod">
          <ac:chgData name="徐志嘉" userId="4f4e22b3-2ff2-4e81-a7cc-1ce68c8c1bc8" providerId="ADAL" clId="{39D4A37E-9991-4686-B771-75935559E58F}" dt="2023-05-11T06:29:28.983" v="3886" actId="1076"/>
          <ac:spMkLst>
            <pc:docMk/>
            <pc:sldMk cId="2235261863" sldId="1275"/>
            <ac:spMk id="31" creationId="{34447566-BA33-1F92-797E-5CBF3E804581}"/>
          </ac:spMkLst>
        </pc:spChg>
        <pc:spChg chg="add mod">
          <ac:chgData name="徐志嘉" userId="4f4e22b3-2ff2-4e81-a7cc-1ce68c8c1bc8" providerId="ADAL" clId="{39D4A37E-9991-4686-B771-75935559E58F}" dt="2023-05-11T06:29:28.983" v="3886" actId="1076"/>
          <ac:spMkLst>
            <pc:docMk/>
            <pc:sldMk cId="2235261863" sldId="1275"/>
            <ac:spMk id="32" creationId="{3CDDD11E-021A-F6CF-2FC1-407AF2315401}"/>
          </ac:spMkLst>
        </pc:spChg>
        <pc:spChg chg="add mod">
          <ac:chgData name="徐志嘉" userId="4f4e22b3-2ff2-4e81-a7cc-1ce68c8c1bc8" providerId="ADAL" clId="{39D4A37E-9991-4686-B771-75935559E58F}" dt="2023-05-11T06:29:28.983" v="3886" actId="1076"/>
          <ac:spMkLst>
            <pc:docMk/>
            <pc:sldMk cId="2235261863" sldId="1275"/>
            <ac:spMk id="33" creationId="{B1881B3C-9C39-9060-4351-CB904F826F87}"/>
          </ac:spMkLst>
        </pc:spChg>
        <pc:spChg chg="add del mod">
          <ac:chgData name="徐志嘉" userId="4f4e22b3-2ff2-4e81-a7cc-1ce68c8c1bc8" providerId="ADAL" clId="{39D4A37E-9991-4686-B771-75935559E58F}" dt="2023-05-11T06:27:12.370" v="3838" actId="478"/>
          <ac:spMkLst>
            <pc:docMk/>
            <pc:sldMk cId="2235261863" sldId="1275"/>
            <ac:spMk id="34" creationId="{77E4C49F-CE63-47DE-176D-75D3C2860BEE}"/>
          </ac:spMkLst>
        </pc:spChg>
        <pc:spChg chg="add del mod">
          <ac:chgData name="徐志嘉" userId="4f4e22b3-2ff2-4e81-a7cc-1ce68c8c1bc8" providerId="ADAL" clId="{39D4A37E-9991-4686-B771-75935559E58F}" dt="2023-05-11T06:26:40.441" v="3831" actId="478"/>
          <ac:spMkLst>
            <pc:docMk/>
            <pc:sldMk cId="2235261863" sldId="1275"/>
            <ac:spMk id="35" creationId="{EE75999D-8F08-B582-32DB-86B90972FA88}"/>
          </ac:spMkLst>
        </pc:spChg>
        <pc:spChg chg="add mod">
          <ac:chgData name="徐志嘉" userId="4f4e22b3-2ff2-4e81-a7cc-1ce68c8c1bc8" providerId="ADAL" clId="{39D4A37E-9991-4686-B771-75935559E58F}" dt="2023-05-11T06:25:53.267" v="3822" actId="571"/>
          <ac:spMkLst>
            <pc:docMk/>
            <pc:sldMk cId="2235261863" sldId="1275"/>
            <ac:spMk id="36" creationId="{32551B53-2F37-B475-D4BA-50A11430190D}"/>
          </ac:spMkLst>
        </pc:spChg>
        <pc:spChg chg="add mod">
          <ac:chgData name="徐志嘉" userId="4f4e22b3-2ff2-4e81-a7cc-1ce68c8c1bc8" providerId="ADAL" clId="{39D4A37E-9991-4686-B771-75935559E58F}" dt="2023-05-11T06:25:53.267" v="3822" actId="571"/>
          <ac:spMkLst>
            <pc:docMk/>
            <pc:sldMk cId="2235261863" sldId="1275"/>
            <ac:spMk id="37" creationId="{ED8C63A2-EAC2-27F6-F844-B2A6DDA99A65}"/>
          </ac:spMkLst>
        </pc:spChg>
        <pc:spChg chg="add mod">
          <ac:chgData name="徐志嘉" userId="4f4e22b3-2ff2-4e81-a7cc-1ce68c8c1bc8" providerId="ADAL" clId="{39D4A37E-9991-4686-B771-75935559E58F}" dt="2023-05-11T06:26:22.050" v="3827" actId="571"/>
          <ac:spMkLst>
            <pc:docMk/>
            <pc:sldMk cId="2235261863" sldId="1275"/>
            <ac:spMk id="38" creationId="{12860F3A-1191-9B4E-16C9-69DC45B66309}"/>
          </ac:spMkLst>
        </pc:spChg>
        <pc:spChg chg="add mod">
          <ac:chgData name="徐志嘉" userId="4f4e22b3-2ff2-4e81-a7cc-1ce68c8c1bc8" providerId="ADAL" clId="{39D4A37E-9991-4686-B771-75935559E58F}" dt="2023-05-11T06:26:22.050" v="3827" actId="571"/>
          <ac:spMkLst>
            <pc:docMk/>
            <pc:sldMk cId="2235261863" sldId="1275"/>
            <ac:spMk id="39" creationId="{901F5156-4BE3-3088-2B9E-FC53A8F58429}"/>
          </ac:spMkLst>
        </pc:spChg>
        <pc:spChg chg="add mod">
          <ac:chgData name="徐志嘉" userId="4f4e22b3-2ff2-4e81-a7cc-1ce68c8c1bc8" providerId="ADAL" clId="{39D4A37E-9991-4686-B771-75935559E58F}" dt="2023-05-11T06:26:19.468" v="3826" actId="571"/>
          <ac:spMkLst>
            <pc:docMk/>
            <pc:sldMk cId="2235261863" sldId="1275"/>
            <ac:spMk id="40" creationId="{71A2E5F7-B2FF-0AE3-3FC2-410BA5F9FBA3}"/>
          </ac:spMkLst>
        </pc:spChg>
        <pc:spChg chg="add mod">
          <ac:chgData name="徐志嘉" userId="4f4e22b3-2ff2-4e81-a7cc-1ce68c8c1bc8" providerId="ADAL" clId="{39D4A37E-9991-4686-B771-75935559E58F}" dt="2023-05-11T06:26:19.468" v="3826" actId="571"/>
          <ac:spMkLst>
            <pc:docMk/>
            <pc:sldMk cId="2235261863" sldId="1275"/>
            <ac:spMk id="41" creationId="{24627AA3-96D9-DB90-5CF6-56C0B0AB3CCE}"/>
          </ac:spMkLst>
        </pc:spChg>
        <pc:spChg chg="add mod">
          <ac:chgData name="徐志嘉" userId="4f4e22b3-2ff2-4e81-a7cc-1ce68c8c1bc8" providerId="ADAL" clId="{39D4A37E-9991-4686-B771-75935559E58F}" dt="2023-05-11T06:26:19.468" v="3826" actId="571"/>
          <ac:spMkLst>
            <pc:docMk/>
            <pc:sldMk cId="2235261863" sldId="1275"/>
            <ac:spMk id="42" creationId="{1E395122-AC2C-539B-80BF-F6B0894A5154}"/>
          </ac:spMkLst>
        </pc:spChg>
        <pc:spChg chg="add mod">
          <ac:chgData name="徐志嘉" userId="4f4e22b3-2ff2-4e81-a7cc-1ce68c8c1bc8" providerId="ADAL" clId="{39D4A37E-9991-4686-B771-75935559E58F}" dt="2023-05-11T06:26:19.468" v="3826" actId="571"/>
          <ac:spMkLst>
            <pc:docMk/>
            <pc:sldMk cId="2235261863" sldId="1275"/>
            <ac:spMk id="43" creationId="{6AC4AA8E-FE91-3D42-BDD6-E236046CAFAF}"/>
          </ac:spMkLst>
        </pc:spChg>
        <pc:spChg chg="add del mod">
          <ac:chgData name="徐志嘉" userId="4f4e22b3-2ff2-4e81-a7cc-1ce68c8c1bc8" providerId="ADAL" clId="{39D4A37E-9991-4686-B771-75935559E58F}" dt="2023-05-11T06:26:40.441" v="3831" actId="478"/>
          <ac:spMkLst>
            <pc:docMk/>
            <pc:sldMk cId="2235261863" sldId="1275"/>
            <ac:spMk id="44" creationId="{9C726BB0-A706-06BC-C180-CB895B2871B8}"/>
          </ac:spMkLst>
        </pc:spChg>
        <pc:spChg chg="add del mod">
          <ac:chgData name="徐志嘉" userId="4f4e22b3-2ff2-4e81-a7cc-1ce68c8c1bc8" providerId="ADAL" clId="{39D4A37E-9991-4686-B771-75935559E58F}" dt="2023-05-11T06:26:40.441" v="3831" actId="478"/>
          <ac:spMkLst>
            <pc:docMk/>
            <pc:sldMk cId="2235261863" sldId="1275"/>
            <ac:spMk id="45" creationId="{3FF22537-FA3A-2B82-CD30-A7E8C088DDEC}"/>
          </ac:spMkLst>
        </pc:spChg>
        <pc:spChg chg="add del mod">
          <ac:chgData name="徐志嘉" userId="4f4e22b3-2ff2-4e81-a7cc-1ce68c8c1bc8" providerId="ADAL" clId="{39D4A37E-9991-4686-B771-75935559E58F}" dt="2023-05-11T06:26:40.441" v="3831" actId="478"/>
          <ac:spMkLst>
            <pc:docMk/>
            <pc:sldMk cId="2235261863" sldId="1275"/>
            <ac:spMk id="46" creationId="{CDEF7DB3-D92E-D099-DC6C-D35DF07D9A38}"/>
          </ac:spMkLst>
        </pc:spChg>
        <pc:spChg chg="add del mod">
          <ac:chgData name="徐志嘉" userId="4f4e22b3-2ff2-4e81-a7cc-1ce68c8c1bc8" providerId="ADAL" clId="{39D4A37E-9991-4686-B771-75935559E58F}" dt="2023-05-11T06:26:40.441" v="3831" actId="478"/>
          <ac:spMkLst>
            <pc:docMk/>
            <pc:sldMk cId="2235261863" sldId="1275"/>
            <ac:spMk id="47" creationId="{59AB2F85-FA6C-A50B-3A29-9FC5D06ADB6D}"/>
          </ac:spMkLst>
        </pc:spChg>
        <pc:spChg chg="add del mod">
          <ac:chgData name="徐志嘉" userId="4f4e22b3-2ff2-4e81-a7cc-1ce68c8c1bc8" providerId="ADAL" clId="{39D4A37E-9991-4686-B771-75935559E58F}" dt="2023-05-11T06:26:40.441" v="3831" actId="478"/>
          <ac:spMkLst>
            <pc:docMk/>
            <pc:sldMk cId="2235261863" sldId="1275"/>
            <ac:spMk id="48" creationId="{142A7D4D-C07A-FE66-A080-E176A5E65BBB}"/>
          </ac:spMkLst>
        </pc:spChg>
        <pc:spChg chg="add del mod">
          <ac:chgData name="徐志嘉" userId="4f4e22b3-2ff2-4e81-a7cc-1ce68c8c1bc8" providerId="ADAL" clId="{39D4A37E-9991-4686-B771-75935559E58F}" dt="2023-05-11T06:26:40.441" v="3831" actId="478"/>
          <ac:spMkLst>
            <pc:docMk/>
            <pc:sldMk cId="2235261863" sldId="1275"/>
            <ac:spMk id="49" creationId="{27247759-0931-6002-B42F-804A93E9D568}"/>
          </ac:spMkLst>
        </pc:spChg>
        <pc:spChg chg="add del mod">
          <ac:chgData name="徐志嘉" userId="4f4e22b3-2ff2-4e81-a7cc-1ce68c8c1bc8" providerId="ADAL" clId="{39D4A37E-9991-4686-B771-75935559E58F}" dt="2023-05-11T06:27:12.370" v="3838" actId="478"/>
          <ac:spMkLst>
            <pc:docMk/>
            <pc:sldMk cId="2235261863" sldId="1275"/>
            <ac:spMk id="50" creationId="{A0154F1B-9F3A-1A63-85C6-BAB4345F0FD8}"/>
          </ac:spMkLst>
        </pc:spChg>
        <pc:spChg chg="add del mod">
          <ac:chgData name="徐志嘉" userId="4f4e22b3-2ff2-4e81-a7cc-1ce68c8c1bc8" providerId="ADAL" clId="{39D4A37E-9991-4686-B771-75935559E58F}" dt="2023-05-11T06:27:12.370" v="3838" actId="478"/>
          <ac:spMkLst>
            <pc:docMk/>
            <pc:sldMk cId="2235261863" sldId="1275"/>
            <ac:spMk id="51" creationId="{664CA278-6834-240D-544A-C997862EE484}"/>
          </ac:spMkLst>
        </pc:spChg>
        <pc:spChg chg="add del mod">
          <ac:chgData name="徐志嘉" userId="4f4e22b3-2ff2-4e81-a7cc-1ce68c8c1bc8" providerId="ADAL" clId="{39D4A37E-9991-4686-B771-75935559E58F}" dt="2023-05-11T06:27:12.370" v="3838" actId="478"/>
          <ac:spMkLst>
            <pc:docMk/>
            <pc:sldMk cId="2235261863" sldId="1275"/>
            <ac:spMk id="52" creationId="{885A2607-DEF5-1469-6C5C-1DA063AA6D81}"/>
          </ac:spMkLst>
        </pc:spChg>
        <pc:spChg chg="add del mod">
          <ac:chgData name="徐志嘉" userId="4f4e22b3-2ff2-4e81-a7cc-1ce68c8c1bc8" providerId="ADAL" clId="{39D4A37E-9991-4686-B771-75935559E58F}" dt="2023-05-11T06:27:44.785" v="3843" actId="478"/>
          <ac:spMkLst>
            <pc:docMk/>
            <pc:sldMk cId="2235261863" sldId="1275"/>
            <ac:spMk id="53" creationId="{71E57969-267C-D636-BED9-E3063A90E908}"/>
          </ac:spMkLst>
        </pc:spChg>
        <pc:spChg chg="add mod">
          <ac:chgData name="徐志嘉" userId="4f4e22b3-2ff2-4e81-a7cc-1ce68c8c1bc8" providerId="ADAL" clId="{39D4A37E-9991-4686-B771-75935559E58F}" dt="2023-05-11T06:32:52.659" v="3932" actId="465"/>
          <ac:spMkLst>
            <pc:docMk/>
            <pc:sldMk cId="2235261863" sldId="1275"/>
            <ac:spMk id="54" creationId="{8DFC99EE-40B0-6622-20E4-601F9F1A771C}"/>
          </ac:spMkLst>
        </pc:spChg>
        <pc:spChg chg="add mod">
          <ac:chgData name="徐志嘉" userId="4f4e22b3-2ff2-4e81-a7cc-1ce68c8c1bc8" providerId="ADAL" clId="{39D4A37E-9991-4686-B771-75935559E58F}" dt="2023-05-11T06:32:52.659" v="3932" actId="465"/>
          <ac:spMkLst>
            <pc:docMk/>
            <pc:sldMk cId="2235261863" sldId="1275"/>
            <ac:spMk id="55" creationId="{635626D4-E392-3584-4530-52C2B9A0D745}"/>
          </ac:spMkLst>
        </pc:spChg>
        <pc:spChg chg="add mod">
          <ac:chgData name="徐志嘉" userId="4f4e22b3-2ff2-4e81-a7cc-1ce68c8c1bc8" providerId="ADAL" clId="{39D4A37E-9991-4686-B771-75935559E58F}" dt="2023-05-11T06:32:52.659" v="3932" actId="465"/>
          <ac:spMkLst>
            <pc:docMk/>
            <pc:sldMk cId="2235261863" sldId="1275"/>
            <ac:spMk id="56" creationId="{2951C623-17F8-9231-0E5C-9D0E66357842}"/>
          </ac:spMkLst>
        </pc:spChg>
        <pc:spChg chg="add mod">
          <ac:chgData name="徐志嘉" userId="4f4e22b3-2ff2-4e81-a7cc-1ce68c8c1bc8" providerId="ADAL" clId="{39D4A37E-9991-4686-B771-75935559E58F}" dt="2023-05-11T06:32:52.659" v="3932" actId="465"/>
          <ac:spMkLst>
            <pc:docMk/>
            <pc:sldMk cId="2235261863" sldId="1275"/>
            <ac:spMk id="57" creationId="{4324425F-3AFF-46A1-7A9B-9014B5F2022F}"/>
          </ac:spMkLst>
        </pc:spChg>
        <pc:spChg chg="add mod">
          <ac:chgData name="徐志嘉" userId="4f4e22b3-2ff2-4e81-a7cc-1ce68c8c1bc8" providerId="ADAL" clId="{39D4A37E-9991-4686-B771-75935559E58F}" dt="2023-05-11T06:32:52.659" v="3932" actId="465"/>
          <ac:spMkLst>
            <pc:docMk/>
            <pc:sldMk cId="2235261863" sldId="1275"/>
            <ac:spMk id="58" creationId="{21ED108E-2AFC-7AA4-F914-DF00120D720D}"/>
          </ac:spMkLst>
        </pc:spChg>
        <pc:spChg chg="add mod">
          <ac:chgData name="徐志嘉" userId="4f4e22b3-2ff2-4e81-a7cc-1ce68c8c1bc8" providerId="ADAL" clId="{39D4A37E-9991-4686-B771-75935559E58F}" dt="2023-05-11T06:32:52.659" v="3932" actId="465"/>
          <ac:spMkLst>
            <pc:docMk/>
            <pc:sldMk cId="2235261863" sldId="1275"/>
            <ac:spMk id="59" creationId="{682C6203-7799-03BF-FB3F-A809BE4D53E6}"/>
          </ac:spMkLst>
        </pc:spChg>
        <pc:spChg chg="add mod">
          <ac:chgData name="徐志嘉" userId="4f4e22b3-2ff2-4e81-a7cc-1ce68c8c1bc8" providerId="ADAL" clId="{39D4A37E-9991-4686-B771-75935559E58F}" dt="2023-05-11T06:32:52.659" v="3932" actId="465"/>
          <ac:spMkLst>
            <pc:docMk/>
            <pc:sldMk cId="2235261863" sldId="1275"/>
            <ac:spMk id="60" creationId="{7680A97A-6482-7FE1-577D-7CFB025E023E}"/>
          </ac:spMkLst>
        </pc:spChg>
        <pc:spChg chg="add mod">
          <ac:chgData name="徐志嘉" userId="4f4e22b3-2ff2-4e81-a7cc-1ce68c8c1bc8" providerId="ADAL" clId="{39D4A37E-9991-4686-B771-75935559E58F}" dt="2023-05-11T06:32:52.659" v="3932" actId="465"/>
          <ac:spMkLst>
            <pc:docMk/>
            <pc:sldMk cId="2235261863" sldId="1275"/>
            <ac:spMk id="61" creationId="{48007414-3FDF-9DFB-3DD2-A74866083BB2}"/>
          </ac:spMkLst>
        </pc:spChg>
        <pc:spChg chg="add mod">
          <ac:chgData name="徐志嘉" userId="4f4e22b3-2ff2-4e81-a7cc-1ce68c8c1bc8" providerId="ADAL" clId="{39D4A37E-9991-4686-B771-75935559E58F}" dt="2023-05-11T06:32:52.659" v="3932" actId="465"/>
          <ac:spMkLst>
            <pc:docMk/>
            <pc:sldMk cId="2235261863" sldId="1275"/>
            <ac:spMk id="62" creationId="{AC4506B7-6F17-8041-798F-F8AD39A484C0}"/>
          </ac:spMkLst>
        </pc:spChg>
        <pc:spChg chg="add mod">
          <ac:chgData name="徐志嘉" userId="4f4e22b3-2ff2-4e81-a7cc-1ce68c8c1bc8" providerId="ADAL" clId="{39D4A37E-9991-4686-B771-75935559E58F}" dt="2023-05-11T06:32:52.659" v="3932" actId="465"/>
          <ac:spMkLst>
            <pc:docMk/>
            <pc:sldMk cId="2235261863" sldId="1275"/>
            <ac:spMk id="63" creationId="{8191516B-1DE3-5F16-656C-73013A58621A}"/>
          </ac:spMkLst>
        </pc:spChg>
        <pc:spChg chg="add mod">
          <ac:chgData name="徐志嘉" userId="4f4e22b3-2ff2-4e81-a7cc-1ce68c8c1bc8" providerId="ADAL" clId="{39D4A37E-9991-4686-B771-75935559E58F}" dt="2023-05-11T06:32:52.659" v="3932" actId="465"/>
          <ac:spMkLst>
            <pc:docMk/>
            <pc:sldMk cId="2235261863" sldId="1275"/>
            <ac:spMk id="64" creationId="{3A1905AA-B18D-0F57-7466-8656B2A8CA60}"/>
          </ac:spMkLst>
        </pc:spChg>
        <pc:spChg chg="add mod">
          <ac:chgData name="徐志嘉" userId="4f4e22b3-2ff2-4e81-a7cc-1ce68c8c1bc8" providerId="ADAL" clId="{39D4A37E-9991-4686-B771-75935559E58F}" dt="2023-05-11T06:32:52.659" v="3932" actId="465"/>
          <ac:spMkLst>
            <pc:docMk/>
            <pc:sldMk cId="2235261863" sldId="1275"/>
            <ac:spMk id="65" creationId="{ED2273D1-30C8-C705-84A0-13964BED6C75}"/>
          </ac:spMkLst>
        </pc:spChg>
        <pc:spChg chg="add mod">
          <ac:chgData name="徐志嘉" userId="4f4e22b3-2ff2-4e81-a7cc-1ce68c8c1bc8" providerId="ADAL" clId="{39D4A37E-9991-4686-B771-75935559E58F}" dt="2023-05-11T06:32:52.659" v="3932" actId="465"/>
          <ac:spMkLst>
            <pc:docMk/>
            <pc:sldMk cId="2235261863" sldId="1275"/>
            <ac:spMk id="66" creationId="{B1F7A34A-D80E-9029-B255-DB00E5902AC7}"/>
          </ac:spMkLst>
        </pc:spChg>
        <pc:spChg chg="add mod">
          <ac:chgData name="徐志嘉" userId="4f4e22b3-2ff2-4e81-a7cc-1ce68c8c1bc8" providerId="ADAL" clId="{39D4A37E-9991-4686-B771-75935559E58F}" dt="2023-05-11T06:32:52.659" v="3932" actId="465"/>
          <ac:spMkLst>
            <pc:docMk/>
            <pc:sldMk cId="2235261863" sldId="1275"/>
            <ac:spMk id="67" creationId="{B6AB22F2-CFE4-B3AA-B542-3B567EA4F03B}"/>
          </ac:spMkLst>
        </pc:spChg>
        <pc:spChg chg="add mod">
          <ac:chgData name="徐志嘉" userId="4f4e22b3-2ff2-4e81-a7cc-1ce68c8c1bc8" providerId="ADAL" clId="{39D4A37E-9991-4686-B771-75935559E58F}" dt="2023-05-11T06:32:52.659" v="3932" actId="465"/>
          <ac:spMkLst>
            <pc:docMk/>
            <pc:sldMk cId="2235261863" sldId="1275"/>
            <ac:spMk id="68" creationId="{22FCB6B8-21AB-8280-B6E9-956115747B34}"/>
          </ac:spMkLst>
        </pc:spChg>
        <pc:spChg chg="add mod">
          <ac:chgData name="徐志嘉" userId="4f4e22b3-2ff2-4e81-a7cc-1ce68c8c1bc8" providerId="ADAL" clId="{39D4A37E-9991-4686-B771-75935559E58F}" dt="2023-05-11T06:29:08.042" v="3884" actId="2085"/>
          <ac:spMkLst>
            <pc:docMk/>
            <pc:sldMk cId="2235261863" sldId="1275"/>
            <ac:spMk id="69" creationId="{DA28E0CB-F346-5604-EAEF-EF67C75BA1B0}"/>
          </ac:spMkLst>
        </pc:spChg>
        <pc:spChg chg="add del mod">
          <ac:chgData name="徐志嘉" userId="4f4e22b3-2ff2-4e81-a7cc-1ce68c8c1bc8" providerId="ADAL" clId="{39D4A37E-9991-4686-B771-75935559E58F}" dt="2023-05-11T06:30:03.761" v="3897" actId="478"/>
          <ac:spMkLst>
            <pc:docMk/>
            <pc:sldMk cId="2235261863" sldId="1275"/>
            <ac:spMk id="70" creationId="{449BD1CC-CA1B-7E8A-0216-22584739A104}"/>
          </ac:spMkLst>
        </pc:spChg>
        <pc:spChg chg="add mod">
          <ac:chgData name="徐志嘉" userId="4f4e22b3-2ff2-4e81-a7cc-1ce68c8c1bc8" providerId="ADAL" clId="{39D4A37E-9991-4686-B771-75935559E58F}" dt="2023-05-11T06:30:08.713" v="3899" actId="2085"/>
          <ac:spMkLst>
            <pc:docMk/>
            <pc:sldMk cId="2235261863" sldId="1275"/>
            <ac:spMk id="71" creationId="{4E953B47-E154-E0A2-4A00-A96DCE335C57}"/>
          </ac:spMkLst>
        </pc:spChg>
        <pc:spChg chg="add mod">
          <ac:chgData name="徐志嘉" userId="4f4e22b3-2ff2-4e81-a7cc-1ce68c8c1bc8" providerId="ADAL" clId="{39D4A37E-9991-4686-B771-75935559E58F}" dt="2023-05-11T06:30:08.713" v="3899" actId="2085"/>
          <ac:spMkLst>
            <pc:docMk/>
            <pc:sldMk cId="2235261863" sldId="1275"/>
            <ac:spMk id="72" creationId="{D71D0D94-5BD0-C5A2-DF07-22E7B4B5780E}"/>
          </ac:spMkLst>
        </pc:spChg>
        <pc:spChg chg="add mod">
          <ac:chgData name="徐志嘉" userId="4f4e22b3-2ff2-4e81-a7cc-1ce68c8c1bc8" providerId="ADAL" clId="{39D4A37E-9991-4686-B771-75935559E58F}" dt="2023-05-11T06:30:08.713" v="3899" actId="2085"/>
          <ac:spMkLst>
            <pc:docMk/>
            <pc:sldMk cId="2235261863" sldId="1275"/>
            <ac:spMk id="73" creationId="{0403163F-DBD2-8AC1-73CD-B75560176B3D}"/>
          </ac:spMkLst>
        </pc:spChg>
        <pc:spChg chg="add mod">
          <ac:chgData name="徐志嘉" userId="4f4e22b3-2ff2-4e81-a7cc-1ce68c8c1bc8" providerId="ADAL" clId="{39D4A37E-9991-4686-B771-75935559E58F}" dt="2023-05-11T06:30:08.713" v="3899" actId="2085"/>
          <ac:spMkLst>
            <pc:docMk/>
            <pc:sldMk cId="2235261863" sldId="1275"/>
            <ac:spMk id="74" creationId="{E992D8DB-E013-5602-8FF2-FA35E312CF31}"/>
          </ac:spMkLst>
        </pc:spChg>
        <pc:spChg chg="add mod">
          <ac:chgData name="徐志嘉" userId="4f4e22b3-2ff2-4e81-a7cc-1ce68c8c1bc8" providerId="ADAL" clId="{39D4A37E-9991-4686-B771-75935559E58F}" dt="2023-05-11T06:30:08.713" v="3899" actId="2085"/>
          <ac:spMkLst>
            <pc:docMk/>
            <pc:sldMk cId="2235261863" sldId="1275"/>
            <ac:spMk id="75" creationId="{3EB6A281-259C-0D13-FCC6-4CF2E000A315}"/>
          </ac:spMkLst>
        </pc:spChg>
        <pc:spChg chg="add mod">
          <ac:chgData name="徐志嘉" userId="4f4e22b3-2ff2-4e81-a7cc-1ce68c8c1bc8" providerId="ADAL" clId="{39D4A37E-9991-4686-B771-75935559E58F}" dt="2023-05-11T06:30:08.713" v="3899" actId="2085"/>
          <ac:spMkLst>
            <pc:docMk/>
            <pc:sldMk cId="2235261863" sldId="1275"/>
            <ac:spMk id="76" creationId="{8C3B8AAB-15D8-FC2C-A4B1-1198F7852E0E}"/>
          </ac:spMkLst>
        </pc:spChg>
        <pc:picChg chg="add del mod">
          <ac:chgData name="徐志嘉" userId="4f4e22b3-2ff2-4e81-a7cc-1ce68c8c1bc8" providerId="ADAL" clId="{39D4A37E-9991-4686-B771-75935559E58F}" dt="2023-05-11T06:20:49.689" v="3733" actId="478"/>
          <ac:picMkLst>
            <pc:docMk/>
            <pc:sldMk cId="2235261863" sldId="1275"/>
            <ac:picMk id="5" creationId="{A4B27D84-6A32-0B3F-3E0D-E04CAD8B7AAC}"/>
          </ac:picMkLst>
        </pc:picChg>
        <pc:picChg chg="add del mod">
          <ac:chgData name="徐志嘉" userId="4f4e22b3-2ff2-4e81-a7cc-1ce68c8c1bc8" providerId="ADAL" clId="{39D4A37E-9991-4686-B771-75935559E58F}" dt="2023-05-11T06:22:26.825" v="3774" actId="478"/>
          <ac:picMkLst>
            <pc:docMk/>
            <pc:sldMk cId="2235261863" sldId="1275"/>
            <ac:picMk id="7" creationId="{7940F146-D933-4785-58C2-6BFCEF84559D}"/>
          </ac:picMkLst>
        </pc:picChg>
        <pc:cxnChg chg="add del mod">
          <ac:chgData name="徐志嘉" userId="4f4e22b3-2ff2-4e81-a7cc-1ce68c8c1bc8" providerId="ADAL" clId="{39D4A37E-9991-4686-B771-75935559E58F}" dt="2023-05-11T06:20:54.360" v="3735" actId="478"/>
          <ac:cxnSpMkLst>
            <pc:docMk/>
            <pc:sldMk cId="2235261863" sldId="1275"/>
            <ac:cxnSpMk id="6" creationId="{7D482E1C-547C-A89A-1F44-D178682A8D7E}"/>
          </ac:cxnSpMkLst>
        </pc:cxnChg>
        <pc:cxnChg chg="add del mod">
          <ac:chgData name="徐志嘉" userId="4f4e22b3-2ff2-4e81-a7cc-1ce68c8c1bc8" providerId="ADAL" clId="{39D4A37E-9991-4686-B771-75935559E58F}" dt="2023-05-10T15:31:22.647" v="2958" actId="478"/>
          <ac:cxnSpMkLst>
            <pc:docMk/>
            <pc:sldMk cId="2235261863" sldId="1275"/>
            <ac:cxnSpMk id="8" creationId="{0F69ADAB-3001-D7B4-9127-50C255B24A39}"/>
          </ac:cxnSpMkLst>
        </pc:cxnChg>
        <pc:cxnChg chg="add mod">
          <ac:chgData name="徐志嘉" userId="4f4e22b3-2ff2-4e81-a7cc-1ce68c8c1bc8" providerId="ADAL" clId="{39D4A37E-9991-4686-B771-75935559E58F}" dt="2023-05-11T06:33:55.833" v="3941" actId="692"/>
          <ac:cxnSpMkLst>
            <pc:docMk/>
            <pc:sldMk cId="2235261863" sldId="1275"/>
            <ac:cxnSpMk id="77" creationId="{A188A51D-2107-2429-F1F4-A960D479B50F}"/>
          </ac:cxnSpMkLst>
        </pc:cxnChg>
        <pc:cxnChg chg="add del mod">
          <ac:chgData name="徐志嘉" userId="4f4e22b3-2ff2-4e81-a7cc-1ce68c8c1bc8" providerId="ADAL" clId="{39D4A37E-9991-4686-B771-75935559E58F}" dt="2023-05-11T06:31:01.273" v="3907" actId="478"/>
          <ac:cxnSpMkLst>
            <pc:docMk/>
            <pc:sldMk cId="2235261863" sldId="1275"/>
            <ac:cxnSpMk id="80" creationId="{393C8BD1-F885-1B1D-4915-823DAEB87E90}"/>
          </ac:cxnSpMkLst>
        </pc:cxnChg>
        <pc:cxnChg chg="add mod">
          <ac:chgData name="徐志嘉" userId="4f4e22b3-2ff2-4e81-a7cc-1ce68c8c1bc8" providerId="ADAL" clId="{39D4A37E-9991-4686-B771-75935559E58F}" dt="2023-05-11T06:33:55.833" v="3941" actId="692"/>
          <ac:cxnSpMkLst>
            <pc:docMk/>
            <pc:sldMk cId="2235261863" sldId="1275"/>
            <ac:cxnSpMk id="82" creationId="{D8BE39A1-0690-41F3-CFBD-482991090081}"/>
          </ac:cxnSpMkLst>
        </pc:cxnChg>
        <pc:cxnChg chg="add mod">
          <ac:chgData name="徐志嘉" userId="4f4e22b3-2ff2-4e81-a7cc-1ce68c8c1bc8" providerId="ADAL" clId="{39D4A37E-9991-4686-B771-75935559E58F}" dt="2023-05-11T06:33:55.833" v="3941" actId="692"/>
          <ac:cxnSpMkLst>
            <pc:docMk/>
            <pc:sldMk cId="2235261863" sldId="1275"/>
            <ac:cxnSpMk id="83" creationId="{238541FB-E8D5-A16D-B002-CA46BB8D15AF}"/>
          </ac:cxnSpMkLst>
        </pc:cxnChg>
        <pc:cxnChg chg="add mod">
          <ac:chgData name="徐志嘉" userId="4f4e22b3-2ff2-4e81-a7cc-1ce68c8c1bc8" providerId="ADAL" clId="{39D4A37E-9991-4686-B771-75935559E58F}" dt="2023-05-11T06:33:55.833" v="3941" actId="692"/>
          <ac:cxnSpMkLst>
            <pc:docMk/>
            <pc:sldMk cId="2235261863" sldId="1275"/>
            <ac:cxnSpMk id="84" creationId="{3A631861-2C10-79BB-7160-A009E8D550A1}"/>
          </ac:cxnSpMkLst>
        </pc:cxnChg>
        <pc:cxnChg chg="add mod">
          <ac:chgData name="徐志嘉" userId="4f4e22b3-2ff2-4e81-a7cc-1ce68c8c1bc8" providerId="ADAL" clId="{39D4A37E-9991-4686-B771-75935559E58F}" dt="2023-05-11T06:33:55.833" v="3941" actId="692"/>
          <ac:cxnSpMkLst>
            <pc:docMk/>
            <pc:sldMk cId="2235261863" sldId="1275"/>
            <ac:cxnSpMk id="85" creationId="{9439C782-3B9E-0CE0-8C1A-4A189904FA5A}"/>
          </ac:cxnSpMkLst>
        </pc:cxnChg>
        <pc:cxnChg chg="add mod">
          <ac:chgData name="徐志嘉" userId="4f4e22b3-2ff2-4e81-a7cc-1ce68c8c1bc8" providerId="ADAL" clId="{39D4A37E-9991-4686-B771-75935559E58F}" dt="2023-05-11T06:33:55.833" v="3941" actId="692"/>
          <ac:cxnSpMkLst>
            <pc:docMk/>
            <pc:sldMk cId="2235261863" sldId="1275"/>
            <ac:cxnSpMk id="86" creationId="{749C6988-54E0-7369-EF2A-9DB98104360C}"/>
          </ac:cxnSpMkLst>
        </pc:cxnChg>
        <pc:cxnChg chg="add mod">
          <ac:chgData name="徐志嘉" userId="4f4e22b3-2ff2-4e81-a7cc-1ce68c8c1bc8" providerId="ADAL" clId="{39D4A37E-9991-4686-B771-75935559E58F}" dt="2023-05-11T06:33:49.424" v="3940" actId="692"/>
          <ac:cxnSpMkLst>
            <pc:docMk/>
            <pc:sldMk cId="2235261863" sldId="1275"/>
            <ac:cxnSpMk id="87" creationId="{45B43F9A-CB5D-3CD0-AEDB-F5ECCE88A6B3}"/>
          </ac:cxnSpMkLst>
        </pc:cxnChg>
        <pc:cxnChg chg="add mod">
          <ac:chgData name="徐志嘉" userId="4f4e22b3-2ff2-4e81-a7cc-1ce68c8c1bc8" providerId="ADAL" clId="{39D4A37E-9991-4686-B771-75935559E58F}" dt="2023-05-11T06:33:49.424" v="3940" actId="692"/>
          <ac:cxnSpMkLst>
            <pc:docMk/>
            <pc:sldMk cId="2235261863" sldId="1275"/>
            <ac:cxnSpMk id="92" creationId="{5E458E03-9555-5601-D617-04625385076F}"/>
          </ac:cxnSpMkLst>
        </pc:cxnChg>
        <pc:cxnChg chg="add mod">
          <ac:chgData name="徐志嘉" userId="4f4e22b3-2ff2-4e81-a7cc-1ce68c8c1bc8" providerId="ADAL" clId="{39D4A37E-9991-4686-B771-75935559E58F}" dt="2023-05-11T06:33:49.424" v="3940" actId="692"/>
          <ac:cxnSpMkLst>
            <pc:docMk/>
            <pc:sldMk cId="2235261863" sldId="1275"/>
            <ac:cxnSpMk id="93" creationId="{6ED73F7A-31FB-5D85-7340-23E5F987233A}"/>
          </ac:cxnSpMkLst>
        </pc:cxnChg>
        <pc:cxnChg chg="add mod">
          <ac:chgData name="徐志嘉" userId="4f4e22b3-2ff2-4e81-a7cc-1ce68c8c1bc8" providerId="ADAL" clId="{39D4A37E-9991-4686-B771-75935559E58F}" dt="2023-05-11T06:33:49.424" v="3940" actId="692"/>
          <ac:cxnSpMkLst>
            <pc:docMk/>
            <pc:sldMk cId="2235261863" sldId="1275"/>
            <ac:cxnSpMk id="94" creationId="{BFDE373B-1F39-57E5-D06A-EC968FF399C4}"/>
          </ac:cxnSpMkLst>
        </pc:cxnChg>
        <pc:cxnChg chg="add mod">
          <ac:chgData name="徐志嘉" userId="4f4e22b3-2ff2-4e81-a7cc-1ce68c8c1bc8" providerId="ADAL" clId="{39D4A37E-9991-4686-B771-75935559E58F}" dt="2023-05-11T06:33:49.424" v="3940" actId="692"/>
          <ac:cxnSpMkLst>
            <pc:docMk/>
            <pc:sldMk cId="2235261863" sldId="1275"/>
            <ac:cxnSpMk id="95" creationId="{D2958907-1545-2C0F-961A-D5FED8F14AAF}"/>
          </ac:cxnSpMkLst>
        </pc:cxnChg>
        <pc:cxnChg chg="add mod">
          <ac:chgData name="徐志嘉" userId="4f4e22b3-2ff2-4e81-a7cc-1ce68c8c1bc8" providerId="ADAL" clId="{39D4A37E-9991-4686-B771-75935559E58F}" dt="2023-05-11T06:33:49.424" v="3940" actId="692"/>
          <ac:cxnSpMkLst>
            <pc:docMk/>
            <pc:sldMk cId="2235261863" sldId="1275"/>
            <ac:cxnSpMk id="96" creationId="{0835288F-E315-D4BF-962A-1051F43CF8CC}"/>
          </ac:cxnSpMkLst>
        </pc:cxnChg>
        <pc:cxnChg chg="add mod">
          <ac:chgData name="徐志嘉" userId="4f4e22b3-2ff2-4e81-a7cc-1ce68c8c1bc8" providerId="ADAL" clId="{39D4A37E-9991-4686-B771-75935559E58F}" dt="2023-05-11T06:33:49.424" v="3940" actId="692"/>
          <ac:cxnSpMkLst>
            <pc:docMk/>
            <pc:sldMk cId="2235261863" sldId="1275"/>
            <ac:cxnSpMk id="97" creationId="{184CF25E-7100-782C-91F8-4223720B73A9}"/>
          </ac:cxnSpMkLst>
        </pc:cxnChg>
        <pc:cxnChg chg="add mod">
          <ac:chgData name="徐志嘉" userId="4f4e22b3-2ff2-4e81-a7cc-1ce68c8c1bc8" providerId="ADAL" clId="{39D4A37E-9991-4686-B771-75935559E58F}" dt="2023-05-11T06:33:49.424" v="3940" actId="692"/>
          <ac:cxnSpMkLst>
            <pc:docMk/>
            <pc:sldMk cId="2235261863" sldId="1275"/>
            <ac:cxnSpMk id="98" creationId="{8E867E84-E312-D930-7A27-1A560B8ED831}"/>
          </ac:cxnSpMkLst>
        </pc:cxnChg>
        <pc:cxnChg chg="add mod">
          <ac:chgData name="徐志嘉" userId="4f4e22b3-2ff2-4e81-a7cc-1ce68c8c1bc8" providerId="ADAL" clId="{39D4A37E-9991-4686-B771-75935559E58F}" dt="2023-05-11T06:33:49.424" v="3940" actId="692"/>
          <ac:cxnSpMkLst>
            <pc:docMk/>
            <pc:sldMk cId="2235261863" sldId="1275"/>
            <ac:cxnSpMk id="99" creationId="{7711AE39-B867-84A0-7174-E205C2DDECB6}"/>
          </ac:cxnSpMkLst>
        </pc:cxnChg>
        <pc:cxnChg chg="add mod">
          <ac:chgData name="徐志嘉" userId="4f4e22b3-2ff2-4e81-a7cc-1ce68c8c1bc8" providerId="ADAL" clId="{39D4A37E-9991-4686-B771-75935559E58F}" dt="2023-05-11T06:33:49.424" v="3940" actId="692"/>
          <ac:cxnSpMkLst>
            <pc:docMk/>
            <pc:sldMk cId="2235261863" sldId="1275"/>
            <ac:cxnSpMk id="100" creationId="{FBA2EFDB-A37E-AC37-C97E-5684DAE6F9F3}"/>
          </ac:cxnSpMkLst>
        </pc:cxnChg>
        <pc:cxnChg chg="add mod">
          <ac:chgData name="徐志嘉" userId="4f4e22b3-2ff2-4e81-a7cc-1ce68c8c1bc8" providerId="ADAL" clId="{39D4A37E-9991-4686-B771-75935559E58F}" dt="2023-05-11T06:33:49.424" v="3940" actId="692"/>
          <ac:cxnSpMkLst>
            <pc:docMk/>
            <pc:sldMk cId="2235261863" sldId="1275"/>
            <ac:cxnSpMk id="101" creationId="{5FC21906-D2B7-8AD0-F5F2-AD1B676E68E2}"/>
          </ac:cxnSpMkLst>
        </pc:cxnChg>
        <pc:cxnChg chg="add mod">
          <ac:chgData name="徐志嘉" userId="4f4e22b3-2ff2-4e81-a7cc-1ce68c8c1bc8" providerId="ADAL" clId="{39D4A37E-9991-4686-B771-75935559E58F}" dt="2023-05-11T06:33:49.424" v="3940" actId="692"/>
          <ac:cxnSpMkLst>
            <pc:docMk/>
            <pc:sldMk cId="2235261863" sldId="1275"/>
            <ac:cxnSpMk id="102" creationId="{05A11771-663B-0D1B-486E-3326C08A76CB}"/>
          </ac:cxnSpMkLst>
        </pc:cxnChg>
        <pc:cxnChg chg="add mod">
          <ac:chgData name="徐志嘉" userId="4f4e22b3-2ff2-4e81-a7cc-1ce68c8c1bc8" providerId="ADAL" clId="{39D4A37E-9991-4686-B771-75935559E58F}" dt="2023-05-11T06:33:49.424" v="3940" actId="692"/>
          <ac:cxnSpMkLst>
            <pc:docMk/>
            <pc:sldMk cId="2235261863" sldId="1275"/>
            <ac:cxnSpMk id="103" creationId="{26211012-05C6-B532-47CD-E4E7EFD9A9F2}"/>
          </ac:cxnSpMkLst>
        </pc:cxnChg>
        <pc:cxnChg chg="add mod">
          <ac:chgData name="徐志嘉" userId="4f4e22b3-2ff2-4e81-a7cc-1ce68c8c1bc8" providerId="ADAL" clId="{39D4A37E-9991-4686-B771-75935559E58F}" dt="2023-05-11T06:33:49.424" v="3940" actId="692"/>
          <ac:cxnSpMkLst>
            <pc:docMk/>
            <pc:sldMk cId="2235261863" sldId="1275"/>
            <ac:cxnSpMk id="104" creationId="{CAD7A6C7-F13C-FCF6-653B-47266A0E1F92}"/>
          </ac:cxnSpMkLst>
        </pc:cxnChg>
        <pc:cxnChg chg="add mod">
          <ac:chgData name="徐志嘉" userId="4f4e22b3-2ff2-4e81-a7cc-1ce68c8c1bc8" providerId="ADAL" clId="{39D4A37E-9991-4686-B771-75935559E58F}" dt="2023-05-11T06:33:49.424" v="3940" actId="692"/>
          <ac:cxnSpMkLst>
            <pc:docMk/>
            <pc:sldMk cId="2235261863" sldId="1275"/>
            <ac:cxnSpMk id="105" creationId="{23088C40-D5EE-E978-A162-49496E5F002D}"/>
          </ac:cxnSpMkLst>
        </pc:cxnChg>
        <pc:cxnChg chg="add mod">
          <ac:chgData name="徐志嘉" userId="4f4e22b3-2ff2-4e81-a7cc-1ce68c8c1bc8" providerId="ADAL" clId="{39D4A37E-9991-4686-B771-75935559E58F}" dt="2023-05-11T06:33:49.424" v="3940" actId="692"/>
          <ac:cxnSpMkLst>
            <pc:docMk/>
            <pc:sldMk cId="2235261863" sldId="1275"/>
            <ac:cxnSpMk id="106" creationId="{93F75EC1-1EA4-84EF-64C0-0938186EE1C6}"/>
          </ac:cxnSpMkLst>
        </pc:cxnChg>
      </pc:sldChg>
      <pc:sldChg chg="add del">
        <pc:chgData name="徐志嘉" userId="4f4e22b3-2ff2-4e81-a7cc-1ce68c8c1bc8" providerId="ADAL" clId="{39D4A37E-9991-4686-B771-75935559E58F}" dt="2023-05-10T15:31:06.515" v="2953" actId="47"/>
        <pc:sldMkLst>
          <pc:docMk/>
          <pc:sldMk cId="4045160300" sldId="1276"/>
        </pc:sldMkLst>
      </pc:sldChg>
      <pc:sldChg chg="addSp delSp new add del mod modClrScheme modShow chgLayout">
        <pc:chgData name="徐志嘉" userId="4f4e22b3-2ff2-4e81-a7cc-1ce68c8c1bc8" providerId="ADAL" clId="{39D4A37E-9991-4686-B771-75935559E58F}" dt="2023-05-10T14:30:04.101" v="2434" actId="47"/>
        <pc:sldMkLst>
          <pc:docMk/>
          <pc:sldMk cId="3723722606" sldId="1277"/>
        </pc:sldMkLst>
        <pc:spChg chg="del">
          <ac:chgData name="徐志嘉" userId="4f4e22b3-2ff2-4e81-a7cc-1ce68c8c1bc8" providerId="ADAL" clId="{39D4A37E-9991-4686-B771-75935559E58F}" dt="2023-05-10T11:48:04.875" v="1135" actId="700"/>
          <ac:spMkLst>
            <pc:docMk/>
            <pc:sldMk cId="3723722606" sldId="1277"/>
            <ac:spMk id="2" creationId="{83459197-E107-8B0E-C277-65BF52D5CDB2}"/>
          </ac:spMkLst>
        </pc:spChg>
        <pc:spChg chg="del">
          <ac:chgData name="徐志嘉" userId="4f4e22b3-2ff2-4e81-a7cc-1ce68c8c1bc8" providerId="ADAL" clId="{39D4A37E-9991-4686-B771-75935559E58F}" dt="2023-05-10T11:48:04.875" v="1135" actId="700"/>
          <ac:spMkLst>
            <pc:docMk/>
            <pc:sldMk cId="3723722606" sldId="1277"/>
            <ac:spMk id="3" creationId="{A8865EAA-16F9-48B8-46EB-773C81307F7C}"/>
          </ac:spMkLst>
        </pc:spChg>
        <pc:picChg chg="add">
          <ac:chgData name="徐志嘉" userId="4f4e22b3-2ff2-4e81-a7cc-1ce68c8c1bc8" providerId="ADAL" clId="{39D4A37E-9991-4686-B771-75935559E58F}" dt="2023-05-10T11:48:05.770" v="1136" actId="22"/>
          <ac:picMkLst>
            <pc:docMk/>
            <pc:sldMk cId="3723722606" sldId="1277"/>
            <ac:picMk id="5" creationId="{E69E06C0-4568-C565-CC8C-A438CBB0A8F4}"/>
          </ac:picMkLst>
        </pc:picChg>
      </pc:sldChg>
      <pc:sldChg chg="addSp delSp modSp new mod ord modClrScheme chgLayout">
        <pc:chgData name="徐志嘉" userId="4f4e22b3-2ff2-4e81-a7cc-1ce68c8c1bc8" providerId="ADAL" clId="{39D4A37E-9991-4686-B771-75935559E58F}" dt="2023-05-11T04:52:58.746" v="3603" actId="478"/>
        <pc:sldMkLst>
          <pc:docMk/>
          <pc:sldMk cId="1567131482" sldId="1278"/>
        </pc:sldMkLst>
        <pc:spChg chg="add del mod">
          <ac:chgData name="徐志嘉" userId="4f4e22b3-2ff2-4e81-a7cc-1ce68c8c1bc8" providerId="ADAL" clId="{39D4A37E-9991-4686-B771-75935559E58F}" dt="2023-05-10T12:20:56.681" v="1387" actId="478"/>
          <ac:spMkLst>
            <pc:docMk/>
            <pc:sldMk cId="1567131482" sldId="1278"/>
            <ac:spMk id="2" creationId="{C872185A-00D1-F9CF-C554-B3921A5DC78B}"/>
          </ac:spMkLst>
        </pc:spChg>
        <pc:spChg chg="add mod">
          <ac:chgData name="徐志嘉" userId="4f4e22b3-2ff2-4e81-a7cc-1ce68c8c1bc8" providerId="ADAL" clId="{39D4A37E-9991-4686-B771-75935559E58F}" dt="2023-05-10T12:12:39.150" v="1261" actId="164"/>
          <ac:spMkLst>
            <pc:docMk/>
            <pc:sldMk cId="1567131482" sldId="1278"/>
            <ac:spMk id="3" creationId="{C9D225FC-C3B1-23AC-6FFC-AA068F2C5B84}"/>
          </ac:spMkLst>
        </pc:spChg>
        <pc:spChg chg="add mod">
          <ac:chgData name="徐志嘉" userId="4f4e22b3-2ff2-4e81-a7cc-1ce68c8c1bc8" providerId="ADAL" clId="{39D4A37E-9991-4686-B771-75935559E58F}" dt="2023-05-10T12:12:39.150" v="1261" actId="164"/>
          <ac:spMkLst>
            <pc:docMk/>
            <pc:sldMk cId="1567131482" sldId="1278"/>
            <ac:spMk id="4" creationId="{7BDE51E7-878F-B3AD-58B1-CD91EAB094C3}"/>
          </ac:spMkLst>
        </pc:spChg>
        <pc:spChg chg="add mod">
          <ac:chgData name="徐志嘉" userId="4f4e22b3-2ff2-4e81-a7cc-1ce68c8c1bc8" providerId="ADAL" clId="{39D4A37E-9991-4686-B771-75935559E58F}" dt="2023-05-10T12:16:31.788" v="1320"/>
          <ac:spMkLst>
            <pc:docMk/>
            <pc:sldMk cId="1567131482" sldId="1278"/>
            <ac:spMk id="5" creationId="{5239C914-0034-2A31-9A86-9AEF3C7FDC99}"/>
          </ac:spMkLst>
        </pc:spChg>
        <pc:spChg chg="add mod">
          <ac:chgData name="徐志嘉" userId="4f4e22b3-2ff2-4e81-a7cc-1ce68c8c1bc8" providerId="ADAL" clId="{39D4A37E-9991-4686-B771-75935559E58F}" dt="2023-05-10T12:07:36.915" v="1174" actId="571"/>
          <ac:spMkLst>
            <pc:docMk/>
            <pc:sldMk cId="1567131482" sldId="1278"/>
            <ac:spMk id="6" creationId="{E8A4F0AC-C78D-7651-0182-29E4F795E188}"/>
          </ac:spMkLst>
        </pc:spChg>
        <pc:spChg chg="add mod">
          <ac:chgData name="徐志嘉" userId="4f4e22b3-2ff2-4e81-a7cc-1ce68c8c1bc8" providerId="ADAL" clId="{39D4A37E-9991-4686-B771-75935559E58F}" dt="2023-05-10T12:07:36.915" v="1174" actId="571"/>
          <ac:spMkLst>
            <pc:docMk/>
            <pc:sldMk cId="1567131482" sldId="1278"/>
            <ac:spMk id="7" creationId="{7656ED2B-704E-3A01-EF7E-A071C41758BD}"/>
          </ac:spMkLst>
        </pc:spChg>
        <pc:spChg chg="add del mod">
          <ac:chgData name="徐志嘉" userId="4f4e22b3-2ff2-4e81-a7cc-1ce68c8c1bc8" providerId="ADAL" clId="{39D4A37E-9991-4686-B771-75935559E58F}" dt="2023-05-10T12:12:56.523" v="1269" actId="478"/>
          <ac:spMkLst>
            <pc:docMk/>
            <pc:sldMk cId="1567131482" sldId="1278"/>
            <ac:spMk id="8" creationId="{98226C34-3BD3-F18C-5A35-B4F674B15AD6}"/>
          </ac:spMkLst>
        </pc:spChg>
        <pc:spChg chg="add mod">
          <ac:chgData name="徐志嘉" userId="4f4e22b3-2ff2-4e81-a7cc-1ce68c8c1bc8" providerId="ADAL" clId="{39D4A37E-9991-4686-B771-75935559E58F}" dt="2023-05-10T12:12:35.759" v="1260" actId="164"/>
          <ac:spMkLst>
            <pc:docMk/>
            <pc:sldMk cId="1567131482" sldId="1278"/>
            <ac:spMk id="9" creationId="{5B4B1057-9E46-E0EA-8CAA-75B90E016FBE}"/>
          </ac:spMkLst>
        </pc:spChg>
        <pc:spChg chg="add del mod">
          <ac:chgData name="徐志嘉" userId="4f4e22b3-2ff2-4e81-a7cc-1ce68c8c1bc8" providerId="ADAL" clId="{39D4A37E-9991-4686-B771-75935559E58F}" dt="2023-05-10T12:12:55.114" v="1268" actId="478"/>
          <ac:spMkLst>
            <pc:docMk/>
            <pc:sldMk cId="1567131482" sldId="1278"/>
            <ac:spMk id="10" creationId="{024187AE-6634-D538-9D9C-8C2D9B8D0DEA}"/>
          </ac:spMkLst>
        </pc:spChg>
        <pc:spChg chg="add mod">
          <ac:chgData name="徐志嘉" userId="4f4e22b3-2ff2-4e81-a7cc-1ce68c8c1bc8" providerId="ADAL" clId="{39D4A37E-9991-4686-B771-75935559E58F}" dt="2023-05-10T12:11:32.841" v="1252" actId="164"/>
          <ac:spMkLst>
            <pc:docMk/>
            <pc:sldMk cId="1567131482" sldId="1278"/>
            <ac:spMk id="11" creationId="{ECB34C5D-D722-A470-EEDB-7F90F77ABB12}"/>
          </ac:spMkLst>
        </pc:spChg>
        <pc:spChg chg="add mod">
          <ac:chgData name="徐志嘉" userId="4f4e22b3-2ff2-4e81-a7cc-1ce68c8c1bc8" providerId="ADAL" clId="{39D4A37E-9991-4686-B771-75935559E58F}" dt="2023-05-10T12:11:32.841" v="1252" actId="164"/>
          <ac:spMkLst>
            <pc:docMk/>
            <pc:sldMk cId="1567131482" sldId="1278"/>
            <ac:spMk id="12" creationId="{D161F703-E8D7-6F88-5034-85898E5EB77E}"/>
          </ac:spMkLst>
        </pc:spChg>
        <pc:spChg chg="add del mod">
          <ac:chgData name="徐志嘉" userId="4f4e22b3-2ff2-4e81-a7cc-1ce68c8c1bc8" providerId="ADAL" clId="{39D4A37E-9991-4686-B771-75935559E58F}" dt="2023-05-10T12:11:32.841" v="1252" actId="164"/>
          <ac:spMkLst>
            <pc:docMk/>
            <pc:sldMk cId="1567131482" sldId="1278"/>
            <ac:spMk id="14" creationId="{45989F1D-3588-3AE9-545C-5AA90E3E9FCF}"/>
          </ac:spMkLst>
        </pc:spChg>
        <pc:spChg chg="mod">
          <ac:chgData name="徐志嘉" userId="4f4e22b3-2ff2-4e81-a7cc-1ce68c8c1bc8" providerId="ADAL" clId="{39D4A37E-9991-4686-B771-75935559E58F}" dt="2023-05-10T12:12:45.371" v="1262" actId="571"/>
          <ac:spMkLst>
            <pc:docMk/>
            <pc:sldMk cId="1567131482" sldId="1278"/>
            <ac:spMk id="19" creationId="{45548303-F309-26AF-2D36-E1EB385D4FF5}"/>
          </ac:spMkLst>
        </pc:spChg>
        <pc:spChg chg="mod">
          <ac:chgData name="徐志嘉" userId="4f4e22b3-2ff2-4e81-a7cc-1ce68c8c1bc8" providerId="ADAL" clId="{39D4A37E-9991-4686-B771-75935559E58F}" dt="2023-05-10T12:12:47.642" v="1265" actId="20577"/>
          <ac:spMkLst>
            <pc:docMk/>
            <pc:sldMk cId="1567131482" sldId="1278"/>
            <ac:spMk id="20" creationId="{B222EBE9-385E-B5B5-F215-F72764297F7F}"/>
          </ac:spMkLst>
        </pc:spChg>
        <pc:spChg chg="mod">
          <ac:chgData name="徐志嘉" userId="4f4e22b3-2ff2-4e81-a7cc-1ce68c8c1bc8" providerId="ADAL" clId="{39D4A37E-9991-4686-B771-75935559E58F}" dt="2023-05-10T12:13:09.587" v="1284" actId="20577"/>
          <ac:spMkLst>
            <pc:docMk/>
            <pc:sldMk cId="1567131482" sldId="1278"/>
            <ac:spMk id="22" creationId="{8B48206D-602C-2825-0157-D7FD9D66B670}"/>
          </ac:spMkLst>
        </pc:spChg>
        <pc:spChg chg="mod">
          <ac:chgData name="徐志嘉" userId="4f4e22b3-2ff2-4e81-a7cc-1ce68c8c1bc8" providerId="ADAL" clId="{39D4A37E-9991-4686-B771-75935559E58F}" dt="2023-05-10T12:12:59.900" v="1270" actId="571"/>
          <ac:spMkLst>
            <pc:docMk/>
            <pc:sldMk cId="1567131482" sldId="1278"/>
            <ac:spMk id="23" creationId="{16B9AAA7-7B18-B1CA-0551-BA0C62975621}"/>
          </ac:spMkLst>
        </pc:spChg>
        <pc:spChg chg="mod">
          <ac:chgData name="徐志嘉" userId="4f4e22b3-2ff2-4e81-a7cc-1ce68c8c1bc8" providerId="ADAL" clId="{39D4A37E-9991-4686-B771-75935559E58F}" dt="2023-05-10T12:13:11.786" v="1287" actId="20577"/>
          <ac:spMkLst>
            <pc:docMk/>
            <pc:sldMk cId="1567131482" sldId="1278"/>
            <ac:spMk id="25" creationId="{6E2468A3-74C9-1DC3-D2D1-5E830BE1CCF8}"/>
          </ac:spMkLst>
        </pc:spChg>
        <pc:spChg chg="mod">
          <ac:chgData name="徐志嘉" userId="4f4e22b3-2ff2-4e81-a7cc-1ce68c8c1bc8" providerId="ADAL" clId="{39D4A37E-9991-4686-B771-75935559E58F}" dt="2023-05-10T12:13:02.406" v="1271" actId="571"/>
          <ac:spMkLst>
            <pc:docMk/>
            <pc:sldMk cId="1567131482" sldId="1278"/>
            <ac:spMk id="26" creationId="{70E93096-B475-9941-6FC3-05F2D96589F4}"/>
          </ac:spMkLst>
        </pc:spChg>
        <pc:spChg chg="mod">
          <ac:chgData name="徐志嘉" userId="4f4e22b3-2ff2-4e81-a7cc-1ce68c8c1bc8" providerId="ADAL" clId="{39D4A37E-9991-4686-B771-75935559E58F}" dt="2023-05-10T12:14:00.269" v="1293" actId="571"/>
          <ac:spMkLst>
            <pc:docMk/>
            <pc:sldMk cId="1567131482" sldId="1278"/>
            <ac:spMk id="31" creationId="{D23CD252-E8E1-5ED6-8515-C938C90FCFD6}"/>
          </ac:spMkLst>
        </pc:spChg>
        <pc:spChg chg="mod">
          <ac:chgData name="徐志嘉" userId="4f4e22b3-2ff2-4e81-a7cc-1ce68c8c1bc8" providerId="ADAL" clId="{39D4A37E-9991-4686-B771-75935559E58F}" dt="2023-05-10T12:14:00.269" v="1293" actId="571"/>
          <ac:spMkLst>
            <pc:docMk/>
            <pc:sldMk cId="1567131482" sldId="1278"/>
            <ac:spMk id="32" creationId="{C9D24FDD-1CAC-8C56-CAF8-50B9AEDE5E30}"/>
          </ac:spMkLst>
        </pc:spChg>
        <pc:spChg chg="mod">
          <ac:chgData name="徐志嘉" userId="4f4e22b3-2ff2-4e81-a7cc-1ce68c8c1bc8" providerId="ADAL" clId="{39D4A37E-9991-4686-B771-75935559E58F}" dt="2023-05-10T12:14:00.269" v="1293" actId="571"/>
          <ac:spMkLst>
            <pc:docMk/>
            <pc:sldMk cId="1567131482" sldId="1278"/>
            <ac:spMk id="33" creationId="{BB2E9A75-1F66-28BB-2B7C-EC3533A84688}"/>
          </ac:spMkLst>
        </pc:spChg>
        <pc:spChg chg="add mod">
          <ac:chgData name="徐志嘉" userId="4f4e22b3-2ff2-4e81-a7cc-1ce68c8c1bc8" providerId="ADAL" clId="{39D4A37E-9991-4686-B771-75935559E58F}" dt="2023-05-10T12:45:18.519" v="1984" actId="164"/>
          <ac:spMkLst>
            <pc:docMk/>
            <pc:sldMk cId="1567131482" sldId="1278"/>
            <ac:spMk id="39" creationId="{87A1F54C-8417-34DB-9534-C845B22D6EDB}"/>
          </ac:spMkLst>
        </pc:spChg>
        <pc:spChg chg="add mod">
          <ac:chgData name="徐志嘉" userId="4f4e22b3-2ff2-4e81-a7cc-1ce68c8c1bc8" providerId="ADAL" clId="{39D4A37E-9991-4686-B771-75935559E58F}" dt="2023-05-10T12:45:18.519" v="1984" actId="164"/>
          <ac:spMkLst>
            <pc:docMk/>
            <pc:sldMk cId="1567131482" sldId="1278"/>
            <ac:spMk id="45" creationId="{3A29E621-4939-4746-4D3F-F7B45CDA5551}"/>
          </ac:spMkLst>
        </pc:spChg>
        <pc:spChg chg="del mod ord topLvl">
          <ac:chgData name="徐志嘉" userId="4f4e22b3-2ff2-4e81-a7cc-1ce68c8c1bc8" providerId="ADAL" clId="{39D4A37E-9991-4686-B771-75935559E58F}" dt="2023-05-10T12:22:01.514" v="1402" actId="478"/>
          <ac:spMkLst>
            <pc:docMk/>
            <pc:sldMk cId="1567131482" sldId="1278"/>
            <ac:spMk id="54" creationId="{6ABEE844-2EE1-D3EF-6083-EFBD5E495B01}"/>
          </ac:spMkLst>
        </pc:spChg>
        <pc:spChg chg="del mod topLvl">
          <ac:chgData name="徐志嘉" userId="4f4e22b3-2ff2-4e81-a7cc-1ce68c8c1bc8" providerId="ADAL" clId="{39D4A37E-9991-4686-B771-75935559E58F}" dt="2023-05-10T12:19:21.878" v="1350" actId="478"/>
          <ac:spMkLst>
            <pc:docMk/>
            <pc:sldMk cId="1567131482" sldId="1278"/>
            <ac:spMk id="55" creationId="{1D067434-5951-D6D6-8C3C-9A323404879C}"/>
          </ac:spMkLst>
        </pc:spChg>
        <pc:spChg chg="del mod topLvl">
          <ac:chgData name="徐志嘉" userId="4f4e22b3-2ff2-4e81-a7cc-1ce68c8c1bc8" providerId="ADAL" clId="{39D4A37E-9991-4686-B771-75935559E58F}" dt="2023-05-10T12:19:22.917" v="1351" actId="478"/>
          <ac:spMkLst>
            <pc:docMk/>
            <pc:sldMk cId="1567131482" sldId="1278"/>
            <ac:spMk id="56" creationId="{0FA592D7-A0F4-4757-D259-4B54A745975F}"/>
          </ac:spMkLst>
        </pc:spChg>
        <pc:spChg chg="add mod topLvl">
          <ac:chgData name="徐志嘉" userId="4f4e22b3-2ff2-4e81-a7cc-1ce68c8c1bc8" providerId="ADAL" clId="{39D4A37E-9991-4686-B771-75935559E58F}" dt="2023-05-10T12:45:18.519" v="1984" actId="164"/>
          <ac:spMkLst>
            <pc:docMk/>
            <pc:sldMk cId="1567131482" sldId="1278"/>
            <ac:spMk id="57" creationId="{40D6CA62-CB32-AB5E-CAE4-F176E71661D2}"/>
          </ac:spMkLst>
        </pc:spChg>
        <pc:spChg chg="add del mod ord topLvl">
          <ac:chgData name="徐志嘉" userId="4f4e22b3-2ff2-4e81-a7cc-1ce68c8c1bc8" providerId="ADAL" clId="{39D4A37E-9991-4686-B771-75935559E58F}" dt="2023-05-10T12:22:01.514" v="1402" actId="478"/>
          <ac:spMkLst>
            <pc:docMk/>
            <pc:sldMk cId="1567131482" sldId="1278"/>
            <ac:spMk id="58" creationId="{ABEA9A06-7886-6B17-5D8F-7BCCFD5E867C}"/>
          </ac:spMkLst>
        </pc:spChg>
        <pc:spChg chg="mod">
          <ac:chgData name="徐志嘉" userId="4f4e22b3-2ff2-4e81-a7cc-1ce68c8c1bc8" providerId="ADAL" clId="{39D4A37E-9991-4686-B771-75935559E58F}" dt="2023-05-10T12:21:40.269" v="1397"/>
          <ac:spMkLst>
            <pc:docMk/>
            <pc:sldMk cId="1567131482" sldId="1278"/>
            <ac:spMk id="63" creationId="{FF67CA37-75BD-0481-4186-93F414AD304C}"/>
          </ac:spMkLst>
        </pc:spChg>
        <pc:spChg chg="mod">
          <ac:chgData name="徐志嘉" userId="4f4e22b3-2ff2-4e81-a7cc-1ce68c8c1bc8" providerId="ADAL" clId="{39D4A37E-9991-4686-B771-75935559E58F}" dt="2023-05-10T12:21:40.269" v="1397"/>
          <ac:spMkLst>
            <pc:docMk/>
            <pc:sldMk cId="1567131482" sldId="1278"/>
            <ac:spMk id="64" creationId="{EC0AC0D5-8344-8528-3587-8B3CF6A1FA57}"/>
          </ac:spMkLst>
        </pc:spChg>
        <pc:spChg chg="mod">
          <ac:chgData name="徐志嘉" userId="4f4e22b3-2ff2-4e81-a7cc-1ce68c8c1bc8" providerId="ADAL" clId="{39D4A37E-9991-4686-B771-75935559E58F}" dt="2023-05-10T12:21:40.269" v="1397"/>
          <ac:spMkLst>
            <pc:docMk/>
            <pc:sldMk cId="1567131482" sldId="1278"/>
            <ac:spMk id="65" creationId="{77934BD7-9454-4311-2591-6BB946199B97}"/>
          </ac:spMkLst>
        </pc:spChg>
        <pc:spChg chg="mod">
          <ac:chgData name="徐志嘉" userId="4f4e22b3-2ff2-4e81-a7cc-1ce68c8c1bc8" providerId="ADAL" clId="{39D4A37E-9991-4686-B771-75935559E58F}" dt="2023-05-10T12:24:59.038" v="1425"/>
          <ac:spMkLst>
            <pc:docMk/>
            <pc:sldMk cId="1567131482" sldId="1278"/>
            <ac:spMk id="78" creationId="{896060B4-3B46-5D02-5BEE-90F779D6DF10}"/>
          </ac:spMkLst>
        </pc:spChg>
        <pc:spChg chg="mod">
          <ac:chgData name="徐志嘉" userId="4f4e22b3-2ff2-4e81-a7cc-1ce68c8c1bc8" providerId="ADAL" clId="{39D4A37E-9991-4686-B771-75935559E58F}" dt="2023-05-10T12:24:59.038" v="1425"/>
          <ac:spMkLst>
            <pc:docMk/>
            <pc:sldMk cId="1567131482" sldId="1278"/>
            <ac:spMk id="79" creationId="{CD0C136D-8917-32CA-6A9D-8D8184EDCA8A}"/>
          </ac:spMkLst>
        </pc:spChg>
        <pc:spChg chg="mod">
          <ac:chgData name="徐志嘉" userId="4f4e22b3-2ff2-4e81-a7cc-1ce68c8c1bc8" providerId="ADAL" clId="{39D4A37E-9991-4686-B771-75935559E58F}" dt="2023-05-10T12:24:59.038" v="1425"/>
          <ac:spMkLst>
            <pc:docMk/>
            <pc:sldMk cId="1567131482" sldId="1278"/>
            <ac:spMk id="80" creationId="{BC21CF82-419F-7D26-0DA1-F90BC718E8C5}"/>
          </ac:spMkLst>
        </pc:spChg>
        <pc:spChg chg="add mod">
          <ac:chgData name="徐志嘉" userId="4f4e22b3-2ff2-4e81-a7cc-1ce68c8c1bc8" providerId="ADAL" clId="{39D4A37E-9991-4686-B771-75935559E58F}" dt="2023-05-10T12:45:18.519" v="1984" actId="164"/>
          <ac:spMkLst>
            <pc:docMk/>
            <pc:sldMk cId="1567131482" sldId="1278"/>
            <ac:spMk id="102" creationId="{3D0AB2A0-B1CA-351C-E2F7-48D51BB04BDB}"/>
          </ac:spMkLst>
        </pc:spChg>
        <pc:spChg chg="add mod">
          <ac:chgData name="徐志嘉" userId="4f4e22b3-2ff2-4e81-a7cc-1ce68c8c1bc8" providerId="ADAL" clId="{39D4A37E-9991-4686-B771-75935559E58F}" dt="2023-05-10T12:34:15.504" v="1685" actId="164"/>
          <ac:spMkLst>
            <pc:docMk/>
            <pc:sldMk cId="1567131482" sldId="1278"/>
            <ac:spMk id="114" creationId="{5D9A633E-EABE-D0C9-7BC7-4C22C89B8621}"/>
          </ac:spMkLst>
        </pc:spChg>
        <pc:spChg chg="add mod">
          <ac:chgData name="徐志嘉" userId="4f4e22b3-2ff2-4e81-a7cc-1ce68c8c1bc8" providerId="ADAL" clId="{39D4A37E-9991-4686-B771-75935559E58F}" dt="2023-05-10T12:34:15.504" v="1685" actId="164"/>
          <ac:spMkLst>
            <pc:docMk/>
            <pc:sldMk cId="1567131482" sldId="1278"/>
            <ac:spMk id="116" creationId="{390F12B6-1020-C922-CE1B-C14C138D2002}"/>
          </ac:spMkLst>
        </pc:spChg>
        <pc:spChg chg="add mod">
          <ac:chgData name="徐志嘉" userId="4f4e22b3-2ff2-4e81-a7cc-1ce68c8c1bc8" providerId="ADAL" clId="{39D4A37E-9991-4686-B771-75935559E58F}" dt="2023-05-10T12:45:18.519" v="1984" actId="164"/>
          <ac:spMkLst>
            <pc:docMk/>
            <pc:sldMk cId="1567131482" sldId="1278"/>
            <ac:spMk id="119" creationId="{DA394E87-8BDA-37EE-DE64-B46C2E01C652}"/>
          </ac:spMkLst>
        </pc:spChg>
        <pc:spChg chg="add mod">
          <ac:chgData name="徐志嘉" userId="4f4e22b3-2ff2-4e81-a7cc-1ce68c8c1bc8" providerId="ADAL" clId="{39D4A37E-9991-4686-B771-75935559E58F}" dt="2023-05-10T12:45:18.519" v="1984" actId="164"/>
          <ac:spMkLst>
            <pc:docMk/>
            <pc:sldMk cId="1567131482" sldId="1278"/>
            <ac:spMk id="130" creationId="{E3C17E17-C1C3-4377-F003-CA24D658FC31}"/>
          </ac:spMkLst>
        </pc:spChg>
        <pc:spChg chg="mod">
          <ac:chgData name="徐志嘉" userId="4f4e22b3-2ff2-4e81-a7cc-1ce68c8c1bc8" providerId="ADAL" clId="{39D4A37E-9991-4686-B771-75935559E58F}" dt="2023-05-10T12:39:24.057" v="1815" actId="571"/>
          <ac:spMkLst>
            <pc:docMk/>
            <pc:sldMk cId="1567131482" sldId="1278"/>
            <ac:spMk id="140" creationId="{6A234DC4-49D2-0565-539C-63AAD4CFD6B5}"/>
          </ac:spMkLst>
        </pc:spChg>
        <pc:spChg chg="mod">
          <ac:chgData name="徐志嘉" userId="4f4e22b3-2ff2-4e81-a7cc-1ce68c8c1bc8" providerId="ADAL" clId="{39D4A37E-9991-4686-B771-75935559E58F}" dt="2023-05-10T12:39:24.057" v="1815" actId="571"/>
          <ac:spMkLst>
            <pc:docMk/>
            <pc:sldMk cId="1567131482" sldId="1278"/>
            <ac:spMk id="141" creationId="{522A4C20-E39B-D678-270C-7AED13DDC1BD}"/>
          </ac:spMkLst>
        </pc:spChg>
        <pc:spChg chg="mod">
          <ac:chgData name="徐志嘉" userId="4f4e22b3-2ff2-4e81-a7cc-1ce68c8c1bc8" providerId="ADAL" clId="{39D4A37E-9991-4686-B771-75935559E58F}" dt="2023-05-10T12:39:24.057" v="1815" actId="571"/>
          <ac:spMkLst>
            <pc:docMk/>
            <pc:sldMk cId="1567131482" sldId="1278"/>
            <ac:spMk id="142" creationId="{70BEC4BE-AA0C-AEFB-2A6B-B321502439F0}"/>
          </ac:spMkLst>
        </pc:spChg>
        <pc:spChg chg="mod">
          <ac:chgData name="徐志嘉" userId="4f4e22b3-2ff2-4e81-a7cc-1ce68c8c1bc8" providerId="ADAL" clId="{39D4A37E-9991-4686-B771-75935559E58F}" dt="2023-05-10T12:39:31.772" v="1817" actId="571"/>
          <ac:spMkLst>
            <pc:docMk/>
            <pc:sldMk cId="1567131482" sldId="1278"/>
            <ac:spMk id="144" creationId="{C083C110-5FC5-9F2D-59E8-6941DD4CB40D}"/>
          </ac:spMkLst>
        </pc:spChg>
        <pc:spChg chg="mod">
          <ac:chgData name="徐志嘉" userId="4f4e22b3-2ff2-4e81-a7cc-1ce68c8c1bc8" providerId="ADAL" clId="{39D4A37E-9991-4686-B771-75935559E58F}" dt="2023-05-10T12:39:31.772" v="1817" actId="571"/>
          <ac:spMkLst>
            <pc:docMk/>
            <pc:sldMk cId="1567131482" sldId="1278"/>
            <ac:spMk id="145" creationId="{F20164F4-5E57-8B15-753E-DD44FE666B05}"/>
          </ac:spMkLst>
        </pc:spChg>
        <pc:spChg chg="mod">
          <ac:chgData name="徐志嘉" userId="4f4e22b3-2ff2-4e81-a7cc-1ce68c8c1bc8" providerId="ADAL" clId="{39D4A37E-9991-4686-B771-75935559E58F}" dt="2023-05-10T12:39:31.772" v="1817" actId="571"/>
          <ac:spMkLst>
            <pc:docMk/>
            <pc:sldMk cId="1567131482" sldId="1278"/>
            <ac:spMk id="146" creationId="{70F29623-71D0-2C2D-6578-38C0D9291F1F}"/>
          </ac:spMkLst>
        </pc:spChg>
        <pc:spChg chg="mod topLvl">
          <ac:chgData name="徐志嘉" userId="4f4e22b3-2ff2-4e81-a7cc-1ce68c8c1bc8" providerId="ADAL" clId="{39D4A37E-9991-4686-B771-75935559E58F}" dt="2023-05-10T12:41:12.325" v="1835" actId="20577"/>
          <ac:spMkLst>
            <pc:docMk/>
            <pc:sldMk cId="1567131482" sldId="1278"/>
            <ac:spMk id="148" creationId="{19A259AC-E166-5795-66BB-2CD35AA00428}"/>
          </ac:spMkLst>
        </pc:spChg>
        <pc:spChg chg="mod topLvl">
          <ac:chgData name="徐志嘉" userId="4f4e22b3-2ff2-4e81-a7cc-1ce68c8c1bc8" providerId="ADAL" clId="{39D4A37E-9991-4686-B771-75935559E58F}" dt="2023-05-10T12:41:02.461" v="1831" actId="164"/>
          <ac:spMkLst>
            <pc:docMk/>
            <pc:sldMk cId="1567131482" sldId="1278"/>
            <ac:spMk id="149" creationId="{95CC71A2-E3FF-F2F8-410B-193282799BF8}"/>
          </ac:spMkLst>
        </pc:spChg>
        <pc:spChg chg="mod topLvl">
          <ac:chgData name="徐志嘉" userId="4f4e22b3-2ff2-4e81-a7cc-1ce68c8c1bc8" providerId="ADAL" clId="{39D4A37E-9991-4686-B771-75935559E58F}" dt="2023-05-10T12:41:02.461" v="1831" actId="164"/>
          <ac:spMkLst>
            <pc:docMk/>
            <pc:sldMk cId="1567131482" sldId="1278"/>
            <ac:spMk id="150" creationId="{78DA11A9-2A56-BAA5-F13B-450F337B21BE}"/>
          </ac:spMkLst>
        </pc:spChg>
        <pc:spChg chg="del mod topLvl">
          <ac:chgData name="徐志嘉" userId="4f4e22b3-2ff2-4e81-a7cc-1ce68c8c1bc8" providerId="ADAL" clId="{39D4A37E-9991-4686-B771-75935559E58F}" dt="2023-05-10T12:43:59.410" v="1952" actId="478"/>
          <ac:spMkLst>
            <pc:docMk/>
            <pc:sldMk cId="1567131482" sldId="1278"/>
            <ac:spMk id="164" creationId="{675EDA70-3B08-AA1F-7676-4DB6EDF8C9E5}"/>
          </ac:spMkLst>
        </pc:spChg>
        <pc:spChg chg="del mod topLvl">
          <ac:chgData name="徐志嘉" userId="4f4e22b3-2ff2-4e81-a7cc-1ce68c8c1bc8" providerId="ADAL" clId="{39D4A37E-9991-4686-B771-75935559E58F}" dt="2023-05-10T12:43:37.617" v="1947" actId="478"/>
          <ac:spMkLst>
            <pc:docMk/>
            <pc:sldMk cId="1567131482" sldId="1278"/>
            <ac:spMk id="165" creationId="{2285D81F-9809-061A-590B-DB0C528463D6}"/>
          </ac:spMkLst>
        </pc:spChg>
        <pc:spChg chg="del mod topLvl">
          <ac:chgData name="徐志嘉" userId="4f4e22b3-2ff2-4e81-a7cc-1ce68c8c1bc8" providerId="ADAL" clId="{39D4A37E-9991-4686-B771-75935559E58F}" dt="2023-05-10T12:43:38.866" v="1948" actId="478"/>
          <ac:spMkLst>
            <pc:docMk/>
            <pc:sldMk cId="1567131482" sldId="1278"/>
            <ac:spMk id="166" creationId="{2884994C-CE5F-3616-6EDB-31A7EA46033F}"/>
          </ac:spMkLst>
        </pc:spChg>
        <pc:spChg chg="mod">
          <ac:chgData name="徐志嘉" userId="4f4e22b3-2ff2-4e81-a7cc-1ce68c8c1bc8" providerId="ADAL" clId="{39D4A37E-9991-4686-B771-75935559E58F}" dt="2023-05-10T12:44:29.338" v="1977" actId="20577"/>
          <ac:spMkLst>
            <pc:docMk/>
            <pc:sldMk cId="1567131482" sldId="1278"/>
            <ac:spMk id="170" creationId="{8F2A6822-EC3B-7C47-301B-20FFE30A2E36}"/>
          </ac:spMkLst>
        </pc:spChg>
        <pc:spChg chg="mod">
          <ac:chgData name="徐志嘉" userId="4f4e22b3-2ff2-4e81-a7cc-1ce68c8c1bc8" providerId="ADAL" clId="{39D4A37E-9991-4686-B771-75935559E58F}" dt="2023-05-10T12:44:19.753" v="1955" actId="196"/>
          <ac:spMkLst>
            <pc:docMk/>
            <pc:sldMk cId="1567131482" sldId="1278"/>
            <ac:spMk id="171" creationId="{AA7B850F-B68F-1CC4-7DBE-6553F5BD612E}"/>
          </ac:spMkLst>
        </pc:spChg>
        <pc:spChg chg="add mod ord">
          <ac:chgData name="徐志嘉" userId="4f4e22b3-2ff2-4e81-a7cc-1ce68c8c1bc8" providerId="ADAL" clId="{39D4A37E-9991-4686-B771-75935559E58F}" dt="2023-05-10T14:26:51.219" v="2398" actId="20577"/>
          <ac:spMkLst>
            <pc:docMk/>
            <pc:sldMk cId="1567131482" sldId="1278"/>
            <ac:spMk id="176" creationId="{E57C598B-EBE4-1EAD-EB0B-9F6695E4EA7D}"/>
          </ac:spMkLst>
        </pc:spChg>
        <pc:spChg chg="add mod ord">
          <ac:chgData name="徐志嘉" userId="4f4e22b3-2ff2-4e81-a7cc-1ce68c8c1bc8" providerId="ADAL" clId="{39D4A37E-9991-4686-B771-75935559E58F}" dt="2023-05-10T14:23:12.622" v="2341" actId="1076"/>
          <ac:spMkLst>
            <pc:docMk/>
            <pc:sldMk cId="1567131482" sldId="1278"/>
            <ac:spMk id="177" creationId="{25BB7303-5766-DC81-DC3B-16656644E556}"/>
          </ac:spMkLst>
        </pc:spChg>
        <pc:spChg chg="mod topLvl">
          <ac:chgData name="徐志嘉" userId="4f4e22b3-2ff2-4e81-a7cc-1ce68c8c1bc8" providerId="ADAL" clId="{39D4A37E-9991-4686-B771-75935559E58F}" dt="2023-05-10T14:29:51.693" v="2432" actId="164"/>
          <ac:spMkLst>
            <pc:docMk/>
            <pc:sldMk cId="1567131482" sldId="1278"/>
            <ac:spMk id="187" creationId="{E0062006-FF77-C829-6F64-B4E8DD3452AD}"/>
          </ac:spMkLst>
        </pc:spChg>
        <pc:spChg chg="mod topLvl">
          <ac:chgData name="徐志嘉" userId="4f4e22b3-2ff2-4e81-a7cc-1ce68c8c1bc8" providerId="ADAL" clId="{39D4A37E-9991-4686-B771-75935559E58F}" dt="2023-05-10T14:29:51.693" v="2432" actId="164"/>
          <ac:spMkLst>
            <pc:docMk/>
            <pc:sldMk cId="1567131482" sldId="1278"/>
            <ac:spMk id="189" creationId="{70B41B56-3F88-C282-9773-F222DBC5E31A}"/>
          </ac:spMkLst>
        </pc:spChg>
        <pc:spChg chg="mod topLvl">
          <ac:chgData name="徐志嘉" userId="4f4e22b3-2ff2-4e81-a7cc-1ce68c8c1bc8" providerId="ADAL" clId="{39D4A37E-9991-4686-B771-75935559E58F}" dt="2023-05-10T14:29:51.693" v="2432" actId="164"/>
          <ac:spMkLst>
            <pc:docMk/>
            <pc:sldMk cId="1567131482" sldId="1278"/>
            <ac:spMk id="191" creationId="{4B9381FE-4213-2CA7-8772-D06E2429682A}"/>
          </ac:spMkLst>
        </pc:spChg>
        <pc:spChg chg="mod topLvl">
          <ac:chgData name="徐志嘉" userId="4f4e22b3-2ff2-4e81-a7cc-1ce68c8c1bc8" providerId="ADAL" clId="{39D4A37E-9991-4686-B771-75935559E58F}" dt="2023-05-10T14:29:51.693" v="2432" actId="164"/>
          <ac:spMkLst>
            <pc:docMk/>
            <pc:sldMk cId="1567131482" sldId="1278"/>
            <ac:spMk id="201" creationId="{3EFF8CFB-2A05-E96E-28AE-0B5FDC8CF23F}"/>
          </ac:spMkLst>
        </pc:spChg>
        <pc:spChg chg="mod topLvl">
          <ac:chgData name="徐志嘉" userId="4f4e22b3-2ff2-4e81-a7cc-1ce68c8c1bc8" providerId="ADAL" clId="{39D4A37E-9991-4686-B771-75935559E58F}" dt="2023-05-10T14:29:51.693" v="2432" actId="164"/>
          <ac:spMkLst>
            <pc:docMk/>
            <pc:sldMk cId="1567131482" sldId="1278"/>
            <ac:spMk id="206" creationId="{9AA843FF-D818-8A5A-9E75-1C8670C29B1A}"/>
          </ac:spMkLst>
        </pc:spChg>
        <pc:spChg chg="mod topLvl">
          <ac:chgData name="徐志嘉" userId="4f4e22b3-2ff2-4e81-a7cc-1ce68c8c1bc8" providerId="ADAL" clId="{39D4A37E-9991-4686-B771-75935559E58F}" dt="2023-05-10T14:29:51.693" v="2432" actId="164"/>
          <ac:spMkLst>
            <pc:docMk/>
            <pc:sldMk cId="1567131482" sldId="1278"/>
            <ac:spMk id="209" creationId="{AAD006CC-40CB-69E1-4ABC-D4F9F99EB3C1}"/>
          </ac:spMkLst>
        </pc:spChg>
        <pc:spChg chg="mod">
          <ac:chgData name="徐志嘉" userId="4f4e22b3-2ff2-4e81-a7cc-1ce68c8c1bc8" providerId="ADAL" clId="{39D4A37E-9991-4686-B771-75935559E58F}" dt="2023-05-10T14:29:04.904" v="2413"/>
          <ac:spMkLst>
            <pc:docMk/>
            <pc:sldMk cId="1567131482" sldId="1278"/>
            <ac:spMk id="217" creationId="{8CF2A876-8C74-01FA-EDB3-D0BC3A9DAC09}"/>
          </ac:spMkLst>
        </pc:spChg>
        <pc:spChg chg="mod">
          <ac:chgData name="徐志嘉" userId="4f4e22b3-2ff2-4e81-a7cc-1ce68c8c1bc8" providerId="ADAL" clId="{39D4A37E-9991-4686-B771-75935559E58F}" dt="2023-05-10T14:29:00.303" v="2411" actId="165"/>
          <ac:spMkLst>
            <pc:docMk/>
            <pc:sldMk cId="1567131482" sldId="1278"/>
            <ac:spMk id="218" creationId="{865094AC-AC63-B725-D046-ACF45CCED079}"/>
          </ac:spMkLst>
        </pc:spChg>
        <pc:spChg chg="mod">
          <ac:chgData name="徐志嘉" userId="4f4e22b3-2ff2-4e81-a7cc-1ce68c8c1bc8" providerId="ADAL" clId="{39D4A37E-9991-4686-B771-75935559E58F}" dt="2023-05-10T14:29:00.303" v="2411" actId="165"/>
          <ac:spMkLst>
            <pc:docMk/>
            <pc:sldMk cId="1567131482" sldId="1278"/>
            <ac:spMk id="219" creationId="{03D2AD07-AC93-C9CE-87F4-F35D817DDFAB}"/>
          </ac:spMkLst>
        </pc:spChg>
        <pc:spChg chg="mod">
          <ac:chgData name="徐志嘉" userId="4f4e22b3-2ff2-4e81-a7cc-1ce68c8c1bc8" providerId="ADAL" clId="{39D4A37E-9991-4686-B771-75935559E58F}" dt="2023-05-10T14:29:00.303" v="2411" actId="165"/>
          <ac:spMkLst>
            <pc:docMk/>
            <pc:sldMk cId="1567131482" sldId="1278"/>
            <ac:spMk id="220" creationId="{40E6F529-F2B1-B89E-B839-2A65C4D0F2FB}"/>
          </ac:spMkLst>
        </pc:spChg>
        <pc:spChg chg="del mod">
          <ac:chgData name="徐志嘉" userId="4f4e22b3-2ff2-4e81-a7cc-1ce68c8c1bc8" providerId="ADAL" clId="{39D4A37E-9991-4686-B771-75935559E58F}" dt="2023-05-11T04:52:55.162" v="3601" actId="478"/>
          <ac:spMkLst>
            <pc:docMk/>
            <pc:sldMk cId="1567131482" sldId="1278"/>
            <ac:spMk id="221" creationId="{924D4D1E-3994-C3F2-0528-9BE060210870}"/>
          </ac:spMkLst>
        </pc:spChg>
        <pc:spChg chg="mod">
          <ac:chgData name="徐志嘉" userId="4f4e22b3-2ff2-4e81-a7cc-1ce68c8c1bc8" providerId="ADAL" clId="{39D4A37E-9991-4686-B771-75935559E58F}" dt="2023-05-10T14:29:00.303" v="2411" actId="165"/>
          <ac:spMkLst>
            <pc:docMk/>
            <pc:sldMk cId="1567131482" sldId="1278"/>
            <ac:spMk id="222" creationId="{A8F0DB04-5CB8-181A-9A11-09B4CCA90575}"/>
          </ac:spMkLst>
        </pc:spChg>
        <pc:spChg chg="mod">
          <ac:chgData name="徐志嘉" userId="4f4e22b3-2ff2-4e81-a7cc-1ce68c8c1bc8" providerId="ADAL" clId="{39D4A37E-9991-4686-B771-75935559E58F}" dt="2023-05-10T14:29:00.303" v="2411" actId="165"/>
          <ac:spMkLst>
            <pc:docMk/>
            <pc:sldMk cId="1567131482" sldId="1278"/>
            <ac:spMk id="223" creationId="{9FCE6BEE-169F-31FC-77D6-A109F6F0CF4E}"/>
          </ac:spMkLst>
        </pc:spChg>
        <pc:spChg chg="mod">
          <ac:chgData name="徐志嘉" userId="4f4e22b3-2ff2-4e81-a7cc-1ce68c8c1bc8" providerId="ADAL" clId="{39D4A37E-9991-4686-B771-75935559E58F}" dt="2023-05-10T14:29:00.303" v="2411" actId="165"/>
          <ac:spMkLst>
            <pc:docMk/>
            <pc:sldMk cId="1567131482" sldId="1278"/>
            <ac:spMk id="224" creationId="{2271F8CA-FA85-1A55-D742-160F0443B998}"/>
          </ac:spMkLst>
        </pc:spChg>
        <pc:spChg chg="mod">
          <ac:chgData name="徐志嘉" userId="4f4e22b3-2ff2-4e81-a7cc-1ce68c8c1bc8" providerId="ADAL" clId="{39D4A37E-9991-4686-B771-75935559E58F}" dt="2023-05-10T14:29:00.303" v="2411" actId="165"/>
          <ac:spMkLst>
            <pc:docMk/>
            <pc:sldMk cId="1567131482" sldId="1278"/>
            <ac:spMk id="225" creationId="{7C2CAE0C-D251-FC13-1DE4-5FF3AF6DB9AF}"/>
          </ac:spMkLst>
        </pc:spChg>
        <pc:spChg chg="del mod">
          <ac:chgData name="徐志嘉" userId="4f4e22b3-2ff2-4e81-a7cc-1ce68c8c1bc8" providerId="ADAL" clId="{39D4A37E-9991-4686-B771-75935559E58F}" dt="2023-05-11T04:52:53.111" v="3600" actId="478"/>
          <ac:spMkLst>
            <pc:docMk/>
            <pc:sldMk cId="1567131482" sldId="1278"/>
            <ac:spMk id="226" creationId="{FCCFD8F1-740D-5CED-E38F-83F4E45CD1C1}"/>
          </ac:spMkLst>
        </pc:spChg>
        <pc:spChg chg="mod">
          <ac:chgData name="徐志嘉" userId="4f4e22b3-2ff2-4e81-a7cc-1ce68c8c1bc8" providerId="ADAL" clId="{39D4A37E-9991-4686-B771-75935559E58F}" dt="2023-05-10T14:29:00.303" v="2411" actId="165"/>
          <ac:spMkLst>
            <pc:docMk/>
            <pc:sldMk cId="1567131482" sldId="1278"/>
            <ac:spMk id="227" creationId="{4C2B8A00-E08C-599E-B15B-172BF50D3CBB}"/>
          </ac:spMkLst>
        </pc:spChg>
        <pc:spChg chg="mod">
          <ac:chgData name="徐志嘉" userId="4f4e22b3-2ff2-4e81-a7cc-1ce68c8c1bc8" providerId="ADAL" clId="{39D4A37E-9991-4686-B771-75935559E58F}" dt="2023-05-10T14:29:00.303" v="2411" actId="165"/>
          <ac:spMkLst>
            <pc:docMk/>
            <pc:sldMk cId="1567131482" sldId="1278"/>
            <ac:spMk id="228" creationId="{57328B0D-BF4C-3138-671D-7C361F7571CC}"/>
          </ac:spMkLst>
        </pc:spChg>
        <pc:spChg chg="del mod">
          <ac:chgData name="徐志嘉" userId="4f4e22b3-2ff2-4e81-a7cc-1ce68c8c1bc8" providerId="ADAL" clId="{39D4A37E-9991-4686-B771-75935559E58F}" dt="2023-05-11T04:52:57.027" v="3602" actId="478"/>
          <ac:spMkLst>
            <pc:docMk/>
            <pc:sldMk cId="1567131482" sldId="1278"/>
            <ac:spMk id="229" creationId="{FE2231BE-C37B-C28E-8004-EC47F3FF8F7D}"/>
          </ac:spMkLst>
        </pc:spChg>
        <pc:spChg chg="mod">
          <ac:chgData name="徐志嘉" userId="4f4e22b3-2ff2-4e81-a7cc-1ce68c8c1bc8" providerId="ADAL" clId="{39D4A37E-9991-4686-B771-75935559E58F}" dt="2023-05-10T14:29:00.303" v="2411" actId="165"/>
          <ac:spMkLst>
            <pc:docMk/>
            <pc:sldMk cId="1567131482" sldId="1278"/>
            <ac:spMk id="230" creationId="{72A43B83-2549-C6F0-A92B-586BA4AD51B5}"/>
          </ac:spMkLst>
        </pc:spChg>
        <pc:spChg chg="mod">
          <ac:chgData name="徐志嘉" userId="4f4e22b3-2ff2-4e81-a7cc-1ce68c8c1bc8" providerId="ADAL" clId="{39D4A37E-9991-4686-B771-75935559E58F}" dt="2023-05-10T14:29:00.303" v="2411" actId="165"/>
          <ac:spMkLst>
            <pc:docMk/>
            <pc:sldMk cId="1567131482" sldId="1278"/>
            <ac:spMk id="231" creationId="{CBE44925-3976-3067-5C1C-7508D96F73D1}"/>
          </ac:spMkLst>
        </pc:spChg>
        <pc:spChg chg="mod">
          <ac:chgData name="徐志嘉" userId="4f4e22b3-2ff2-4e81-a7cc-1ce68c8c1bc8" providerId="ADAL" clId="{39D4A37E-9991-4686-B771-75935559E58F}" dt="2023-05-10T14:29:00.303" v="2411" actId="165"/>
          <ac:spMkLst>
            <pc:docMk/>
            <pc:sldMk cId="1567131482" sldId="1278"/>
            <ac:spMk id="232" creationId="{0D1DCF1E-9085-CBFC-16BA-F54678B41431}"/>
          </ac:spMkLst>
        </pc:spChg>
        <pc:spChg chg="mod">
          <ac:chgData name="徐志嘉" userId="4f4e22b3-2ff2-4e81-a7cc-1ce68c8c1bc8" providerId="ADAL" clId="{39D4A37E-9991-4686-B771-75935559E58F}" dt="2023-05-10T14:29:00.303" v="2411" actId="165"/>
          <ac:spMkLst>
            <pc:docMk/>
            <pc:sldMk cId="1567131482" sldId="1278"/>
            <ac:spMk id="233" creationId="{9643F937-7689-4B5D-9FEE-75D3A781E8F4}"/>
          </ac:spMkLst>
        </pc:spChg>
        <pc:spChg chg="mod">
          <ac:chgData name="徐志嘉" userId="4f4e22b3-2ff2-4e81-a7cc-1ce68c8c1bc8" providerId="ADAL" clId="{39D4A37E-9991-4686-B771-75935559E58F}" dt="2023-05-10T14:29:00.303" v="2411" actId="165"/>
          <ac:spMkLst>
            <pc:docMk/>
            <pc:sldMk cId="1567131482" sldId="1278"/>
            <ac:spMk id="234" creationId="{8DBE1D88-1358-D3DB-C8C5-9E9CE46747AC}"/>
          </ac:spMkLst>
        </pc:spChg>
        <pc:spChg chg="mod">
          <ac:chgData name="徐志嘉" userId="4f4e22b3-2ff2-4e81-a7cc-1ce68c8c1bc8" providerId="ADAL" clId="{39D4A37E-9991-4686-B771-75935559E58F}" dt="2023-05-10T14:29:00.303" v="2411" actId="165"/>
          <ac:spMkLst>
            <pc:docMk/>
            <pc:sldMk cId="1567131482" sldId="1278"/>
            <ac:spMk id="235" creationId="{61E10527-2F2E-1B2A-0E15-C362E5422ACC}"/>
          </ac:spMkLst>
        </pc:spChg>
        <pc:spChg chg="del mod">
          <ac:chgData name="徐志嘉" userId="4f4e22b3-2ff2-4e81-a7cc-1ce68c8c1bc8" providerId="ADAL" clId="{39D4A37E-9991-4686-B771-75935559E58F}" dt="2023-05-11T04:52:58.746" v="3603" actId="478"/>
          <ac:spMkLst>
            <pc:docMk/>
            <pc:sldMk cId="1567131482" sldId="1278"/>
            <ac:spMk id="236" creationId="{E39B6BF0-82C4-D7B7-0103-843C2ED177F6}"/>
          </ac:spMkLst>
        </pc:spChg>
        <pc:spChg chg="mod">
          <ac:chgData name="徐志嘉" userId="4f4e22b3-2ff2-4e81-a7cc-1ce68c8c1bc8" providerId="ADAL" clId="{39D4A37E-9991-4686-B771-75935559E58F}" dt="2023-05-10T14:29:00.303" v="2411" actId="165"/>
          <ac:spMkLst>
            <pc:docMk/>
            <pc:sldMk cId="1567131482" sldId="1278"/>
            <ac:spMk id="237" creationId="{12379529-7015-91E5-EB72-39A5AD8F4044}"/>
          </ac:spMkLst>
        </pc:spChg>
        <pc:spChg chg="mod">
          <ac:chgData name="徐志嘉" userId="4f4e22b3-2ff2-4e81-a7cc-1ce68c8c1bc8" providerId="ADAL" clId="{39D4A37E-9991-4686-B771-75935559E58F}" dt="2023-05-10T14:29:00.303" v="2411" actId="165"/>
          <ac:spMkLst>
            <pc:docMk/>
            <pc:sldMk cId="1567131482" sldId="1278"/>
            <ac:spMk id="238" creationId="{04DEEB72-05E6-690F-181A-A906A9B77B4B}"/>
          </ac:spMkLst>
        </pc:spChg>
        <pc:spChg chg="add mod">
          <ac:chgData name="徐志嘉" userId="4f4e22b3-2ff2-4e81-a7cc-1ce68c8c1bc8" providerId="ADAL" clId="{39D4A37E-9991-4686-B771-75935559E58F}" dt="2023-05-10T14:29:51.693" v="2432" actId="164"/>
          <ac:spMkLst>
            <pc:docMk/>
            <pc:sldMk cId="1567131482" sldId="1278"/>
            <ac:spMk id="270" creationId="{097B586F-4A5D-0750-76E2-8A7FC4B83842}"/>
          </ac:spMkLst>
        </pc:spChg>
        <pc:grpChg chg="add mod">
          <ac:chgData name="徐志嘉" userId="4f4e22b3-2ff2-4e81-a7cc-1ce68c8c1bc8" providerId="ADAL" clId="{39D4A37E-9991-4686-B771-75935559E58F}" dt="2023-05-10T12:45:18.519" v="1984" actId="164"/>
          <ac:grpSpMkLst>
            <pc:docMk/>
            <pc:sldMk cId="1567131482" sldId="1278"/>
            <ac:grpSpMk id="15" creationId="{E7D735DE-4E05-5A93-CBA4-683D5D61EFD6}"/>
          </ac:grpSpMkLst>
        </pc:grpChg>
        <pc:grpChg chg="add mod">
          <ac:chgData name="徐志嘉" userId="4f4e22b3-2ff2-4e81-a7cc-1ce68c8c1bc8" providerId="ADAL" clId="{39D4A37E-9991-4686-B771-75935559E58F}" dt="2023-05-10T12:45:18.519" v="1984" actId="164"/>
          <ac:grpSpMkLst>
            <pc:docMk/>
            <pc:sldMk cId="1567131482" sldId="1278"/>
            <ac:grpSpMk id="16" creationId="{62052BD4-625E-118C-30AC-4DEEBD591AFD}"/>
          </ac:grpSpMkLst>
        </pc:grpChg>
        <pc:grpChg chg="add del mod">
          <ac:chgData name="徐志嘉" userId="4f4e22b3-2ff2-4e81-a7cc-1ce68c8c1bc8" providerId="ADAL" clId="{39D4A37E-9991-4686-B771-75935559E58F}" dt="2023-05-10T12:12:54.569" v="1267" actId="478"/>
          <ac:grpSpMkLst>
            <pc:docMk/>
            <pc:sldMk cId="1567131482" sldId="1278"/>
            <ac:grpSpMk id="17" creationId="{19C2A663-BAD0-C279-997E-831644313C0C}"/>
          </ac:grpSpMkLst>
        </pc:grpChg>
        <pc:grpChg chg="add del mod">
          <ac:chgData name="徐志嘉" userId="4f4e22b3-2ff2-4e81-a7cc-1ce68c8c1bc8" providerId="ADAL" clId="{39D4A37E-9991-4686-B771-75935559E58F}" dt="2023-05-10T12:12:53.017" v="1266" actId="478"/>
          <ac:grpSpMkLst>
            <pc:docMk/>
            <pc:sldMk cId="1567131482" sldId="1278"/>
            <ac:grpSpMk id="18" creationId="{7DBFDEAF-C6A0-74C0-F73F-A4680A5BA8A3}"/>
          </ac:grpSpMkLst>
        </pc:grpChg>
        <pc:grpChg chg="add mod">
          <ac:chgData name="徐志嘉" userId="4f4e22b3-2ff2-4e81-a7cc-1ce68c8c1bc8" providerId="ADAL" clId="{39D4A37E-9991-4686-B771-75935559E58F}" dt="2023-05-10T12:45:18.519" v="1984" actId="164"/>
          <ac:grpSpMkLst>
            <pc:docMk/>
            <pc:sldMk cId="1567131482" sldId="1278"/>
            <ac:grpSpMk id="21" creationId="{3993BF9C-74EF-6F02-79FF-B6DFFC34224D}"/>
          </ac:grpSpMkLst>
        </pc:grpChg>
        <pc:grpChg chg="add mod">
          <ac:chgData name="徐志嘉" userId="4f4e22b3-2ff2-4e81-a7cc-1ce68c8c1bc8" providerId="ADAL" clId="{39D4A37E-9991-4686-B771-75935559E58F}" dt="2023-05-10T12:45:18.519" v="1984" actId="164"/>
          <ac:grpSpMkLst>
            <pc:docMk/>
            <pc:sldMk cId="1567131482" sldId="1278"/>
            <ac:grpSpMk id="24" creationId="{6EBE46C1-E772-1916-0F48-BA5E6678E7F5}"/>
          </ac:grpSpMkLst>
        </pc:grpChg>
        <pc:grpChg chg="add mod">
          <ac:chgData name="徐志嘉" userId="4f4e22b3-2ff2-4e81-a7cc-1ce68c8c1bc8" providerId="ADAL" clId="{39D4A37E-9991-4686-B771-75935559E58F}" dt="2023-05-10T12:45:18.519" v="1984" actId="164"/>
          <ac:grpSpMkLst>
            <pc:docMk/>
            <pc:sldMk cId="1567131482" sldId="1278"/>
            <ac:grpSpMk id="30" creationId="{D6844E17-CF0A-E21C-57AD-63B70D0B854F}"/>
          </ac:grpSpMkLst>
        </pc:grpChg>
        <pc:grpChg chg="add del mod">
          <ac:chgData name="徐志嘉" userId="4f4e22b3-2ff2-4e81-a7cc-1ce68c8c1bc8" providerId="ADAL" clId="{39D4A37E-9991-4686-B771-75935559E58F}" dt="2023-05-10T12:19:18.580" v="1348" actId="165"/>
          <ac:grpSpMkLst>
            <pc:docMk/>
            <pc:sldMk cId="1567131482" sldId="1278"/>
            <ac:grpSpMk id="53" creationId="{FD0C7719-6FB2-BDF7-266D-123B9DB51ECB}"/>
          </ac:grpSpMkLst>
        </pc:grpChg>
        <pc:grpChg chg="add mod">
          <ac:chgData name="徐志嘉" userId="4f4e22b3-2ff2-4e81-a7cc-1ce68c8c1bc8" providerId="ADAL" clId="{39D4A37E-9991-4686-B771-75935559E58F}" dt="2023-05-10T12:21:10.187" v="1391" actId="164"/>
          <ac:grpSpMkLst>
            <pc:docMk/>
            <pc:sldMk cId="1567131482" sldId="1278"/>
            <ac:grpSpMk id="59" creationId="{B68FCA41-97DF-BF74-2545-DDE7199FD4A2}"/>
          </ac:grpSpMkLst>
        </pc:grpChg>
        <pc:grpChg chg="add del mod">
          <ac:chgData name="徐志嘉" userId="4f4e22b3-2ff2-4e81-a7cc-1ce68c8c1bc8" providerId="ADAL" clId="{39D4A37E-9991-4686-B771-75935559E58F}" dt="2023-05-10T12:21:57.832" v="1400" actId="165"/>
          <ac:grpSpMkLst>
            <pc:docMk/>
            <pc:sldMk cId="1567131482" sldId="1278"/>
            <ac:grpSpMk id="60" creationId="{FA044C79-7484-BF08-6349-8068ECC05D0F}"/>
          </ac:grpSpMkLst>
        </pc:grpChg>
        <pc:grpChg chg="add del mod">
          <ac:chgData name="徐志嘉" userId="4f4e22b3-2ff2-4e81-a7cc-1ce68c8c1bc8" providerId="ADAL" clId="{39D4A37E-9991-4686-B771-75935559E58F}" dt="2023-05-10T12:37:37.254" v="1801" actId="478"/>
          <ac:grpSpMkLst>
            <pc:docMk/>
            <pc:sldMk cId="1567131482" sldId="1278"/>
            <ac:grpSpMk id="62" creationId="{8296529A-8954-F8AB-D1EA-4E2888E8105E}"/>
          </ac:grpSpMkLst>
        </pc:grpChg>
        <pc:grpChg chg="add mod">
          <ac:chgData name="徐志嘉" userId="4f4e22b3-2ff2-4e81-a7cc-1ce68c8c1bc8" providerId="ADAL" clId="{39D4A37E-9991-4686-B771-75935559E58F}" dt="2023-05-10T12:45:18.519" v="1984" actId="164"/>
          <ac:grpSpMkLst>
            <pc:docMk/>
            <pc:sldMk cId="1567131482" sldId="1278"/>
            <ac:grpSpMk id="77" creationId="{09E84F56-B1D9-BF02-3247-5307404472AD}"/>
          </ac:grpSpMkLst>
        </pc:grpChg>
        <pc:grpChg chg="add mod">
          <ac:chgData name="徐志嘉" userId="4f4e22b3-2ff2-4e81-a7cc-1ce68c8c1bc8" providerId="ADAL" clId="{39D4A37E-9991-4686-B771-75935559E58F}" dt="2023-05-10T12:45:18.519" v="1984" actId="164"/>
          <ac:grpSpMkLst>
            <pc:docMk/>
            <pc:sldMk cId="1567131482" sldId="1278"/>
            <ac:grpSpMk id="117" creationId="{B59F5B1E-1FE0-F483-86F5-9649BC7BE547}"/>
          </ac:grpSpMkLst>
        </pc:grpChg>
        <pc:grpChg chg="add del mod">
          <ac:chgData name="徐志嘉" userId="4f4e22b3-2ff2-4e81-a7cc-1ce68c8c1bc8" providerId="ADAL" clId="{39D4A37E-9991-4686-B771-75935559E58F}" dt="2023-05-10T12:39:36.769" v="1820" actId="478"/>
          <ac:grpSpMkLst>
            <pc:docMk/>
            <pc:sldMk cId="1567131482" sldId="1278"/>
            <ac:grpSpMk id="139" creationId="{4C4CA2C5-7324-76D6-4E98-4480BB1A8556}"/>
          </ac:grpSpMkLst>
        </pc:grpChg>
        <pc:grpChg chg="add mod">
          <ac:chgData name="徐志嘉" userId="4f4e22b3-2ff2-4e81-a7cc-1ce68c8c1bc8" providerId="ADAL" clId="{39D4A37E-9991-4686-B771-75935559E58F}" dt="2023-05-10T12:39:31.772" v="1817" actId="571"/>
          <ac:grpSpMkLst>
            <pc:docMk/>
            <pc:sldMk cId="1567131482" sldId="1278"/>
            <ac:grpSpMk id="143" creationId="{F14ABBC8-591B-4685-D75A-D9CCBCEA19F4}"/>
          </ac:grpSpMkLst>
        </pc:grpChg>
        <pc:grpChg chg="add del mod">
          <ac:chgData name="徐志嘉" userId="4f4e22b3-2ff2-4e81-a7cc-1ce68c8c1bc8" providerId="ADAL" clId="{39D4A37E-9991-4686-B771-75935559E58F}" dt="2023-05-10T12:40:21.114" v="1822" actId="165"/>
          <ac:grpSpMkLst>
            <pc:docMk/>
            <pc:sldMk cId="1567131482" sldId="1278"/>
            <ac:grpSpMk id="147" creationId="{AB427FF4-2068-9B2F-D4BA-0D79A687FDB1}"/>
          </ac:grpSpMkLst>
        </pc:grpChg>
        <pc:grpChg chg="add mod">
          <ac:chgData name="徐志嘉" userId="4f4e22b3-2ff2-4e81-a7cc-1ce68c8c1bc8" providerId="ADAL" clId="{39D4A37E-9991-4686-B771-75935559E58F}" dt="2023-05-10T12:45:18.519" v="1984" actId="164"/>
          <ac:grpSpMkLst>
            <pc:docMk/>
            <pc:sldMk cId="1567131482" sldId="1278"/>
            <ac:grpSpMk id="151" creationId="{04F3E8AC-AD9A-2CE0-8044-1D7FED838187}"/>
          </ac:grpSpMkLst>
        </pc:grpChg>
        <pc:grpChg chg="add del mod">
          <ac:chgData name="徐志嘉" userId="4f4e22b3-2ff2-4e81-a7cc-1ce68c8c1bc8" providerId="ADAL" clId="{39D4A37E-9991-4686-B771-75935559E58F}" dt="2023-05-10T12:43:32.609" v="1943" actId="165"/>
          <ac:grpSpMkLst>
            <pc:docMk/>
            <pc:sldMk cId="1567131482" sldId="1278"/>
            <ac:grpSpMk id="163" creationId="{48D14D3A-F090-4322-1B5C-1B207BF4B57E}"/>
          </ac:grpSpMkLst>
        </pc:grpChg>
        <pc:grpChg chg="add mod">
          <ac:chgData name="徐志嘉" userId="4f4e22b3-2ff2-4e81-a7cc-1ce68c8c1bc8" providerId="ADAL" clId="{39D4A37E-9991-4686-B771-75935559E58F}" dt="2023-05-10T12:45:18.519" v="1984" actId="164"/>
          <ac:grpSpMkLst>
            <pc:docMk/>
            <pc:sldMk cId="1567131482" sldId="1278"/>
            <ac:grpSpMk id="169" creationId="{6C9BBA49-C982-9896-1FA9-D3C039FCFC08}"/>
          </ac:grpSpMkLst>
        </pc:grpChg>
        <pc:grpChg chg="add del mod">
          <ac:chgData name="徐志嘉" userId="4f4e22b3-2ff2-4e81-a7cc-1ce68c8c1bc8" providerId="ADAL" clId="{39D4A37E-9991-4686-B771-75935559E58F}" dt="2023-05-10T12:46:05.924" v="1991" actId="21"/>
          <ac:grpSpMkLst>
            <pc:docMk/>
            <pc:sldMk cId="1567131482" sldId="1278"/>
            <ac:grpSpMk id="175" creationId="{13F693DD-6A7F-E82B-0B8D-51CAC1C1D57B}"/>
          </ac:grpSpMkLst>
        </pc:grpChg>
        <pc:grpChg chg="add del mod">
          <ac:chgData name="徐志嘉" userId="4f4e22b3-2ff2-4e81-a7cc-1ce68c8c1bc8" providerId="ADAL" clId="{39D4A37E-9991-4686-B771-75935559E58F}" dt="2023-05-10T14:16:29.414" v="2228" actId="165"/>
          <ac:grpSpMkLst>
            <pc:docMk/>
            <pc:sldMk cId="1567131482" sldId="1278"/>
            <ac:grpSpMk id="178" creationId="{E7EF5397-A541-65FA-5C24-FEA074B1BF8E}"/>
          </ac:grpSpMkLst>
        </pc:grpChg>
        <pc:grpChg chg="mod topLvl">
          <ac:chgData name="徐志嘉" userId="4f4e22b3-2ff2-4e81-a7cc-1ce68c8c1bc8" providerId="ADAL" clId="{39D4A37E-9991-4686-B771-75935559E58F}" dt="2023-05-10T14:29:51.693" v="2432" actId="164"/>
          <ac:grpSpMkLst>
            <pc:docMk/>
            <pc:sldMk cId="1567131482" sldId="1278"/>
            <ac:grpSpMk id="179" creationId="{6D3EB4AD-2DAE-F0D6-8A29-B56E99E7ABC3}"/>
          </ac:grpSpMkLst>
        </pc:grpChg>
        <pc:grpChg chg="mod topLvl">
          <ac:chgData name="徐志嘉" userId="4f4e22b3-2ff2-4e81-a7cc-1ce68c8c1bc8" providerId="ADAL" clId="{39D4A37E-9991-4686-B771-75935559E58F}" dt="2023-05-10T14:29:51.693" v="2432" actId="164"/>
          <ac:grpSpMkLst>
            <pc:docMk/>
            <pc:sldMk cId="1567131482" sldId="1278"/>
            <ac:grpSpMk id="180" creationId="{2DBFD520-F12A-D5D4-88D8-DB5543D69339}"/>
          </ac:grpSpMkLst>
        </pc:grpChg>
        <pc:grpChg chg="mod topLvl">
          <ac:chgData name="徐志嘉" userId="4f4e22b3-2ff2-4e81-a7cc-1ce68c8c1bc8" providerId="ADAL" clId="{39D4A37E-9991-4686-B771-75935559E58F}" dt="2023-05-10T14:29:51.693" v="2432" actId="164"/>
          <ac:grpSpMkLst>
            <pc:docMk/>
            <pc:sldMk cId="1567131482" sldId="1278"/>
            <ac:grpSpMk id="181" creationId="{7756DFE0-B7CC-029F-DE17-4765662BC335}"/>
          </ac:grpSpMkLst>
        </pc:grpChg>
        <pc:grpChg chg="mod topLvl">
          <ac:chgData name="徐志嘉" userId="4f4e22b3-2ff2-4e81-a7cc-1ce68c8c1bc8" providerId="ADAL" clId="{39D4A37E-9991-4686-B771-75935559E58F}" dt="2023-05-10T14:29:51.693" v="2432" actId="164"/>
          <ac:grpSpMkLst>
            <pc:docMk/>
            <pc:sldMk cId="1567131482" sldId="1278"/>
            <ac:grpSpMk id="182" creationId="{A8C8C66B-E06D-5264-679E-B25FC6080BAB}"/>
          </ac:grpSpMkLst>
        </pc:grpChg>
        <pc:grpChg chg="mod topLvl">
          <ac:chgData name="徐志嘉" userId="4f4e22b3-2ff2-4e81-a7cc-1ce68c8c1bc8" providerId="ADAL" clId="{39D4A37E-9991-4686-B771-75935559E58F}" dt="2023-05-10T14:29:51.693" v="2432" actId="164"/>
          <ac:grpSpMkLst>
            <pc:docMk/>
            <pc:sldMk cId="1567131482" sldId="1278"/>
            <ac:grpSpMk id="184" creationId="{A1809549-D38B-C02C-A8DC-DD06DE5EC4BE}"/>
          </ac:grpSpMkLst>
        </pc:grpChg>
        <pc:grpChg chg="mod topLvl">
          <ac:chgData name="徐志嘉" userId="4f4e22b3-2ff2-4e81-a7cc-1ce68c8c1bc8" providerId="ADAL" clId="{39D4A37E-9991-4686-B771-75935559E58F}" dt="2023-05-10T14:29:51.693" v="2432" actId="164"/>
          <ac:grpSpMkLst>
            <pc:docMk/>
            <pc:sldMk cId="1567131482" sldId="1278"/>
            <ac:grpSpMk id="195" creationId="{09CD0017-0885-CBD3-0549-F6B42F453CFD}"/>
          </ac:grpSpMkLst>
        </pc:grpChg>
        <pc:grpChg chg="mod topLvl">
          <ac:chgData name="徐志嘉" userId="4f4e22b3-2ff2-4e81-a7cc-1ce68c8c1bc8" providerId="ADAL" clId="{39D4A37E-9991-4686-B771-75935559E58F}" dt="2023-05-10T14:29:51.693" v="2432" actId="164"/>
          <ac:grpSpMkLst>
            <pc:docMk/>
            <pc:sldMk cId="1567131482" sldId="1278"/>
            <ac:grpSpMk id="205" creationId="{72FEA95A-5305-887B-2EF6-39DA21EB50E8}"/>
          </ac:grpSpMkLst>
        </pc:grpChg>
        <pc:grpChg chg="mod topLvl">
          <ac:chgData name="徐志嘉" userId="4f4e22b3-2ff2-4e81-a7cc-1ce68c8c1bc8" providerId="ADAL" clId="{39D4A37E-9991-4686-B771-75935559E58F}" dt="2023-05-10T14:29:51.693" v="2432" actId="164"/>
          <ac:grpSpMkLst>
            <pc:docMk/>
            <pc:sldMk cId="1567131482" sldId="1278"/>
            <ac:grpSpMk id="212" creationId="{D98F9AE8-AAE0-8F99-EBE9-972A3C90265D}"/>
          </ac:grpSpMkLst>
        </pc:grpChg>
        <pc:grpChg chg="mod topLvl">
          <ac:chgData name="徐志嘉" userId="4f4e22b3-2ff2-4e81-a7cc-1ce68c8c1bc8" providerId="ADAL" clId="{39D4A37E-9991-4686-B771-75935559E58F}" dt="2023-05-10T14:29:51.693" v="2432" actId="164"/>
          <ac:grpSpMkLst>
            <pc:docMk/>
            <pc:sldMk cId="1567131482" sldId="1278"/>
            <ac:grpSpMk id="215" creationId="{252405FF-5D73-505F-9EA6-8F335DAA03A1}"/>
          </ac:grpSpMkLst>
        </pc:grpChg>
        <pc:grpChg chg="add del mod">
          <ac:chgData name="徐志嘉" userId="4f4e22b3-2ff2-4e81-a7cc-1ce68c8c1bc8" providerId="ADAL" clId="{39D4A37E-9991-4686-B771-75935559E58F}" dt="2023-05-10T14:29:00.303" v="2411" actId="165"/>
          <ac:grpSpMkLst>
            <pc:docMk/>
            <pc:sldMk cId="1567131482" sldId="1278"/>
            <ac:grpSpMk id="269" creationId="{FAD17576-43B3-A2D4-8F44-58252ED7B189}"/>
          </ac:grpSpMkLst>
        </pc:grpChg>
        <pc:grpChg chg="add mod">
          <ac:chgData name="徐志嘉" userId="4f4e22b3-2ff2-4e81-a7cc-1ce68c8c1bc8" providerId="ADAL" clId="{39D4A37E-9991-4686-B771-75935559E58F}" dt="2023-05-10T14:29:57.889" v="2433" actId="1076"/>
          <ac:grpSpMkLst>
            <pc:docMk/>
            <pc:sldMk cId="1567131482" sldId="1278"/>
            <ac:grpSpMk id="271" creationId="{F7AD13BF-E97D-6F3E-B02F-5A6C3F68593F}"/>
          </ac:grpSpMkLst>
        </pc:grpChg>
        <pc:cxnChg chg="add mod">
          <ac:chgData name="徐志嘉" userId="4f4e22b3-2ff2-4e81-a7cc-1ce68c8c1bc8" providerId="ADAL" clId="{39D4A37E-9991-4686-B771-75935559E58F}" dt="2023-05-10T12:46:05.924" v="1991" actId="21"/>
          <ac:cxnSpMkLst>
            <pc:docMk/>
            <pc:sldMk cId="1567131482" sldId="1278"/>
            <ac:cxnSpMk id="27" creationId="{87693B52-8213-8003-1A10-D132F3B3EB61}"/>
          </ac:cxnSpMkLst>
        </pc:cxnChg>
        <pc:cxnChg chg="add mod">
          <ac:chgData name="徐志嘉" userId="4f4e22b3-2ff2-4e81-a7cc-1ce68c8c1bc8" providerId="ADAL" clId="{39D4A37E-9991-4686-B771-75935559E58F}" dt="2023-05-10T12:46:05.924" v="1991" actId="21"/>
          <ac:cxnSpMkLst>
            <pc:docMk/>
            <pc:sldMk cId="1567131482" sldId="1278"/>
            <ac:cxnSpMk id="34" creationId="{FC27098E-9E5A-7B58-380A-A70855A21EB6}"/>
          </ac:cxnSpMkLst>
        </pc:cxnChg>
        <pc:cxnChg chg="add mod">
          <ac:chgData name="徐志嘉" userId="4f4e22b3-2ff2-4e81-a7cc-1ce68c8c1bc8" providerId="ADAL" clId="{39D4A37E-9991-4686-B771-75935559E58F}" dt="2023-05-10T12:46:05.924" v="1991" actId="21"/>
          <ac:cxnSpMkLst>
            <pc:docMk/>
            <pc:sldMk cId="1567131482" sldId="1278"/>
            <ac:cxnSpMk id="37" creationId="{32D3C96E-1CED-F3EA-5DF2-63DDE6D3D491}"/>
          </ac:cxnSpMkLst>
        </pc:cxnChg>
        <pc:cxnChg chg="add mod">
          <ac:chgData name="徐志嘉" userId="4f4e22b3-2ff2-4e81-a7cc-1ce68c8c1bc8" providerId="ADAL" clId="{39D4A37E-9991-4686-B771-75935559E58F}" dt="2023-05-10T12:46:05.924" v="1991" actId="21"/>
          <ac:cxnSpMkLst>
            <pc:docMk/>
            <pc:sldMk cId="1567131482" sldId="1278"/>
            <ac:cxnSpMk id="41" creationId="{5ACC6EEE-EB9C-91A9-D030-6DB4FBDA7555}"/>
          </ac:cxnSpMkLst>
        </pc:cxnChg>
        <pc:cxnChg chg="add mod">
          <ac:chgData name="徐志嘉" userId="4f4e22b3-2ff2-4e81-a7cc-1ce68c8c1bc8" providerId="ADAL" clId="{39D4A37E-9991-4686-B771-75935559E58F}" dt="2023-05-10T12:46:05.924" v="1991" actId="21"/>
          <ac:cxnSpMkLst>
            <pc:docMk/>
            <pc:sldMk cId="1567131482" sldId="1278"/>
            <ac:cxnSpMk id="46" creationId="{84DD580C-8B08-F0DA-5459-7A60AEAE8097}"/>
          </ac:cxnSpMkLst>
        </pc:cxnChg>
        <pc:cxnChg chg="add del mod">
          <ac:chgData name="徐志嘉" userId="4f4e22b3-2ff2-4e81-a7cc-1ce68c8c1bc8" providerId="ADAL" clId="{39D4A37E-9991-4686-B771-75935559E58F}" dt="2023-05-10T12:23:45.005" v="1410" actId="478"/>
          <ac:cxnSpMkLst>
            <pc:docMk/>
            <pc:sldMk cId="1567131482" sldId="1278"/>
            <ac:cxnSpMk id="67" creationId="{726D3369-EA9F-3F80-6F7C-F8FCBC192CF7}"/>
          </ac:cxnSpMkLst>
        </pc:cxnChg>
        <pc:cxnChg chg="add mod">
          <ac:chgData name="徐志嘉" userId="4f4e22b3-2ff2-4e81-a7cc-1ce68c8c1bc8" providerId="ADAL" clId="{39D4A37E-9991-4686-B771-75935559E58F}" dt="2023-05-10T12:45:18.519" v="1984" actId="164"/>
          <ac:cxnSpMkLst>
            <pc:docMk/>
            <pc:sldMk cId="1567131482" sldId="1278"/>
            <ac:cxnSpMk id="68" creationId="{1A59D03E-E94D-53A5-F744-3DB6C01D618D}"/>
          </ac:cxnSpMkLst>
        </pc:cxnChg>
        <pc:cxnChg chg="add mod">
          <ac:chgData name="徐志嘉" userId="4f4e22b3-2ff2-4e81-a7cc-1ce68c8c1bc8" providerId="ADAL" clId="{39D4A37E-9991-4686-B771-75935559E58F}" dt="2023-05-10T12:45:18.519" v="1984" actId="164"/>
          <ac:cxnSpMkLst>
            <pc:docMk/>
            <pc:sldMk cId="1567131482" sldId="1278"/>
            <ac:cxnSpMk id="70" creationId="{FD31B057-DE66-8E4D-6F38-A3674D3CE7B0}"/>
          </ac:cxnSpMkLst>
        </pc:cxnChg>
        <pc:cxnChg chg="add mod">
          <ac:chgData name="徐志嘉" userId="4f4e22b3-2ff2-4e81-a7cc-1ce68c8c1bc8" providerId="ADAL" clId="{39D4A37E-9991-4686-B771-75935559E58F}" dt="2023-05-10T12:45:18.519" v="1984" actId="164"/>
          <ac:cxnSpMkLst>
            <pc:docMk/>
            <pc:sldMk cId="1567131482" sldId="1278"/>
            <ac:cxnSpMk id="73" creationId="{1536C2B3-3954-B9DC-A0DD-F7C32074F1F4}"/>
          </ac:cxnSpMkLst>
        </pc:cxnChg>
        <pc:cxnChg chg="add mod">
          <ac:chgData name="徐志嘉" userId="4f4e22b3-2ff2-4e81-a7cc-1ce68c8c1bc8" providerId="ADAL" clId="{39D4A37E-9991-4686-B771-75935559E58F}" dt="2023-05-10T12:46:05.924" v="1991" actId="21"/>
          <ac:cxnSpMkLst>
            <pc:docMk/>
            <pc:sldMk cId="1567131482" sldId="1278"/>
            <ac:cxnSpMk id="81" creationId="{45151400-D331-D4B1-861B-8557514213B7}"/>
          </ac:cxnSpMkLst>
        </pc:cxnChg>
        <pc:cxnChg chg="add mod">
          <ac:chgData name="徐志嘉" userId="4f4e22b3-2ff2-4e81-a7cc-1ce68c8c1bc8" providerId="ADAL" clId="{39D4A37E-9991-4686-B771-75935559E58F}" dt="2023-05-10T12:46:05.924" v="1991" actId="21"/>
          <ac:cxnSpMkLst>
            <pc:docMk/>
            <pc:sldMk cId="1567131482" sldId="1278"/>
            <ac:cxnSpMk id="86" creationId="{CEE22F34-73DC-50D1-3043-D95C2BF5DFE2}"/>
          </ac:cxnSpMkLst>
        </pc:cxnChg>
        <pc:cxnChg chg="add mod">
          <ac:chgData name="徐志嘉" userId="4f4e22b3-2ff2-4e81-a7cc-1ce68c8c1bc8" providerId="ADAL" clId="{39D4A37E-9991-4686-B771-75935559E58F}" dt="2023-05-10T12:46:05.924" v="1991" actId="21"/>
          <ac:cxnSpMkLst>
            <pc:docMk/>
            <pc:sldMk cId="1567131482" sldId="1278"/>
            <ac:cxnSpMk id="92" creationId="{C5D33C6A-7CD0-49E2-E622-E54FEEE82DB3}"/>
          </ac:cxnSpMkLst>
        </pc:cxnChg>
        <pc:cxnChg chg="add mod">
          <ac:chgData name="徐志嘉" userId="4f4e22b3-2ff2-4e81-a7cc-1ce68c8c1bc8" providerId="ADAL" clId="{39D4A37E-9991-4686-B771-75935559E58F}" dt="2023-05-10T12:46:05.924" v="1991" actId="21"/>
          <ac:cxnSpMkLst>
            <pc:docMk/>
            <pc:sldMk cId="1567131482" sldId="1278"/>
            <ac:cxnSpMk id="95" creationId="{B5C3E472-6858-CAF7-00EE-E17A1B407E87}"/>
          </ac:cxnSpMkLst>
        </pc:cxnChg>
        <pc:cxnChg chg="add mod">
          <ac:chgData name="徐志嘉" userId="4f4e22b3-2ff2-4e81-a7cc-1ce68c8c1bc8" providerId="ADAL" clId="{39D4A37E-9991-4686-B771-75935559E58F}" dt="2023-05-10T12:46:05.924" v="1991" actId="21"/>
          <ac:cxnSpMkLst>
            <pc:docMk/>
            <pc:sldMk cId="1567131482" sldId="1278"/>
            <ac:cxnSpMk id="98" creationId="{786681CC-9791-3F7A-C40A-0B7881F02425}"/>
          </ac:cxnSpMkLst>
        </pc:cxnChg>
        <pc:cxnChg chg="add mod">
          <ac:chgData name="徐志嘉" userId="4f4e22b3-2ff2-4e81-a7cc-1ce68c8c1bc8" providerId="ADAL" clId="{39D4A37E-9991-4686-B771-75935559E58F}" dt="2023-05-10T12:46:05.924" v="1991" actId="21"/>
          <ac:cxnSpMkLst>
            <pc:docMk/>
            <pc:sldMk cId="1567131482" sldId="1278"/>
            <ac:cxnSpMk id="103" creationId="{B509D5FA-4A20-53EA-9D3E-F9C86027DD3C}"/>
          </ac:cxnSpMkLst>
        </pc:cxnChg>
        <pc:cxnChg chg="add mod">
          <ac:chgData name="徐志嘉" userId="4f4e22b3-2ff2-4e81-a7cc-1ce68c8c1bc8" providerId="ADAL" clId="{39D4A37E-9991-4686-B771-75935559E58F}" dt="2023-05-10T12:46:05.924" v="1991" actId="21"/>
          <ac:cxnSpMkLst>
            <pc:docMk/>
            <pc:sldMk cId="1567131482" sldId="1278"/>
            <ac:cxnSpMk id="107" creationId="{2C6779CA-98A0-7533-2887-1A397CB77347}"/>
          </ac:cxnSpMkLst>
        </pc:cxnChg>
        <pc:cxnChg chg="add mod">
          <ac:chgData name="徐志嘉" userId="4f4e22b3-2ff2-4e81-a7cc-1ce68c8c1bc8" providerId="ADAL" clId="{39D4A37E-9991-4686-B771-75935559E58F}" dt="2023-05-10T12:46:05.924" v="1991" actId="21"/>
          <ac:cxnSpMkLst>
            <pc:docMk/>
            <pc:sldMk cId="1567131482" sldId="1278"/>
            <ac:cxnSpMk id="112" creationId="{EFDA05A4-36B9-9489-D5C1-0659BEF7DE3B}"/>
          </ac:cxnSpMkLst>
        </pc:cxnChg>
        <pc:cxnChg chg="add del mod">
          <ac:chgData name="徐志嘉" userId="4f4e22b3-2ff2-4e81-a7cc-1ce68c8c1bc8" providerId="ADAL" clId="{39D4A37E-9991-4686-B771-75935559E58F}" dt="2023-05-10T12:34:50.745" v="1694" actId="478"/>
          <ac:cxnSpMkLst>
            <pc:docMk/>
            <pc:sldMk cId="1567131482" sldId="1278"/>
            <ac:cxnSpMk id="118" creationId="{0884349F-A3B1-8EF3-0B7A-9A032D3746E6}"/>
          </ac:cxnSpMkLst>
        </pc:cxnChg>
        <pc:cxnChg chg="add mod">
          <ac:chgData name="徐志嘉" userId="4f4e22b3-2ff2-4e81-a7cc-1ce68c8c1bc8" providerId="ADAL" clId="{39D4A37E-9991-4686-B771-75935559E58F}" dt="2023-05-10T12:45:18.519" v="1984" actId="164"/>
          <ac:cxnSpMkLst>
            <pc:docMk/>
            <pc:sldMk cId="1567131482" sldId="1278"/>
            <ac:cxnSpMk id="121" creationId="{C0EA97A5-D0A7-8E20-82C3-61A1734B9BF4}"/>
          </ac:cxnSpMkLst>
        </pc:cxnChg>
        <pc:cxnChg chg="add mod">
          <ac:chgData name="徐志嘉" userId="4f4e22b3-2ff2-4e81-a7cc-1ce68c8c1bc8" providerId="ADAL" clId="{39D4A37E-9991-4686-B771-75935559E58F}" dt="2023-05-10T12:46:05.924" v="1991" actId="21"/>
          <ac:cxnSpMkLst>
            <pc:docMk/>
            <pc:sldMk cId="1567131482" sldId="1278"/>
            <ac:cxnSpMk id="123" creationId="{19949C5E-0C55-AC1E-5CDD-CC108CEA4171}"/>
          </ac:cxnSpMkLst>
        </pc:cxnChg>
        <pc:cxnChg chg="add mod">
          <ac:chgData name="徐志嘉" userId="4f4e22b3-2ff2-4e81-a7cc-1ce68c8c1bc8" providerId="ADAL" clId="{39D4A37E-9991-4686-B771-75935559E58F}" dt="2023-05-10T12:46:05.924" v="1991" actId="21"/>
          <ac:cxnSpMkLst>
            <pc:docMk/>
            <pc:sldMk cId="1567131482" sldId="1278"/>
            <ac:cxnSpMk id="131" creationId="{99638A08-FEC7-5825-DB14-6137A8DFEE85}"/>
          </ac:cxnSpMkLst>
        </pc:cxnChg>
        <pc:cxnChg chg="add mod">
          <ac:chgData name="徐志嘉" userId="4f4e22b3-2ff2-4e81-a7cc-1ce68c8c1bc8" providerId="ADAL" clId="{39D4A37E-9991-4686-B771-75935559E58F}" dt="2023-05-10T12:46:05.924" v="1991" actId="21"/>
          <ac:cxnSpMkLst>
            <pc:docMk/>
            <pc:sldMk cId="1567131482" sldId="1278"/>
            <ac:cxnSpMk id="135" creationId="{94FCCC34-4E65-ED44-511E-D28DE77CD069}"/>
          </ac:cxnSpMkLst>
        </pc:cxnChg>
        <pc:cxnChg chg="add mod">
          <ac:chgData name="徐志嘉" userId="4f4e22b3-2ff2-4e81-a7cc-1ce68c8c1bc8" providerId="ADAL" clId="{39D4A37E-9991-4686-B771-75935559E58F}" dt="2023-05-10T12:46:05.924" v="1991" actId="21"/>
          <ac:cxnSpMkLst>
            <pc:docMk/>
            <pc:sldMk cId="1567131482" sldId="1278"/>
            <ac:cxnSpMk id="155" creationId="{6B826582-7214-56C3-22DE-D4E049C3A6BF}"/>
          </ac:cxnSpMkLst>
        </pc:cxnChg>
        <pc:cxnChg chg="add mod">
          <ac:chgData name="徐志嘉" userId="4f4e22b3-2ff2-4e81-a7cc-1ce68c8c1bc8" providerId="ADAL" clId="{39D4A37E-9991-4686-B771-75935559E58F}" dt="2023-05-10T12:46:05.924" v="1991" actId="21"/>
          <ac:cxnSpMkLst>
            <pc:docMk/>
            <pc:sldMk cId="1567131482" sldId="1278"/>
            <ac:cxnSpMk id="159" creationId="{A3D0F63B-D1B5-8DA2-D8A8-5E162488239B}"/>
          </ac:cxnSpMkLst>
        </pc:cxnChg>
        <pc:cxnChg chg="add mod">
          <ac:chgData name="徐志嘉" userId="4f4e22b3-2ff2-4e81-a7cc-1ce68c8c1bc8" providerId="ADAL" clId="{39D4A37E-9991-4686-B771-75935559E58F}" dt="2023-05-10T12:46:05.924" v="1991" actId="21"/>
          <ac:cxnSpMkLst>
            <pc:docMk/>
            <pc:sldMk cId="1567131482" sldId="1278"/>
            <ac:cxnSpMk id="172" creationId="{9ECC6710-F4D5-62EB-E5D4-5CD6240BF46E}"/>
          </ac:cxnSpMkLst>
        </pc:cxnChg>
        <pc:cxnChg chg="mod topLvl">
          <ac:chgData name="徐志嘉" userId="4f4e22b3-2ff2-4e81-a7cc-1ce68c8c1bc8" providerId="ADAL" clId="{39D4A37E-9991-4686-B771-75935559E58F}" dt="2023-05-10T14:29:51.693" v="2432" actId="164"/>
          <ac:cxnSpMkLst>
            <pc:docMk/>
            <pc:sldMk cId="1567131482" sldId="1278"/>
            <ac:cxnSpMk id="183" creationId="{6A8E2314-D09D-BEA9-8D2F-E0A1F3A400D4}"/>
          </ac:cxnSpMkLst>
        </pc:cxnChg>
        <pc:cxnChg chg="mod topLvl">
          <ac:chgData name="徐志嘉" userId="4f4e22b3-2ff2-4e81-a7cc-1ce68c8c1bc8" providerId="ADAL" clId="{39D4A37E-9991-4686-B771-75935559E58F}" dt="2023-05-10T14:29:51.693" v="2432" actId="164"/>
          <ac:cxnSpMkLst>
            <pc:docMk/>
            <pc:sldMk cId="1567131482" sldId="1278"/>
            <ac:cxnSpMk id="185" creationId="{5D660097-7F4F-6DCC-0BFF-AFA2D804AE21}"/>
          </ac:cxnSpMkLst>
        </pc:cxnChg>
        <pc:cxnChg chg="mod topLvl">
          <ac:chgData name="徐志嘉" userId="4f4e22b3-2ff2-4e81-a7cc-1ce68c8c1bc8" providerId="ADAL" clId="{39D4A37E-9991-4686-B771-75935559E58F}" dt="2023-05-10T14:29:51.693" v="2432" actId="164"/>
          <ac:cxnSpMkLst>
            <pc:docMk/>
            <pc:sldMk cId="1567131482" sldId="1278"/>
            <ac:cxnSpMk id="186" creationId="{9673EE6C-C3B4-C9D7-6EAB-1E2F49313192}"/>
          </ac:cxnSpMkLst>
        </pc:cxnChg>
        <pc:cxnChg chg="mod topLvl">
          <ac:chgData name="徐志嘉" userId="4f4e22b3-2ff2-4e81-a7cc-1ce68c8c1bc8" providerId="ADAL" clId="{39D4A37E-9991-4686-B771-75935559E58F}" dt="2023-05-10T14:29:51.693" v="2432" actId="164"/>
          <ac:cxnSpMkLst>
            <pc:docMk/>
            <pc:sldMk cId="1567131482" sldId="1278"/>
            <ac:cxnSpMk id="188" creationId="{A14767D6-39CF-FF55-E4D8-7AA17B640BC0}"/>
          </ac:cxnSpMkLst>
        </pc:cxnChg>
        <pc:cxnChg chg="mod topLvl">
          <ac:chgData name="徐志嘉" userId="4f4e22b3-2ff2-4e81-a7cc-1ce68c8c1bc8" providerId="ADAL" clId="{39D4A37E-9991-4686-B771-75935559E58F}" dt="2023-05-10T14:29:51.693" v="2432" actId="164"/>
          <ac:cxnSpMkLst>
            <pc:docMk/>
            <pc:sldMk cId="1567131482" sldId="1278"/>
            <ac:cxnSpMk id="190" creationId="{2F4C1D8D-950A-FF92-66C0-DD43ECD3B6BE}"/>
          </ac:cxnSpMkLst>
        </pc:cxnChg>
        <pc:cxnChg chg="del mod topLvl">
          <ac:chgData name="徐志嘉" userId="4f4e22b3-2ff2-4e81-a7cc-1ce68c8c1bc8" providerId="ADAL" clId="{39D4A37E-9991-4686-B771-75935559E58F}" dt="2023-05-10T14:17:58.956" v="2258" actId="478"/>
          <ac:cxnSpMkLst>
            <pc:docMk/>
            <pc:sldMk cId="1567131482" sldId="1278"/>
            <ac:cxnSpMk id="192" creationId="{31576B25-142F-BDC6-51D6-CC0AD583C7E2}"/>
          </ac:cxnSpMkLst>
        </pc:cxnChg>
        <pc:cxnChg chg="mod topLvl">
          <ac:chgData name="徐志嘉" userId="4f4e22b3-2ff2-4e81-a7cc-1ce68c8c1bc8" providerId="ADAL" clId="{39D4A37E-9991-4686-B771-75935559E58F}" dt="2023-05-10T14:29:51.693" v="2432" actId="164"/>
          <ac:cxnSpMkLst>
            <pc:docMk/>
            <pc:sldMk cId="1567131482" sldId="1278"/>
            <ac:cxnSpMk id="193" creationId="{CA23D2E1-C510-4DF7-F7A7-90A0DC0318A1}"/>
          </ac:cxnSpMkLst>
        </pc:cxnChg>
        <pc:cxnChg chg="mod topLvl">
          <ac:chgData name="徐志嘉" userId="4f4e22b3-2ff2-4e81-a7cc-1ce68c8c1bc8" providerId="ADAL" clId="{39D4A37E-9991-4686-B771-75935559E58F}" dt="2023-05-10T14:29:51.693" v="2432" actId="164"/>
          <ac:cxnSpMkLst>
            <pc:docMk/>
            <pc:sldMk cId="1567131482" sldId="1278"/>
            <ac:cxnSpMk id="194" creationId="{064DAD2C-B7B4-2BE0-EFF5-43BFD4706817}"/>
          </ac:cxnSpMkLst>
        </pc:cxnChg>
        <pc:cxnChg chg="del mod topLvl">
          <ac:chgData name="徐志嘉" userId="4f4e22b3-2ff2-4e81-a7cc-1ce68c8c1bc8" providerId="ADAL" clId="{39D4A37E-9991-4686-B771-75935559E58F}" dt="2023-05-10T14:17:47.282" v="2230" actId="478"/>
          <ac:cxnSpMkLst>
            <pc:docMk/>
            <pc:sldMk cId="1567131482" sldId="1278"/>
            <ac:cxnSpMk id="196" creationId="{D3D58EF6-35F5-3C88-6ED5-8A16F7EF48F2}"/>
          </ac:cxnSpMkLst>
        </pc:cxnChg>
        <pc:cxnChg chg="mod topLvl">
          <ac:chgData name="徐志嘉" userId="4f4e22b3-2ff2-4e81-a7cc-1ce68c8c1bc8" providerId="ADAL" clId="{39D4A37E-9991-4686-B771-75935559E58F}" dt="2023-05-10T14:29:51.693" v="2432" actId="164"/>
          <ac:cxnSpMkLst>
            <pc:docMk/>
            <pc:sldMk cId="1567131482" sldId="1278"/>
            <ac:cxnSpMk id="197" creationId="{75FE9785-2717-73DB-40AC-FC403467F1C3}"/>
          </ac:cxnSpMkLst>
        </pc:cxnChg>
        <pc:cxnChg chg="mod topLvl">
          <ac:chgData name="徐志嘉" userId="4f4e22b3-2ff2-4e81-a7cc-1ce68c8c1bc8" providerId="ADAL" clId="{39D4A37E-9991-4686-B771-75935559E58F}" dt="2023-05-10T14:29:51.693" v="2432" actId="164"/>
          <ac:cxnSpMkLst>
            <pc:docMk/>
            <pc:sldMk cId="1567131482" sldId="1278"/>
            <ac:cxnSpMk id="198" creationId="{02D8D848-63AF-4DB8-CD9B-B66BFC9C80DE}"/>
          </ac:cxnSpMkLst>
        </pc:cxnChg>
        <pc:cxnChg chg="mod topLvl">
          <ac:chgData name="徐志嘉" userId="4f4e22b3-2ff2-4e81-a7cc-1ce68c8c1bc8" providerId="ADAL" clId="{39D4A37E-9991-4686-B771-75935559E58F}" dt="2023-05-10T14:29:51.693" v="2432" actId="164"/>
          <ac:cxnSpMkLst>
            <pc:docMk/>
            <pc:sldMk cId="1567131482" sldId="1278"/>
            <ac:cxnSpMk id="199" creationId="{21413B16-E30A-5524-9E38-89624B02F1BA}"/>
          </ac:cxnSpMkLst>
        </pc:cxnChg>
        <pc:cxnChg chg="mod topLvl">
          <ac:chgData name="徐志嘉" userId="4f4e22b3-2ff2-4e81-a7cc-1ce68c8c1bc8" providerId="ADAL" clId="{39D4A37E-9991-4686-B771-75935559E58F}" dt="2023-05-10T14:29:51.693" v="2432" actId="164"/>
          <ac:cxnSpMkLst>
            <pc:docMk/>
            <pc:sldMk cId="1567131482" sldId="1278"/>
            <ac:cxnSpMk id="200" creationId="{7E18FAEE-509F-72FB-AFE3-379E5CC49B29}"/>
          </ac:cxnSpMkLst>
        </pc:cxnChg>
        <pc:cxnChg chg="mod topLvl">
          <ac:chgData name="徐志嘉" userId="4f4e22b3-2ff2-4e81-a7cc-1ce68c8c1bc8" providerId="ADAL" clId="{39D4A37E-9991-4686-B771-75935559E58F}" dt="2023-05-10T14:29:51.693" v="2432" actId="164"/>
          <ac:cxnSpMkLst>
            <pc:docMk/>
            <pc:sldMk cId="1567131482" sldId="1278"/>
            <ac:cxnSpMk id="202" creationId="{2E989874-9C05-CD12-9FEF-BD96CCBA1E55}"/>
          </ac:cxnSpMkLst>
        </pc:cxnChg>
        <pc:cxnChg chg="mod topLvl">
          <ac:chgData name="徐志嘉" userId="4f4e22b3-2ff2-4e81-a7cc-1ce68c8c1bc8" providerId="ADAL" clId="{39D4A37E-9991-4686-B771-75935559E58F}" dt="2023-05-10T14:29:51.693" v="2432" actId="164"/>
          <ac:cxnSpMkLst>
            <pc:docMk/>
            <pc:sldMk cId="1567131482" sldId="1278"/>
            <ac:cxnSpMk id="203" creationId="{87E618E8-355B-C362-995B-A79545BB72E4}"/>
          </ac:cxnSpMkLst>
        </pc:cxnChg>
        <pc:cxnChg chg="mod topLvl">
          <ac:chgData name="徐志嘉" userId="4f4e22b3-2ff2-4e81-a7cc-1ce68c8c1bc8" providerId="ADAL" clId="{39D4A37E-9991-4686-B771-75935559E58F}" dt="2023-05-10T14:29:51.693" v="2432" actId="164"/>
          <ac:cxnSpMkLst>
            <pc:docMk/>
            <pc:sldMk cId="1567131482" sldId="1278"/>
            <ac:cxnSpMk id="204" creationId="{CD10B61B-4799-8E3C-078F-0688D07C2CA3}"/>
          </ac:cxnSpMkLst>
        </pc:cxnChg>
        <pc:cxnChg chg="mod topLvl">
          <ac:chgData name="徐志嘉" userId="4f4e22b3-2ff2-4e81-a7cc-1ce68c8c1bc8" providerId="ADAL" clId="{39D4A37E-9991-4686-B771-75935559E58F}" dt="2023-05-10T14:29:51.693" v="2432" actId="164"/>
          <ac:cxnSpMkLst>
            <pc:docMk/>
            <pc:sldMk cId="1567131482" sldId="1278"/>
            <ac:cxnSpMk id="207" creationId="{105F9220-3CDE-0D50-4F74-A9AF33C8A68A}"/>
          </ac:cxnSpMkLst>
        </pc:cxnChg>
        <pc:cxnChg chg="mod topLvl">
          <ac:chgData name="徐志嘉" userId="4f4e22b3-2ff2-4e81-a7cc-1ce68c8c1bc8" providerId="ADAL" clId="{39D4A37E-9991-4686-B771-75935559E58F}" dt="2023-05-10T14:29:51.693" v="2432" actId="164"/>
          <ac:cxnSpMkLst>
            <pc:docMk/>
            <pc:sldMk cId="1567131482" sldId="1278"/>
            <ac:cxnSpMk id="208" creationId="{595BB5D0-0842-3049-04D6-F5D9E49C590F}"/>
          </ac:cxnSpMkLst>
        </pc:cxnChg>
        <pc:cxnChg chg="mod topLvl">
          <ac:chgData name="徐志嘉" userId="4f4e22b3-2ff2-4e81-a7cc-1ce68c8c1bc8" providerId="ADAL" clId="{39D4A37E-9991-4686-B771-75935559E58F}" dt="2023-05-10T14:29:51.693" v="2432" actId="164"/>
          <ac:cxnSpMkLst>
            <pc:docMk/>
            <pc:sldMk cId="1567131482" sldId="1278"/>
            <ac:cxnSpMk id="210" creationId="{999B03B7-19C0-F4C7-D01F-EF9D6989D834}"/>
          </ac:cxnSpMkLst>
        </pc:cxnChg>
        <pc:cxnChg chg="mod topLvl">
          <ac:chgData name="徐志嘉" userId="4f4e22b3-2ff2-4e81-a7cc-1ce68c8c1bc8" providerId="ADAL" clId="{39D4A37E-9991-4686-B771-75935559E58F}" dt="2023-05-10T14:29:51.693" v="2432" actId="164"/>
          <ac:cxnSpMkLst>
            <pc:docMk/>
            <pc:sldMk cId="1567131482" sldId="1278"/>
            <ac:cxnSpMk id="211" creationId="{80FD7B48-38AE-D152-6417-5C1D5B58D0E1}"/>
          </ac:cxnSpMkLst>
        </pc:cxnChg>
        <pc:cxnChg chg="mod topLvl">
          <ac:chgData name="徐志嘉" userId="4f4e22b3-2ff2-4e81-a7cc-1ce68c8c1bc8" providerId="ADAL" clId="{39D4A37E-9991-4686-B771-75935559E58F}" dt="2023-05-10T14:29:51.693" v="2432" actId="164"/>
          <ac:cxnSpMkLst>
            <pc:docMk/>
            <pc:sldMk cId="1567131482" sldId="1278"/>
            <ac:cxnSpMk id="213" creationId="{04A77D1C-D465-DF2F-344C-8C031EBEB100}"/>
          </ac:cxnSpMkLst>
        </pc:cxnChg>
        <pc:cxnChg chg="mod topLvl">
          <ac:chgData name="徐志嘉" userId="4f4e22b3-2ff2-4e81-a7cc-1ce68c8c1bc8" providerId="ADAL" clId="{39D4A37E-9991-4686-B771-75935559E58F}" dt="2023-05-10T14:29:51.693" v="2432" actId="164"/>
          <ac:cxnSpMkLst>
            <pc:docMk/>
            <pc:sldMk cId="1567131482" sldId="1278"/>
            <ac:cxnSpMk id="214" creationId="{FBAA31EA-6802-0CA3-9658-33A35AEBF6B1}"/>
          </ac:cxnSpMkLst>
        </pc:cxnChg>
        <pc:cxnChg chg="mod topLvl">
          <ac:chgData name="徐志嘉" userId="4f4e22b3-2ff2-4e81-a7cc-1ce68c8c1bc8" providerId="ADAL" clId="{39D4A37E-9991-4686-B771-75935559E58F}" dt="2023-05-10T14:29:51.693" v="2432" actId="164"/>
          <ac:cxnSpMkLst>
            <pc:docMk/>
            <pc:sldMk cId="1567131482" sldId="1278"/>
            <ac:cxnSpMk id="216" creationId="{6D7E34AC-0F74-F9CE-FCF0-9D3ACCB8052A}"/>
          </ac:cxnSpMkLst>
        </pc:cxnChg>
        <pc:cxnChg chg="add mod topLvl">
          <ac:chgData name="徐志嘉" userId="4f4e22b3-2ff2-4e81-a7cc-1ce68c8c1bc8" providerId="ADAL" clId="{39D4A37E-9991-4686-B771-75935559E58F}" dt="2023-05-10T14:29:51.693" v="2432" actId="164"/>
          <ac:cxnSpMkLst>
            <pc:docMk/>
            <pc:sldMk cId="1567131482" sldId="1278"/>
            <ac:cxnSpMk id="245" creationId="{8AFC3886-2B5D-FC70-1F60-BD3937FD45EC}"/>
          </ac:cxnSpMkLst>
        </pc:cxnChg>
        <pc:cxnChg chg="add mod topLvl">
          <ac:chgData name="徐志嘉" userId="4f4e22b3-2ff2-4e81-a7cc-1ce68c8c1bc8" providerId="ADAL" clId="{39D4A37E-9991-4686-B771-75935559E58F}" dt="2023-05-10T14:29:51.693" v="2432" actId="164"/>
          <ac:cxnSpMkLst>
            <pc:docMk/>
            <pc:sldMk cId="1567131482" sldId="1278"/>
            <ac:cxnSpMk id="246" creationId="{1016F994-D776-50F5-C266-AEA4C44FEF97}"/>
          </ac:cxnSpMkLst>
        </pc:cxnChg>
        <pc:cxnChg chg="add mod topLvl">
          <ac:chgData name="徐志嘉" userId="4f4e22b3-2ff2-4e81-a7cc-1ce68c8c1bc8" providerId="ADAL" clId="{39D4A37E-9991-4686-B771-75935559E58F}" dt="2023-05-10T14:29:51.693" v="2432" actId="164"/>
          <ac:cxnSpMkLst>
            <pc:docMk/>
            <pc:sldMk cId="1567131482" sldId="1278"/>
            <ac:cxnSpMk id="248" creationId="{24C10252-A3DE-B845-A032-9C9A95120F0A}"/>
          </ac:cxnSpMkLst>
        </pc:cxnChg>
        <pc:cxnChg chg="add mod topLvl">
          <ac:chgData name="徐志嘉" userId="4f4e22b3-2ff2-4e81-a7cc-1ce68c8c1bc8" providerId="ADAL" clId="{39D4A37E-9991-4686-B771-75935559E58F}" dt="2023-05-10T14:29:51.693" v="2432" actId="164"/>
          <ac:cxnSpMkLst>
            <pc:docMk/>
            <pc:sldMk cId="1567131482" sldId="1278"/>
            <ac:cxnSpMk id="255" creationId="{9D2BB5C1-7745-BAB5-D897-EDF281D97B67}"/>
          </ac:cxnSpMkLst>
        </pc:cxnChg>
      </pc:sldChg>
      <pc:sldChg chg="addSp delSp modSp new mod ord">
        <pc:chgData name="徐志嘉" userId="4f4e22b3-2ff2-4e81-a7cc-1ce68c8c1bc8" providerId="ADAL" clId="{39D4A37E-9991-4686-B771-75935559E58F}" dt="2023-05-11T06:36:56.764" v="4001" actId="20577"/>
        <pc:sldMkLst>
          <pc:docMk/>
          <pc:sldMk cId="128824753" sldId="1279"/>
        </pc:sldMkLst>
        <pc:spChg chg="mod">
          <ac:chgData name="徐志嘉" userId="4f4e22b3-2ff2-4e81-a7cc-1ce68c8c1bc8" providerId="ADAL" clId="{39D4A37E-9991-4686-B771-75935559E58F}" dt="2023-05-11T06:36:13.626" v="3954" actId="6549"/>
          <ac:spMkLst>
            <pc:docMk/>
            <pc:sldMk cId="128824753" sldId="1279"/>
            <ac:spMk id="2" creationId="{ED031612-EAB4-5851-CBE6-0EC2A1013C8A}"/>
          </ac:spMkLst>
        </pc:spChg>
        <pc:spChg chg="mod">
          <ac:chgData name="徐志嘉" userId="4f4e22b3-2ff2-4e81-a7cc-1ce68c8c1bc8" providerId="ADAL" clId="{39D4A37E-9991-4686-B771-75935559E58F}" dt="2023-05-11T06:36:56.764" v="4001" actId="20577"/>
          <ac:spMkLst>
            <pc:docMk/>
            <pc:sldMk cId="128824753" sldId="1279"/>
            <ac:spMk id="3" creationId="{EC799709-E806-057D-A720-897055B6FA38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4" creationId="{19F0CF74-EA8E-2D12-2693-55844215C046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5" creationId="{92E6F7AC-5CEA-7608-9912-32A45507E1C8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6" creationId="{86907D1F-B32A-49B4-CA0E-3E932A4BCE2D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7" creationId="{9D361A62-E90D-B84B-4875-2E9830C8C35B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8" creationId="{A746393E-74A6-EB8A-8E04-8EAB05B5C238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9" creationId="{8BAED386-1A08-100A-4C11-56E9C6A60BAE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10" creationId="{CC469537-378E-384A-03E0-0BD13C6FBF09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11" creationId="{843B1696-64ED-53DD-9691-669C8B093DB5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12" creationId="{6BD3CE0E-378E-854B-CD20-FE3F530AEE1B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13" creationId="{EA85D6AE-E9E3-F731-6D81-0B9FE5190664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14" creationId="{2FEA02EF-B9F1-2AE8-BD33-F71F38A00CD1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15" creationId="{D773FAC6-67DB-0923-2CC8-C692D5061BD5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16" creationId="{666670D5-5475-9933-9506-725921D961A3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17" creationId="{0AB71CD3-E6BC-F14B-962E-3FE35424C059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18" creationId="{90B2741C-E7A4-B6E3-47EC-595D96DB8F31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19" creationId="{57FD7388-62AB-9228-EEA2-74DA7BFAA5DC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20" creationId="{2C7C45DA-E2D5-E10F-CE7D-070C1A2CA627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21" creationId="{B5C8ACE9-4D1A-AD6B-61C4-ADD24EF6A296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22" creationId="{B095C5D9-8F3F-6B4E-0480-3C5453842B46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23" creationId="{224974E5-5B05-4302-3280-737CC1C4FFB3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24" creationId="{DE4DA18C-CB69-99EC-23A9-2E5CF7F7CB9F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25" creationId="{8796AD4A-9F9D-7645-EE73-4DCA87AB49AE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26" creationId="{9012AD70-2E4E-D3DF-B1FB-A172D79FAC03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27" creationId="{2A5FEA7E-1D53-3A43-6CB8-E20E92B2FECB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28" creationId="{E3DCF2DB-8E65-E891-97AC-8F1FCF16F580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29" creationId="{529D0489-9976-7958-0274-9EE51919D42A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30" creationId="{B171F35C-1380-41FD-D621-719EA983D410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31" creationId="{46214647-E270-4A80-E703-6025DA45C9BF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32" creationId="{99650525-B5CE-A8E4-4083-C6FF71CC06C7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33" creationId="{D27F67C1-E0EA-1130-40D8-D6EDE649AB46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34" creationId="{F04DEB17-7056-35D6-CB3D-1C0C5086C08A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35" creationId="{2D8AAF0C-B6A7-EC85-53A0-E891181D49D1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36" creationId="{714282D2-65AE-8C3B-1786-1115DC05FE5D}"/>
          </ac:spMkLst>
        </pc:spChg>
        <pc:spChg chg="add del mod">
          <ac:chgData name="徐志嘉" userId="4f4e22b3-2ff2-4e81-a7cc-1ce68c8c1bc8" providerId="ADAL" clId="{39D4A37E-9991-4686-B771-75935559E58F}" dt="2023-05-10T14:44:14.107" v="2805" actId="478"/>
          <ac:spMkLst>
            <pc:docMk/>
            <pc:sldMk cId="128824753" sldId="1279"/>
            <ac:spMk id="37" creationId="{C42063F7-ACCE-67B8-0126-3809EFF85B88}"/>
          </ac:spMkLst>
        </pc:spChg>
        <pc:spChg chg="add mod">
          <ac:chgData name="徐志嘉" userId="4f4e22b3-2ff2-4e81-a7cc-1ce68c8c1bc8" providerId="ADAL" clId="{39D4A37E-9991-4686-B771-75935559E58F}" dt="2023-05-10T14:42:00.550" v="2714" actId="1038"/>
          <ac:spMkLst>
            <pc:docMk/>
            <pc:sldMk cId="128824753" sldId="1279"/>
            <ac:spMk id="38" creationId="{2E852B7D-B306-6835-E500-373C91589079}"/>
          </ac:spMkLst>
        </pc:spChg>
        <pc:spChg chg="add mod">
          <ac:chgData name="徐志嘉" userId="4f4e22b3-2ff2-4e81-a7cc-1ce68c8c1bc8" providerId="ADAL" clId="{39D4A37E-9991-4686-B771-75935559E58F}" dt="2023-05-10T14:42:32.307" v="2719" actId="14100"/>
          <ac:spMkLst>
            <pc:docMk/>
            <pc:sldMk cId="128824753" sldId="1279"/>
            <ac:spMk id="39" creationId="{D10CC8A9-382B-DB9A-289F-03DE3277108D}"/>
          </ac:spMkLst>
        </pc:spChg>
        <pc:spChg chg="add del mod">
          <ac:chgData name="徐志嘉" userId="4f4e22b3-2ff2-4e81-a7cc-1ce68c8c1bc8" providerId="ADAL" clId="{39D4A37E-9991-4686-B771-75935559E58F}" dt="2023-05-10T14:42:37.181" v="2720" actId="21"/>
          <ac:spMkLst>
            <pc:docMk/>
            <pc:sldMk cId="128824753" sldId="1279"/>
            <ac:spMk id="40" creationId="{3655947E-010C-5F73-68AA-446BBF5CA199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41" creationId="{5C36C1B4-793C-E1AA-051F-B3C778488C29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42" creationId="{B1369412-F629-7263-B8E6-191BACE8E103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43" creationId="{73C951FE-5BDA-7ABD-1F5B-9D22FCCE5871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44" creationId="{97211634-DB27-2CAE-C950-5E17A5F2A55F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45" creationId="{49372085-7D18-E5C3-2218-EE6C980AA3CC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46" creationId="{15F5B731-16F8-3A78-4F58-CA3B99933E3B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47" creationId="{88CBA295-7B27-0C1C-B731-513126FE049D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48" creationId="{2EA52417-2362-D020-8603-A252C3E723E8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49" creationId="{F4AEC2A4-6603-BFD3-6A35-7215DCD0D7D9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50" creationId="{F9CF4DF1-BB4B-73C3-C791-63B39689432E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51" creationId="{746AAF49-1362-4E1B-FA83-050A12C3E545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52" creationId="{68962849-305F-8403-E3FC-FF1F4F308A64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53" creationId="{54F0AD45-5C73-3D9A-5C08-D6B9AA3B4BCF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54" creationId="{F8E39E59-CEC1-C2E3-D9F6-8C54146848DB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55" creationId="{6F50C180-9C5F-9B18-30A9-5CD539F0C23E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56" creationId="{03B3DA24-FE58-CA62-B8FD-F48B571ED580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57" creationId="{F7CE822C-045B-AD5C-7D84-FBC4AD8DB880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58" creationId="{3F2B4640-4E20-18D3-70D7-919BBB0A017D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59" creationId="{4CA9E287-4A66-DF7A-E479-8AC8E4786510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60" creationId="{F2A1B872-F1F3-BAD7-4A3E-F1B22F9CB721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61" creationId="{5C1E6FE0-6F9C-C39E-B7CE-777BD5866E22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62" creationId="{5B4842B7-7F44-6858-ADFF-8B932643AF99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63" creationId="{39CD0D6F-636B-4DE8-FE6D-35358FE4EC2F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64" creationId="{122E7535-E153-CFE5-EEEC-B63B090A3304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65" creationId="{E8B14191-F4EF-9D7F-87B1-9B41E3C3C6E4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66" creationId="{42CA796A-A5C4-FE94-BFA9-AC05ED83DE86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67" creationId="{E6CC334D-8855-C456-BB55-A403C64662D9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68" creationId="{2707D55A-2A59-36E1-384A-78CFEF1D93DD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69" creationId="{6E2D6ED6-8DD3-8956-FAD5-2449DB5E0CFD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70" creationId="{2AABE200-3D62-9E5E-85D6-760890ECB2D5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71" creationId="{3A9ED22A-B939-435C-DAC9-C54CE683BC7D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72" creationId="{A5D4D786-5D0F-A3CE-41B6-CDE4694372B8}"/>
          </ac:spMkLst>
        </pc:spChg>
        <pc:spChg chg="add mod">
          <ac:chgData name="徐志嘉" userId="4f4e22b3-2ff2-4e81-a7cc-1ce68c8c1bc8" providerId="ADAL" clId="{39D4A37E-9991-4686-B771-75935559E58F}" dt="2023-05-10T14:44:15.120" v="2806"/>
          <ac:spMkLst>
            <pc:docMk/>
            <pc:sldMk cId="128824753" sldId="1279"/>
            <ac:spMk id="73" creationId="{B5151C30-7952-95D0-B149-3C256F72F370}"/>
          </ac:spMkLst>
        </pc:spChg>
        <pc:spChg chg="add mod">
          <ac:chgData name="徐志嘉" userId="4f4e22b3-2ff2-4e81-a7cc-1ce68c8c1bc8" providerId="ADAL" clId="{39D4A37E-9991-4686-B771-75935559E58F}" dt="2023-05-10T14:47:31.392" v="2837" actId="1076"/>
          <ac:spMkLst>
            <pc:docMk/>
            <pc:sldMk cId="128824753" sldId="1279"/>
            <ac:spMk id="74" creationId="{0B5A0882-C60C-BF2A-3EEF-CBD1108380E2}"/>
          </ac:spMkLst>
        </pc:spChg>
      </pc:sldChg>
      <pc:sldChg chg="delSp modSp add del mod">
        <pc:chgData name="徐志嘉" userId="4f4e22b3-2ff2-4e81-a7cc-1ce68c8c1bc8" providerId="ADAL" clId="{39D4A37E-9991-4686-B771-75935559E58F}" dt="2023-05-10T15:42:14.049" v="3017" actId="47"/>
        <pc:sldMkLst>
          <pc:docMk/>
          <pc:sldMk cId="732893859" sldId="1280"/>
        </pc:sldMkLst>
        <pc:spChg chg="mod">
          <ac:chgData name="徐志嘉" userId="4f4e22b3-2ff2-4e81-a7cc-1ce68c8c1bc8" providerId="ADAL" clId="{39D4A37E-9991-4686-B771-75935559E58F}" dt="2023-05-10T15:41:39.160" v="3012" actId="207"/>
          <ac:spMkLst>
            <pc:docMk/>
            <pc:sldMk cId="732893859" sldId="1280"/>
            <ac:spMk id="2" creationId="{630BA6B5-4C6C-687A-FF3D-84668818FDF5}"/>
          </ac:spMkLst>
        </pc:spChg>
        <pc:spChg chg="mod">
          <ac:chgData name="徐志嘉" userId="4f4e22b3-2ff2-4e81-a7cc-1ce68c8c1bc8" providerId="ADAL" clId="{39D4A37E-9991-4686-B771-75935559E58F}" dt="2023-05-10T15:41:39.160" v="3012" actId="207"/>
          <ac:spMkLst>
            <pc:docMk/>
            <pc:sldMk cId="732893859" sldId="1280"/>
            <ac:spMk id="6" creationId="{B145509D-B3AC-FC7C-4EA6-A5C7AE75F3B6}"/>
          </ac:spMkLst>
        </pc:spChg>
        <pc:spChg chg="mod">
          <ac:chgData name="徐志嘉" userId="4f4e22b3-2ff2-4e81-a7cc-1ce68c8c1bc8" providerId="ADAL" clId="{39D4A37E-9991-4686-B771-75935559E58F}" dt="2023-05-10T15:41:39.160" v="3012" actId="207"/>
          <ac:spMkLst>
            <pc:docMk/>
            <pc:sldMk cId="732893859" sldId="1280"/>
            <ac:spMk id="7" creationId="{36ADF90D-8ECC-BF70-EF1D-C3F076342F5D}"/>
          </ac:spMkLst>
        </pc:spChg>
        <pc:spChg chg="mod">
          <ac:chgData name="徐志嘉" userId="4f4e22b3-2ff2-4e81-a7cc-1ce68c8c1bc8" providerId="ADAL" clId="{39D4A37E-9991-4686-B771-75935559E58F}" dt="2023-05-10T15:41:14.218" v="2986" actId="6549"/>
          <ac:spMkLst>
            <pc:docMk/>
            <pc:sldMk cId="732893859" sldId="1280"/>
            <ac:spMk id="20" creationId="{378FA98C-D958-3089-E8F3-A0635A3A2AC0}"/>
          </ac:spMkLst>
        </pc:spChg>
        <pc:spChg chg="del">
          <ac:chgData name="徐志嘉" userId="4f4e22b3-2ff2-4e81-a7cc-1ce68c8c1bc8" providerId="ADAL" clId="{39D4A37E-9991-4686-B771-75935559E58F}" dt="2023-05-10T15:41:19.250" v="2987" actId="478"/>
          <ac:spMkLst>
            <pc:docMk/>
            <pc:sldMk cId="732893859" sldId="1280"/>
            <ac:spMk id="21" creationId="{47C78E73-8E65-2AC1-54DB-5EAE779606B2}"/>
          </ac:spMkLst>
        </pc:spChg>
        <pc:spChg chg="del">
          <ac:chgData name="徐志嘉" userId="4f4e22b3-2ff2-4e81-a7cc-1ce68c8c1bc8" providerId="ADAL" clId="{39D4A37E-9991-4686-B771-75935559E58F}" dt="2023-05-10T15:41:19.250" v="2987" actId="478"/>
          <ac:spMkLst>
            <pc:docMk/>
            <pc:sldMk cId="732893859" sldId="1280"/>
            <ac:spMk id="28" creationId="{8FA5EF73-518D-BE48-D4F0-34C55658D560}"/>
          </ac:spMkLst>
        </pc:spChg>
        <pc:spChg chg="del">
          <ac:chgData name="徐志嘉" userId="4f4e22b3-2ff2-4e81-a7cc-1ce68c8c1bc8" providerId="ADAL" clId="{39D4A37E-9991-4686-B771-75935559E58F}" dt="2023-05-10T15:41:19.250" v="2987" actId="478"/>
          <ac:spMkLst>
            <pc:docMk/>
            <pc:sldMk cId="732893859" sldId="1280"/>
            <ac:spMk id="35" creationId="{F4FF57A1-27E8-0A66-F356-EACD880D4DCF}"/>
          </ac:spMkLst>
        </pc:spChg>
        <pc:spChg chg="mod">
          <ac:chgData name="徐志嘉" userId="4f4e22b3-2ff2-4e81-a7cc-1ce68c8c1bc8" providerId="ADAL" clId="{39D4A37E-9991-4686-B771-75935559E58F}" dt="2023-05-10T15:41:39.160" v="3012" actId="207"/>
          <ac:spMkLst>
            <pc:docMk/>
            <pc:sldMk cId="732893859" sldId="1280"/>
            <ac:spMk id="37" creationId="{AF46D3D5-D363-AA3B-B56D-8DEFAE26F99E}"/>
          </ac:spMkLst>
        </pc:spChg>
        <pc:spChg chg="mod">
          <ac:chgData name="徐志嘉" userId="4f4e22b3-2ff2-4e81-a7cc-1ce68c8c1bc8" providerId="ADAL" clId="{39D4A37E-9991-4686-B771-75935559E58F}" dt="2023-05-10T15:41:39.160" v="3012" actId="207"/>
          <ac:spMkLst>
            <pc:docMk/>
            <pc:sldMk cId="732893859" sldId="1280"/>
            <ac:spMk id="38" creationId="{2D6FB4B3-8EE8-3C21-FC46-700DEFED7B6A}"/>
          </ac:spMkLst>
        </pc:spChg>
        <pc:spChg chg="mod">
          <ac:chgData name="徐志嘉" userId="4f4e22b3-2ff2-4e81-a7cc-1ce68c8c1bc8" providerId="ADAL" clId="{39D4A37E-9991-4686-B771-75935559E58F}" dt="2023-05-10T15:41:39.160" v="3012" actId="207"/>
          <ac:spMkLst>
            <pc:docMk/>
            <pc:sldMk cId="732893859" sldId="1280"/>
            <ac:spMk id="39" creationId="{927650D6-A06F-E40D-2078-E46CA33F0024}"/>
          </ac:spMkLst>
        </pc:spChg>
        <pc:spChg chg="mod">
          <ac:chgData name="徐志嘉" userId="4f4e22b3-2ff2-4e81-a7cc-1ce68c8c1bc8" providerId="ADAL" clId="{39D4A37E-9991-4686-B771-75935559E58F}" dt="2023-05-10T15:41:39.160" v="3012" actId="207"/>
          <ac:spMkLst>
            <pc:docMk/>
            <pc:sldMk cId="732893859" sldId="1280"/>
            <ac:spMk id="40" creationId="{901052AA-5035-52F4-6C61-D9040655B458}"/>
          </ac:spMkLst>
        </pc:spChg>
        <pc:spChg chg="del">
          <ac:chgData name="徐志嘉" userId="4f4e22b3-2ff2-4e81-a7cc-1ce68c8c1bc8" providerId="ADAL" clId="{39D4A37E-9991-4686-B771-75935559E58F}" dt="2023-05-10T15:41:19.250" v="2987" actId="478"/>
          <ac:spMkLst>
            <pc:docMk/>
            <pc:sldMk cId="732893859" sldId="1280"/>
            <ac:spMk id="45" creationId="{B508C95E-E5E3-C96C-2DB2-239CA8575C8B}"/>
          </ac:spMkLst>
        </pc:spChg>
        <pc:spChg chg="del">
          <ac:chgData name="徐志嘉" userId="4f4e22b3-2ff2-4e81-a7cc-1ce68c8c1bc8" providerId="ADAL" clId="{39D4A37E-9991-4686-B771-75935559E58F}" dt="2023-05-10T15:41:19.250" v="2987" actId="478"/>
          <ac:spMkLst>
            <pc:docMk/>
            <pc:sldMk cId="732893859" sldId="1280"/>
            <ac:spMk id="61" creationId="{D1C3FA23-8BB6-CCAA-B6F7-305FCD1B3399}"/>
          </ac:spMkLst>
        </pc:spChg>
        <pc:spChg chg="mod">
          <ac:chgData name="徐志嘉" userId="4f4e22b3-2ff2-4e81-a7cc-1ce68c8c1bc8" providerId="ADAL" clId="{39D4A37E-9991-4686-B771-75935559E58F}" dt="2023-05-10T15:41:39.160" v="3012" actId="207"/>
          <ac:spMkLst>
            <pc:docMk/>
            <pc:sldMk cId="732893859" sldId="1280"/>
            <ac:spMk id="63" creationId="{EAA669FF-873E-9F05-EAC7-1356650E62C0}"/>
          </ac:spMkLst>
        </pc:spChg>
        <pc:spChg chg="mod">
          <ac:chgData name="徐志嘉" userId="4f4e22b3-2ff2-4e81-a7cc-1ce68c8c1bc8" providerId="ADAL" clId="{39D4A37E-9991-4686-B771-75935559E58F}" dt="2023-05-10T15:41:39.160" v="3012" actId="207"/>
          <ac:spMkLst>
            <pc:docMk/>
            <pc:sldMk cId="732893859" sldId="1280"/>
            <ac:spMk id="64" creationId="{91161426-23B6-5436-01C1-607E214194B8}"/>
          </ac:spMkLst>
        </pc:spChg>
        <pc:spChg chg="mod">
          <ac:chgData name="徐志嘉" userId="4f4e22b3-2ff2-4e81-a7cc-1ce68c8c1bc8" providerId="ADAL" clId="{39D4A37E-9991-4686-B771-75935559E58F}" dt="2023-05-10T15:41:39.160" v="3012" actId="207"/>
          <ac:spMkLst>
            <pc:docMk/>
            <pc:sldMk cId="732893859" sldId="1280"/>
            <ac:spMk id="67" creationId="{3ADF42E7-5B8C-DD05-9CDE-272F345DA005}"/>
          </ac:spMkLst>
        </pc:spChg>
        <pc:spChg chg="mod">
          <ac:chgData name="徐志嘉" userId="4f4e22b3-2ff2-4e81-a7cc-1ce68c8c1bc8" providerId="ADAL" clId="{39D4A37E-9991-4686-B771-75935559E58F}" dt="2023-05-10T15:41:39.160" v="3012" actId="207"/>
          <ac:spMkLst>
            <pc:docMk/>
            <pc:sldMk cId="732893859" sldId="1280"/>
            <ac:spMk id="68" creationId="{E7393F4A-E78D-431D-B561-7F38329AEE7D}"/>
          </ac:spMkLst>
        </pc:spChg>
        <pc:spChg chg="mod">
          <ac:chgData name="徐志嘉" userId="4f4e22b3-2ff2-4e81-a7cc-1ce68c8c1bc8" providerId="ADAL" clId="{39D4A37E-9991-4686-B771-75935559E58F}" dt="2023-05-10T15:41:39.160" v="3012" actId="207"/>
          <ac:spMkLst>
            <pc:docMk/>
            <pc:sldMk cId="732893859" sldId="1280"/>
            <ac:spMk id="70" creationId="{B4D74939-9674-F084-9F14-1AE54C590BFC}"/>
          </ac:spMkLst>
        </pc:spChg>
        <pc:spChg chg="mod">
          <ac:chgData name="徐志嘉" userId="4f4e22b3-2ff2-4e81-a7cc-1ce68c8c1bc8" providerId="ADAL" clId="{39D4A37E-9991-4686-B771-75935559E58F}" dt="2023-05-10T15:41:39.160" v="3012" actId="207"/>
          <ac:spMkLst>
            <pc:docMk/>
            <pc:sldMk cId="732893859" sldId="1280"/>
            <ac:spMk id="71" creationId="{62B21037-84B3-2CA9-92B9-D3DA51867249}"/>
          </ac:spMkLst>
        </pc:spChg>
        <pc:spChg chg="mod">
          <ac:chgData name="徐志嘉" userId="4f4e22b3-2ff2-4e81-a7cc-1ce68c8c1bc8" providerId="ADAL" clId="{39D4A37E-9991-4686-B771-75935559E58F}" dt="2023-05-10T15:41:39.160" v="3012" actId="207"/>
          <ac:spMkLst>
            <pc:docMk/>
            <pc:sldMk cId="732893859" sldId="1280"/>
            <ac:spMk id="72" creationId="{168C3671-4184-9343-E946-4BF28AD3551D}"/>
          </ac:spMkLst>
        </pc:spChg>
        <pc:spChg chg="mod">
          <ac:chgData name="徐志嘉" userId="4f4e22b3-2ff2-4e81-a7cc-1ce68c8c1bc8" providerId="ADAL" clId="{39D4A37E-9991-4686-B771-75935559E58F}" dt="2023-05-10T15:41:39.160" v="3012" actId="207"/>
          <ac:spMkLst>
            <pc:docMk/>
            <pc:sldMk cId="732893859" sldId="1280"/>
            <ac:spMk id="77" creationId="{E65BAEE6-FB82-6E7F-9E15-EE583FB45B96}"/>
          </ac:spMkLst>
        </pc:spChg>
        <pc:spChg chg="mod">
          <ac:chgData name="徐志嘉" userId="4f4e22b3-2ff2-4e81-a7cc-1ce68c8c1bc8" providerId="ADAL" clId="{39D4A37E-9991-4686-B771-75935559E58F}" dt="2023-05-10T15:41:39.160" v="3012" actId="207"/>
          <ac:spMkLst>
            <pc:docMk/>
            <pc:sldMk cId="732893859" sldId="1280"/>
            <ac:spMk id="78" creationId="{F2083169-A432-B93A-D0DF-6E12790D90DB}"/>
          </ac:spMkLst>
        </pc:spChg>
        <pc:spChg chg="mod">
          <ac:chgData name="徐志嘉" userId="4f4e22b3-2ff2-4e81-a7cc-1ce68c8c1bc8" providerId="ADAL" clId="{39D4A37E-9991-4686-B771-75935559E58F}" dt="2023-05-10T15:41:39.160" v="3012" actId="207"/>
          <ac:spMkLst>
            <pc:docMk/>
            <pc:sldMk cId="732893859" sldId="1280"/>
            <ac:spMk id="87" creationId="{54CA1AE8-F532-DD3A-9E17-74A610D58D69}"/>
          </ac:spMkLst>
        </pc:spChg>
        <pc:grpChg chg="del">
          <ac:chgData name="徐志嘉" userId="4f4e22b3-2ff2-4e81-a7cc-1ce68c8c1bc8" providerId="ADAL" clId="{39D4A37E-9991-4686-B771-75935559E58F}" dt="2023-05-10T15:41:19.250" v="2987" actId="478"/>
          <ac:grpSpMkLst>
            <pc:docMk/>
            <pc:sldMk cId="732893859" sldId="1280"/>
            <ac:grpSpMk id="22" creationId="{0BCD4D24-F774-09EA-398A-B9E97ACB61D9}"/>
          </ac:grpSpMkLst>
        </pc:grpChg>
        <pc:grpChg chg="del">
          <ac:chgData name="徐志嘉" userId="4f4e22b3-2ff2-4e81-a7cc-1ce68c8c1bc8" providerId="ADAL" clId="{39D4A37E-9991-4686-B771-75935559E58F}" dt="2023-05-10T15:41:19.250" v="2987" actId="478"/>
          <ac:grpSpMkLst>
            <pc:docMk/>
            <pc:sldMk cId="732893859" sldId="1280"/>
            <ac:grpSpMk id="25" creationId="{B08CD405-EC84-62B4-9977-0EAB5767A9F2}"/>
          </ac:grpSpMkLst>
        </pc:grpChg>
        <pc:cxnChg chg="del mod">
          <ac:chgData name="徐志嘉" userId="4f4e22b3-2ff2-4e81-a7cc-1ce68c8c1bc8" providerId="ADAL" clId="{39D4A37E-9991-4686-B771-75935559E58F}" dt="2023-05-10T15:41:19.250" v="2987" actId="478"/>
          <ac:cxnSpMkLst>
            <pc:docMk/>
            <pc:sldMk cId="732893859" sldId="1280"/>
            <ac:cxnSpMk id="29" creationId="{25A46210-DECE-6FE4-8617-EA0273ADDEA2}"/>
          </ac:cxnSpMkLst>
        </pc:cxnChg>
        <pc:cxnChg chg="del mod">
          <ac:chgData name="徐志嘉" userId="4f4e22b3-2ff2-4e81-a7cc-1ce68c8c1bc8" providerId="ADAL" clId="{39D4A37E-9991-4686-B771-75935559E58F}" dt="2023-05-10T15:41:19.250" v="2987" actId="478"/>
          <ac:cxnSpMkLst>
            <pc:docMk/>
            <pc:sldMk cId="732893859" sldId="1280"/>
            <ac:cxnSpMk id="30" creationId="{D17B0F61-3132-2F65-1878-AF21655F4FC8}"/>
          </ac:cxnSpMkLst>
        </pc:cxnChg>
        <pc:cxnChg chg="del mod">
          <ac:chgData name="徐志嘉" userId="4f4e22b3-2ff2-4e81-a7cc-1ce68c8c1bc8" providerId="ADAL" clId="{39D4A37E-9991-4686-B771-75935559E58F}" dt="2023-05-10T15:41:19.250" v="2987" actId="478"/>
          <ac:cxnSpMkLst>
            <pc:docMk/>
            <pc:sldMk cId="732893859" sldId="1280"/>
            <ac:cxnSpMk id="31" creationId="{71D32590-2CF0-5992-FA68-0A69E5993069}"/>
          </ac:cxnSpMkLst>
        </pc:cxnChg>
        <pc:cxnChg chg="del mod">
          <ac:chgData name="徐志嘉" userId="4f4e22b3-2ff2-4e81-a7cc-1ce68c8c1bc8" providerId="ADAL" clId="{39D4A37E-9991-4686-B771-75935559E58F}" dt="2023-05-10T15:41:19.250" v="2987" actId="478"/>
          <ac:cxnSpMkLst>
            <pc:docMk/>
            <pc:sldMk cId="732893859" sldId="1280"/>
            <ac:cxnSpMk id="32" creationId="{995FCCBC-887B-3D41-72F7-6F03BCB23D1F}"/>
          </ac:cxnSpMkLst>
        </pc:cxnChg>
        <pc:cxnChg chg="del mod">
          <ac:chgData name="徐志嘉" userId="4f4e22b3-2ff2-4e81-a7cc-1ce68c8c1bc8" providerId="ADAL" clId="{39D4A37E-9991-4686-B771-75935559E58F}" dt="2023-05-10T15:41:19.250" v="2987" actId="478"/>
          <ac:cxnSpMkLst>
            <pc:docMk/>
            <pc:sldMk cId="732893859" sldId="1280"/>
            <ac:cxnSpMk id="33" creationId="{74A7B343-8B57-969B-A986-32BE7E6A4024}"/>
          </ac:cxnSpMkLst>
        </pc:cxnChg>
        <pc:cxnChg chg="del mod">
          <ac:chgData name="徐志嘉" userId="4f4e22b3-2ff2-4e81-a7cc-1ce68c8c1bc8" providerId="ADAL" clId="{39D4A37E-9991-4686-B771-75935559E58F}" dt="2023-05-10T15:41:19.250" v="2987" actId="478"/>
          <ac:cxnSpMkLst>
            <pc:docMk/>
            <pc:sldMk cId="732893859" sldId="1280"/>
            <ac:cxnSpMk id="34" creationId="{0F8C03F2-6787-7409-2EEC-CA071BD0A28E}"/>
          </ac:cxnSpMkLst>
        </pc:cxnChg>
        <pc:cxnChg chg="del mod">
          <ac:chgData name="徐志嘉" userId="4f4e22b3-2ff2-4e81-a7cc-1ce68c8c1bc8" providerId="ADAL" clId="{39D4A37E-9991-4686-B771-75935559E58F}" dt="2023-05-10T15:41:19.250" v="2987" actId="478"/>
          <ac:cxnSpMkLst>
            <pc:docMk/>
            <pc:sldMk cId="732893859" sldId="1280"/>
            <ac:cxnSpMk id="43" creationId="{3ACE2BE6-2C5B-B19E-C220-5535C7ACD839}"/>
          </ac:cxnSpMkLst>
        </pc:cxnChg>
        <pc:cxnChg chg="del mod">
          <ac:chgData name="徐志嘉" userId="4f4e22b3-2ff2-4e81-a7cc-1ce68c8c1bc8" providerId="ADAL" clId="{39D4A37E-9991-4686-B771-75935559E58F}" dt="2023-05-10T15:41:19.250" v="2987" actId="478"/>
          <ac:cxnSpMkLst>
            <pc:docMk/>
            <pc:sldMk cId="732893859" sldId="1280"/>
            <ac:cxnSpMk id="62" creationId="{3C3AA501-EAD9-02B0-76F0-12F4FBACA232}"/>
          </ac:cxnSpMkLst>
        </pc:cxnChg>
      </pc:sldChg>
      <pc:sldChg chg="add del">
        <pc:chgData name="徐志嘉" userId="4f4e22b3-2ff2-4e81-a7cc-1ce68c8c1bc8" providerId="ADAL" clId="{39D4A37E-9991-4686-B771-75935559E58F}" dt="2023-05-10T14:23:26.832" v="2343" actId="47"/>
        <pc:sldMkLst>
          <pc:docMk/>
          <pc:sldMk cId="3840478901" sldId="1280"/>
        </pc:sldMkLst>
      </pc:sldChg>
      <pc:sldChg chg="addSp delSp modSp add mod chgLayout">
        <pc:chgData name="徐志嘉" userId="4f4e22b3-2ff2-4e81-a7cc-1ce68c8c1bc8" providerId="ADAL" clId="{39D4A37E-9991-4686-B771-75935559E58F}" dt="2023-05-10T16:19:51.115" v="3475" actId="20577"/>
        <pc:sldMkLst>
          <pc:docMk/>
          <pc:sldMk cId="4202378224" sldId="1281"/>
        </pc:sldMkLst>
        <pc:spChg chg="del mod">
          <ac:chgData name="徐志嘉" userId="4f4e22b3-2ff2-4e81-a7cc-1ce68c8c1bc8" providerId="ADAL" clId="{39D4A37E-9991-4686-B771-75935559E58F}" dt="2023-05-10T15:43:27.001" v="3040" actId="21"/>
          <ac:spMkLst>
            <pc:docMk/>
            <pc:sldMk cId="4202378224" sldId="1281"/>
            <ac:spMk id="2" creationId="{ED1FB677-4450-7079-2758-CB8614C92CC8}"/>
          </ac:spMkLst>
        </pc:spChg>
        <pc:spChg chg="del mod">
          <ac:chgData name="徐志嘉" userId="4f4e22b3-2ff2-4e81-a7cc-1ce68c8c1bc8" providerId="ADAL" clId="{39D4A37E-9991-4686-B771-75935559E58F}" dt="2023-05-10T15:45:25.289" v="3051" actId="478"/>
          <ac:spMkLst>
            <pc:docMk/>
            <pc:sldMk cId="4202378224" sldId="1281"/>
            <ac:spMk id="3" creationId="{5B6B1523-6985-124E-E42C-C943ACFC938F}"/>
          </ac:spMkLst>
        </pc:spChg>
        <pc:spChg chg="del mod">
          <ac:chgData name="徐志嘉" userId="4f4e22b3-2ff2-4e81-a7cc-1ce68c8c1bc8" providerId="ADAL" clId="{39D4A37E-9991-4686-B771-75935559E58F}" dt="2023-05-10T15:45:25.289" v="3051" actId="478"/>
          <ac:spMkLst>
            <pc:docMk/>
            <pc:sldMk cId="4202378224" sldId="1281"/>
            <ac:spMk id="4" creationId="{4C8DC43C-520B-2DF9-EB76-95C77C76CD1E}"/>
          </ac:spMkLst>
        </pc:spChg>
        <pc:spChg chg="del mod">
          <ac:chgData name="徐志嘉" userId="4f4e22b3-2ff2-4e81-a7cc-1ce68c8c1bc8" providerId="ADAL" clId="{39D4A37E-9991-4686-B771-75935559E58F}" dt="2023-05-10T15:43:27.001" v="3040" actId="21"/>
          <ac:spMkLst>
            <pc:docMk/>
            <pc:sldMk cId="4202378224" sldId="1281"/>
            <ac:spMk id="5" creationId="{54271918-E3D5-A0A8-A8DE-2B98DEA6CF4C}"/>
          </ac:spMkLst>
        </pc:spChg>
        <pc:spChg chg="del mod">
          <ac:chgData name="徐志嘉" userId="4f4e22b3-2ff2-4e81-a7cc-1ce68c8c1bc8" providerId="ADAL" clId="{39D4A37E-9991-4686-B771-75935559E58F}" dt="2023-05-10T15:43:27.001" v="3040" actId="21"/>
          <ac:spMkLst>
            <pc:docMk/>
            <pc:sldMk cId="4202378224" sldId="1281"/>
            <ac:spMk id="6" creationId="{01B925EA-6AB8-E5FB-FCDE-197870E7F61C}"/>
          </ac:spMkLst>
        </pc:spChg>
        <pc:spChg chg="del ord">
          <ac:chgData name="徐志嘉" userId="4f4e22b3-2ff2-4e81-a7cc-1ce68c8c1bc8" providerId="ADAL" clId="{39D4A37E-9991-4686-B771-75935559E58F}" dt="2023-05-10T15:42:42.031" v="3022" actId="21"/>
          <ac:spMkLst>
            <pc:docMk/>
            <pc:sldMk cId="4202378224" sldId="1281"/>
            <ac:spMk id="7" creationId="{62508246-FCBF-C0D3-9F9F-E3DCFCF829D1}"/>
          </ac:spMkLst>
        </pc:spChg>
        <pc:spChg chg="del mod ord">
          <ac:chgData name="徐志嘉" userId="4f4e22b3-2ff2-4e81-a7cc-1ce68c8c1bc8" providerId="ADAL" clId="{39D4A37E-9991-4686-B771-75935559E58F}" dt="2023-05-10T15:45:25.289" v="3051" actId="478"/>
          <ac:spMkLst>
            <pc:docMk/>
            <pc:sldMk cId="4202378224" sldId="1281"/>
            <ac:spMk id="8" creationId="{FEBCF728-996B-1ECC-E517-A9EDD0E99177}"/>
          </ac:spMkLst>
        </pc:spChg>
        <pc:spChg chg="del mod ord">
          <ac:chgData name="徐志嘉" userId="4f4e22b3-2ff2-4e81-a7cc-1ce68c8c1bc8" providerId="ADAL" clId="{39D4A37E-9991-4686-B771-75935559E58F}" dt="2023-05-10T15:45:25.289" v="3051" actId="478"/>
          <ac:spMkLst>
            <pc:docMk/>
            <pc:sldMk cId="4202378224" sldId="1281"/>
            <ac:spMk id="9" creationId="{D7816DF4-E48C-8A65-0B01-FF1516137AD5}"/>
          </ac:spMkLst>
        </pc:spChg>
        <pc:spChg chg="del mod">
          <ac:chgData name="徐志嘉" userId="4f4e22b3-2ff2-4e81-a7cc-1ce68c8c1bc8" providerId="ADAL" clId="{39D4A37E-9991-4686-B771-75935559E58F}" dt="2023-05-10T15:43:18.793" v="3035" actId="21"/>
          <ac:spMkLst>
            <pc:docMk/>
            <pc:sldMk cId="4202378224" sldId="1281"/>
            <ac:spMk id="10" creationId="{62E96DF0-691E-DA52-50E2-65DA9D01BBE0}"/>
          </ac:spMkLst>
        </pc:spChg>
        <pc:spChg chg="del mod">
          <ac:chgData name="徐志嘉" userId="4f4e22b3-2ff2-4e81-a7cc-1ce68c8c1bc8" providerId="ADAL" clId="{39D4A37E-9991-4686-B771-75935559E58F}" dt="2023-05-10T15:43:18.793" v="3035" actId="21"/>
          <ac:spMkLst>
            <pc:docMk/>
            <pc:sldMk cId="4202378224" sldId="1281"/>
            <ac:spMk id="11" creationId="{9A6549CC-67BB-E787-47F7-0570913FA434}"/>
          </ac:spMkLst>
        </pc:spChg>
        <pc:spChg chg="del mod">
          <ac:chgData name="徐志嘉" userId="4f4e22b3-2ff2-4e81-a7cc-1ce68c8c1bc8" providerId="ADAL" clId="{39D4A37E-9991-4686-B771-75935559E58F}" dt="2023-05-10T15:43:18.793" v="3035" actId="21"/>
          <ac:spMkLst>
            <pc:docMk/>
            <pc:sldMk cId="4202378224" sldId="1281"/>
            <ac:spMk id="12" creationId="{9C980C13-FE25-1502-29AA-22A06805046E}"/>
          </ac:spMkLst>
        </pc:spChg>
        <pc:spChg chg="del mod ord">
          <ac:chgData name="徐志嘉" userId="4f4e22b3-2ff2-4e81-a7cc-1ce68c8c1bc8" providerId="ADAL" clId="{39D4A37E-9991-4686-B771-75935559E58F}" dt="2023-05-10T15:45:25.289" v="3051" actId="478"/>
          <ac:spMkLst>
            <pc:docMk/>
            <pc:sldMk cId="4202378224" sldId="1281"/>
            <ac:spMk id="13" creationId="{5CFCFD89-D611-C158-00B2-6B06304E8B37}"/>
          </ac:spMkLst>
        </pc:spChg>
        <pc:spChg chg="del mod ord">
          <ac:chgData name="徐志嘉" userId="4f4e22b3-2ff2-4e81-a7cc-1ce68c8c1bc8" providerId="ADAL" clId="{39D4A37E-9991-4686-B771-75935559E58F}" dt="2023-05-10T15:45:25.289" v="3051" actId="478"/>
          <ac:spMkLst>
            <pc:docMk/>
            <pc:sldMk cId="4202378224" sldId="1281"/>
            <ac:spMk id="14" creationId="{F010A32A-FD62-2789-A14E-85659C5EAD45}"/>
          </ac:spMkLst>
        </pc:spChg>
        <pc:spChg chg="del mod ord">
          <ac:chgData name="徐志嘉" userId="4f4e22b3-2ff2-4e81-a7cc-1ce68c8c1bc8" providerId="ADAL" clId="{39D4A37E-9991-4686-B771-75935559E58F}" dt="2023-05-10T15:45:25.289" v="3051" actId="478"/>
          <ac:spMkLst>
            <pc:docMk/>
            <pc:sldMk cId="4202378224" sldId="1281"/>
            <ac:spMk id="15" creationId="{CD87D446-0123-F594-13AB-632A85F3AA8D}"/>
          </ac:spMkLst>
        </pc:spChg>
        <pc:spChg chg="del">
          <ac:chgData name="徐志嘉" userId="4f4e22b3-2ff2-4e81-a7cc-1ce68c8c1bc8" providerId="ADAL" clId="{39D4A37E-9991-4686-B771-75935559E58F}" dt="2023-05-10T15:45:25.289" v="3051" actId="478"/>
          <ac:spMkLst>
            <pc:docMk/>
            <pc:sldMk cId="4202378224" sldId="1281"/>
            <ac:spMk id="16" creationId="{D4AC3DC6-F0DD-F132-63E8-BEBBB6407C0C}"/>
          </ac:spMkLst>
        </pc:spChg>
        <pc:spChg chg="del">
          <ac:chgData name="徐志嘉" userId="4f4e22b3-2ff2-4e81-a7cc-1ce68c8c1bc8" providerId="ADAL" clId="{39D4A37E-9991-4686-B771-75935559E58F}" dt="2023-05-10T15:45:25.289" v="3051" actId="478"/>
          <ac:spMkLst>
            <pc:docMk/>
            <pc:sldMk cId="4202378224" sldId="1281"/>
            <ac:spMk id="17" creationId="{404CB4CE-244C-70BC-AAC9-3939D865CB58}"/>
          </ac:spMkLst>
        </pc:spChg>
        <pc:spChg chg="add del mod">
          <ac:chgData name="徐志嘉" userId="4f4e22b3-2ff2-4e81-a7cc-1ce68c8c1bc8" providerId="ADAL" clId="{39D4A37E-9991-4686-B771-75935559E58F}" dt="2023-05-10T15:45:25.289" v="3051" actId="478"/>
          <ac:spMkLst>
            <pc:docMk/>
            <pc:sldMk cId="4202378224" sldId="1281"/>
            <ac:spMk id="18" creationId="{7D2A5F49-B748-36E7-502A-26A55F1CFB16}"/>
          </ac:spMkLst>
        </pc:spChg>
        <pc:spChg chg="del">
          <ac:chgData name="徐志嘉" userId="4f4e22b3-2ff2-4e81-a7cc-1ce68c8c1bc8" providerId="ADAL" clId="{39D4A37E-9991-4686-B771-75935559E58F}" dt="2023-05-10T15:45:25.289" v="3051" actId="478"/>
          <ac:spMkLst>
            <pc:docMk/>
            <pc:sldMk cId="4202378224" sldId="1281"/>
            <ac:spMk id="19" creationId="{F8F7393D-ADF1-04E1-5D0C-B73B67CD95CA}"/>
          </ac:spMkLst>
        </pc:spChg>
        <pc:spChg chg="add del mod">
          <ac:chgData name="徐志嘉" userId="4f4e22b3-2ff2-4e81-a7cc-1ce68c8c1bc8" providerId="ADAL" clId="{39D4A37E-9991-4686-B771-75935559E58F}" dt="2023-05-10T15:45:25.289" v="3051" actId="478"/>
          <ac:spMkLst>
            <pc:docMk/>
            <pc:sldMk cId="4202378224" sldId="1281"/>
            <ac:spMk id="20" creationId="{A3777736-A5F1-7074-7919-5FB3650D13E4}"/>
          </ac:spMkLst>
        </pc:spChg>
        <pc:spChg chg="del">
          <ac:chgData name="徐志嘉" userId="4f4e22b3-2ff2-4e81-a7cc-1ce68c8c1bc8" providerId="ADAL" clId="{39D4A37E-9991-4686-B771-75935559E58F}" dt="2023-05-10T15:43:54.301" v="3046" actId="478"/>
          <ac:spMkLst>
            <pc:docMk/>
            <pc:sldMk cId="4202378224" sldId="1281"/>
            <ac:spMk id="21" creationId="{DA96A326-B802-1CA1-F7D7-2CCECE6FD6E8}"/>
          </ac:spMkLst>
        </pc:spChg>
        <pc:spChg chg="del">
          <ac:chgData name="徐志嘉" userId="4f4e22b3-2ff2-4e81-a7cc-1ce68c8c1bc8" providerId="ADAL" clId="{39D4A37E-9991-4686-B771-75935559E58F}" dt="2023-05-10T15:43:55.399" v="3047" actId="478"/>
          <ac:spMkLst>
            <pc:docMk/>
            <pc:sldMk cId="4202378224" sldId="1281"/>
            <ac:spMk id="22" creationId="{BAC36385-4C64-ABC9-34F9-E362014C7018}"/>
          </ac:spMkLst>
        </pc:spChg>
        <pc:spChg chg="add del mod">
          <ac:chgData name="徐志嘉" userId="4f4e22b3-2ff2-4e81-a7cc-1ce68c8c1bc8" providerId="ADAL" clId="{39D4A37E-9991-4686-B771-75935559E58F}" dt="2023-05-10T15:45:25.289" v="3051" actId="478"/>
          <ac:spMkLst>
            <pc:docMk/>
            <pc:sldMk cId="4202378224" sldId="1281"/>
            <ac:spMk id="23" creationId="{26FB133F-0C28-9CFC-C789-B5C22A86ACCA}"/>
          </ac:spMkLst>
        </pc:spChg>
        <pc:spChg chg="add del mod">
          <ac:chgData name="徐志嘉" userId="4f4e22b3-2ff2-4e81-a7cc-1ce68c8c1bc8" providerId="ADAL" clId="{39D4A37E-9991-4686-B771-75935559E58F}" dt="2023-05-10T15:45:25.289" v="3051" actId="478"/>
          <ac:spMkLst>
            <pc:docMk/>
            <pc:sldMk cId="4202378224" sldId="1281"/>
            <ac:spMk id="24" creationId="{C0B48648-1148-4417-11DD-1E9284AB046B}"/>
          </ac:spMkLst>
        </pc:spChg>
        <pc:spChg chg="add del mod">
          <ac:chgData name="徐志嘉" userId="4f4e22b3-2ff2-4e81-a7cc-1ce68c8c1bc8" providerId="ADAL" clId="{39D4A37E-9991-4686-B771-75935559E58F}" dt="2023-05-10T15:45:25.289" v="3051" actId="478"/>
          <ac:spMkLst>
            <pc:docMk/>
            <pc:sldMk cId="4202378224" sldId="1281"/>
            <ac:spMk id="25" creationId="{07D1D98C-AC6A-9341-8A30-59BEDF0DED21}"/>
          </ac:spMkLst>
        </pc:spChg>
        <pc:spChg chg="add del mod">
          <ac:chgData name="徐志嘉" userId="4f4e22b3-2ff2-4e81-a7cc-1ce68c8c1bc8" providerId="ADAL" clId="{39D4A37E-9991-4686-B771-75935559E58F}" dt="2023-05-10T15:45:25.289" v="3051" actId="478"/>
          <ac:spMkLst>
            <pc:docMk/>
            <pc:sldMk cId="4202378224" sldId="1281"/>
            <ac:spMk id="26" creationId="{AAF51648-069D-813C-449E-D889216EF78C}"/>
          </ac:spMkLst>
        </pc:spChg>
        <pc:spChg chg="add del mod">
          <ac:chgData name="徐志嘉" userId="4f4e22b3-2ff2-4e81-a7cc-1ce68c8c1bc8" providerId="ADAL" clId="{39D4A37E-9991-4686-B771-75935559E58F}" dt="2023-05-10T15:45:25.289" v="3051" actId="478"/>
          <ac:spMkLst>
            <pc:docMk/>
            <pc:sldMk cId="4202378224" sldId="1281"/>
            <ac:spMk id="27" creationId="{4F5E88C6-26F0-0A4E-78D0-AEB1288B9B61}"/>
          </ac:spMkLst>
        </pc:spChg>
        <pc:spChg chg="del">
          <ac:chgData name="徐志嘉" userId="4f4e22b3-2ff2-4e81-a7cc-1ce68c8c1bc8" providerId="ADAL" clId="{39D4A37E-9991-4686-B771-75935559E58F}" dt="2023-05-10T15:43:53.438" v="3045" actId="478"/>
          <ac:spMkLst>
            <pc:docMk/>
            <pc:sldMk cId="4202378224" sldId="1281"/>
            <ac:spMk id="28" creationId="{97817340-5B37-427F-B588-235DC0DFE8B6}"/>
          </ac:spMkLst>
        </pc:spChg>
        <pc:spChg chg="del mod">
          <ac:chgData name="徐志嘉" userId="4f4e22b3-2ff2-4e81-a7cc-1ce68c8c1bc8" providerId="ADAL" clId="{39D4A37E-9991-4686-B771-75935559E58F}" dt="2023-05-10T15:45:25.289" v="3051" actId="478"/>
          <ac:spMkLst>
            <pc:docMk/>
            <pc:sldMk cId="4202378224" sldId="1281"/>
            <ac:spMk id="29" creationId="{EB67D0F7-FC6B-BCAA-7E89-4501B423388B}"/>
          </ac:spMkLst>
        </pc:spChg>
        <pc:spChg chg="add 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30" creationId="{A6D27E10-8052-00AC-39C7-9F3BAE21B357}"/>
          </ac:spMkLst>
        </pc:spChg>
        <pc:spChg chg="mod ord">
          <ac:chgData name="徐志嘉" userId="4f4e22b3-2ff2-4e81-a7cc-1ce68c8c1bc8" providerId="ADAL" clId="{39D4A37E-9991-4686-B771-75935559E58F}" dt="2023-05-10T16:17:43.457" v="3371" actId="700"/>
          <ac:spMkLst>
            <pc:docMk/>
            <pc:sldMk cId="4202378224" sldId="1281"/>
            <ac:spMk id="31" creationId="{42B34965-1870-516E-E596-F21E127C5D94}"/>
          </ac:spMkLst>
        </pc:spChg>
        <pc:spChg chg="del">
          <ac:chgData name="徐志嘉" userId="4f4e22b3-2ff2-4e81-a7cc-1ce68c8c1bc8" providerId="ADAL" clId="{39D4A37E-9991-4686-B771-75935559E58F}" dt="2023-05-10T15:44:08.551" v="3049" actId="478"/>
          <ac:spMkLst>
            <pc:docMk/>
            <pc:sldMk cId="4202378224" sldId="1281"/>
            <ac:spMk id="32" creationId="{928BEFA0-7276-DAAD-4C6F-C97C95ABCE60}"/>
          </ac:spMkLst>
        </pc:spChg>
        <pc:spChg chg="del">
          <ac:chgData name="徐志嘉" userId="4f4e22b3-2ff2-4e81-a7cc-1ce68c8c1bc8" providerId="ADAL" clId="{39D4A37E-9991-4686-B771-75935559E58F}" dt="2023-05-10T15:44:08.551" v="3049" actId="478"/>
          <ac:spMkLst>
            <pc:docMk/>
            <pc:sldMk cId="4202378224" sldId="1281"/>
            <ac:spMk id="33" creationId="{7598B177-B351-817E-467A-696ED1AA83C7}"/>
          </ac:spMkLst>
        </pc:spChg>
        <pc:spChg chg="del">
          <ac:chgData name="徐志嘉" userId="4f4e22b3-2ff2-4e81-a7cc-1ce68c8c1bc8" providerId="ADAL" clId="{39D4A37E-9991-4686-B771-75935559E58F}" dt="2023-05-10T15:44:08.551" v="3049" actId="478"/>
          <ac:spMkLst>
            <pc:docMk/>
            <pc:sldMk cId="4202378224" sldId="1281"/>
            <ac:spMk id="34" creationId="{747D744C-3F4F-90B6-8FA4-511C0702E13D}"/>
          </ac:spMkLst>
        </pc:spChg>
        <pc:spChg chg="del">
          <ac:chgData name="徐志嘉" userId="4f4e22b3-2ff2-4e81-a7cc-1ce68c8c1bc8" providerId="ADAL" clId="{39D4A37E-9991-4686-B771-75935559E58F}" dt="2023-05-10T15:44:08.551" v="3049" actId="478"/>
          <ac:spMkLst>
            <pc:docMk/>
            <pc:sldMk cId="4202378224" sldId="1281"/>
            <ac:spMk id="37" creationId="{56A16B28-A5DB-0E1E-9E81-380E02657AB0}"/>
          </ac:spMkLst>
        </pc:spChg>
        <pc:spChg chg="add 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38" creationId="{9B71D0DB-68F2-089E-1ADA-C785B9C898E0}"/>
          </ac:spMkLst>
        </pc:spChg>
        <pc:spChg chg="add 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39" creationId="{0937DFB6-17A5-8077-4377-F057DCDC0150}"/>
          </ac:spMkLst>
        </pc:spChg>
        <pc:spChg chg="add 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40" creationId="{1E4D37C9-D1D3-3054-1054-71C7E7CD111D}"/>
          </ac:spMkLst>
        </pc:spChg>
        <pc:spChg chg="del">
          <ac:chgData name="徐志嘉" userId="4f4e22b3-2ff2-4e81-a7cc-1ce68c8c1bc8" providerId="ADAL" clId="{39D4A37E-9991-4686-B771-75935559E58F}" dt="2023-05-10T15:45:25.289" v="3051" actId="478"/>
          <ac:spMkLst>
            <pc:docMk/>
            <pc:sldMk cId="4202378224" sldId="1281"/>
            <ac:spMk id="41" creationId="{80B5D406-3CFB-6D7E-EB5E-8DAF45BEAD62}"/>
          </ac:spMkLst>
        </pc:spChg>
        <pc:spChg chg="del">
          <ac:chgData name="徐志嘉" userId="4f4e22b3-2ff2-4e81-a7cc-1ce68c8c1bc8" providerId="ADAL" clId="{39D4A37E-9991-4686-B771-75935559E58F}" dt="2023-05-10T15:45:25.289" v="3051" actId="478"/>
          <ac:spMkLst>
            <pc:docMk/>
            <pc:sldMk cId="4202378224" sldId="1281"/>
            <ac:spMk id="42" creationId="{C76AF288-1DAA-71C7-BB59-DD0255EF6BE0}"/>
          </ac:spMkLst>
        </pc:spChg>
        <pc:spChg chg="add 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43" creationId="{1A93884F-AEC5-17D5-26A3-D25129DEC8ED}"/>
          </ac:spMkLst>
        </pc:spChg>
        <pc:spChg chg="del">
          <ac:chgData name="徐志嘉" userId="4f4e22b3-2ff2-4e81-a7cc-1ce68c8c1bc8" providerId="ADAL" clId="{39D4A37E-9991-4686-B771-75935559E58F}" dt="2023-05-10T15:45:25.289" v="3051" actId="478"/>
          <ac:spMkLst>
            <pc:docMk/>
            <pc:sldMk cId="4202378224" sldId="1281"/>
            <ac:spMk id="44" creationId="{3152D17D-5674-0AAE-BC83-DC3A6F0AE410}"/>
          </ac:spMkLst>
        </pc:spChg>
        <pc:spChg chg="add 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45" creationId="{34856C7A-5034-1D9C-F1AA-54F58B36F307}"/>
          </ac:spMkLst>
        </pc:spChg>
        <pc:spChg chg="del mod">
          <ac:chgData name="徐志嘉" userId="4f4e22b3-2ff2-4e81-a7cc-1ce68c8c1bc8" providerId="ADAL" clId="{39D4A37E-9991-4686-B771-75935559E58F}" dt="2023-05-10T15:43:29.373" v="3043" actId="478"/>
          <ac:spMkLst>
            <pc:docMk/>
            <pc:sldMk cId="4202378224" sldId="1281"/>
            <ac:spMk id="46" creationId="{CDD42BC0-7B96-4B64-6E76-8DD132B2773A}"/>
          </ac:spMkLst>
        </pc:spChg>
        <pc:spChg chg="del mod">
          <ac:chgData name="徐志嘉" userId="4f4e22b3-2ff2-4e81-a7cc-1ce68c8c1bc8" providerId="ADAL" clId="{39D4A37E-9991-4686-B771-75935559E58F}" dt="2023-05-10T15:43:28.967" v="3042" actId="478"/>
          <ac:spMkLst>
            <pc:docMk/>
            <pc:sldMk cId="4202378224" sldId="1281"/>
            <ac:spMk id="47" creationId="{F1CDF02E-4054-5898-6BB8-52EB7F63F745}"/>
          </ac:spMkLst>
        </pc:spChg>
        <pc:spChg chg="del mod">
          <ac:chgData name="徐志嘉" userId="4f4e22b3-2ff2-4e81-a7cc-1ce68c8c1bc8" providerId="ADAL" clId="{39D4A37E-9991-4686-B771-75935559E58F}" dt="2023-05-10T15:43:28.470" v="3041" actId="478"/>
          <ac:spMkLst>
            <pc:docMk/>
            <pc:sldMk cId="4202378224" sldId="1281"/>
            <ac:spMk id="48" creationId="{9664F734-BB97-87E7-248A-8AD833706C21}"/>
          </ac:spMkLst>
        </pc:spChg>
        <pc:spChg chg="del">
          <ac:chgData name="徐志嘉" userId="4f4e22b3-2ff2-4e81-a7cc-1ce68c8c1bc8" providerId="ADAL" clId="{39D4A37E-9991-4686-B771-75935559E58F}" dt="2023-05-10T15:42:43.460" v="3023" actId="478"/>
          <ac:spMkLst>
            <pc:docMk/>
            <pc:sldMk cId="4202378224" sldId="1281"/>
            <ac:spMk id="49" creationId="{91BB2F1F-BA39-AB1D-AFE5-2790C9D46A5E}"/>
          </ac:spMkLst>
        </pc:spChg>
        <pc:spChg chg="del">
          <ac:chgData name="徐志嘉" userId="4f4e22b3-2ff2-4e81-a7cc-1ce68c8c1bc8" providerId="ADAL" clId="{39D4A37E-9991-4686-B771-75935559E58F}" dt="2023-05-10T15:42:30.691" v="3019" actId="478"/>
          <ac:spMkLst>
            <pc:docMk/>
            <pc:sldMk cId="4202378224" sldId="1281"/>
            <ac:spMk id="50" creationId="{E72F54EF-343C-2AF9-7BD1-F9F737747EF4}"/>
          </ac:spMkLst>
        </pc:spChg>
        <pc:spChg chg="del">
          <ac:chgData name="徐志嘉" userId="4f4e22b3-2ff2-4e81-a7cc-1ce68c8c1bc8" providerId="ADAL" clId="{39D4A37E-9991-4686-B771-75935559E58F}" dt="2023-05-10T15:42:31.412" v="3020" actId="478"/>
          <ac:spMkLst>
            <pc:docMk/>
            <pc:sldMk cId="4202378224" sldId="1281"/>
            <ac:spMk id="51" creationId="{D6511334-D839-F6F2-B149-7D0F507DBE02}"/>
          </ac:spMkLst>
        </pc:spChg>
        <pc:spChg chg="del mod">
          <ac:chgData name="徐志嘉" userId="4f4e22b3-2ff2-4e81-a7cc-1ce68c8c1bc8" providerId="ADAL" clId="{39D4A37E-9991-4686-B771-75935559E58F}" dt="2023-05-10T15:43:21.173" v="3038" actId="478"/>
          <ac:spMkLst>
            <pc:docMk/>
            <pc:sldMk cId="4202378224" sldId="1281"/>
            <ac:spMk id="52" creationId="{DAEC7211-B87B-79F0-CF29-477A528B17B3}"/>
          </ac:spMkLst>
        </pc:spChg>
        <pc:spChg chg="del mod">
          <ac:chgData name="徐志嘉" userId="4f4e22b3-2ff2-4e81-a7cc-1ce68c8c1bc8" providerId="ADAL" clId="{39D4A37E-9991-4686-B771-75935559E58F}" dt="2023-05-10T15:43:20.702" v="3037" actId="478"/>
          <ac:spMkLst>
            <pc:docMk/>
            <pc:sldMk cId="4202378224" sldId="1281"/>
            <ac:spMk id="53" creationId="{FFB95A62-33DE-5EDD-7F9E-B1E2B40F5F6B}"/>
          </ac:spMkLst>
        </pc:spChg>
        <pc:spChg chg="del mod">
          <ac:chgData name="徐志嘉" userId="4f4e22b3-2ff2-4e81-a7cc-1ce68c8c1bc8" providerId="ADAL" clId="{39D4A37E-9991-4686-B771-75935559E58F}" dt="2023-05-10T15:43:20.230" v="3036" actId="478"/>
          <ac:spMkLst>
            <pc:docMk/>
            <pc:sldMk cId="4202378224" sldId="1281"/>
            <ac:spMk id="54" creationId="{088D6409-F524-BF20-7D3C-6275F349C68C}"/>
          </ac:spMkLst>
        </pc:spChg>
        <pc:spChg chg="del mod">
          <ac:chgData name="徐志嘉" userId="4f4e22b3-2ff2-4e81-a7cc-1ce68c8c1bc8" providerId="ADAL" clId="{39D4A37E-9991-4686-B771-75935559E58F}" dt="2023-05-10T15:43:11.692" v="3032" actId="478"/>
          <ac:spMkLst>
            <pc:docMk/>
            <pc:sldMk cId="4202378224" sldId="1281"/>
            <ac:spMk id="55" creationId="{2BA5C6B6-1125-C144-00A3-43A1650D5E78}"/>
          </ac:spMkLst>
        </pc:spChg>
        <pc:spChg chg="del mod">
          <ac:chgData name="徐志嘉" userId="4f4e22b3-2ff2-4e81-a7cc-1ce68c8c1bc8" providerId="ADAL" clId="{39D4A37E-9991-4686-B771-75935559E58F}" dt="2023-05-10T15:43:12.885" v="3033" actId="478"/>
          <ac:spMkLst>
            <pc:docMk/>
            <pc:sldMk cId="4202378224" sldId="1281"/>
            <ac:spMk id="56" creationId="{C0B72585-D0AA-8992-12C8-AFF12708D704}"/>
          </ac:spMkLst>
        </pc:spChg>
        <pc:spChg chg="del mod">
          <ac:chgData name="徐志嘉" userId="4f4e22b3-2ff2-4e81-a7cc-1ce68c8c1bc8" providerId="ADAL" clId="{39D4A37E-9991-4686-B771-75935559E58F}" dt="2023-05-10T15:43:13.597" v="3034" actId="478"/>
          <ac:spMkLst>
            <pc:docMk/>
            <pc:sldMk cId="4202378224" sldId="1281"/>
            <ac:spMk id="57" creationId="{892E75EA-6AA6-7DD3-BB9D-CC335D69EAA3}"/>
          </ac:spMkLst>
        </pc:spChg>
        <pc:spChg chg="del">
          <ac:chgData name="徐志嘉" userId="4f4e22b3-2ff2-4e81-a7cc-1ce68c8c1bc8" providerId="ADAL" clId="{39D4A37E-9991-4686-B771-75935559E58F}" dt="2023-05-10T15:45:25.289" v="3051" actId="478"/>
          <ac:spMkLst>
            <pc:docMk/>
            <pc:sldMk cId="4202378224" sldId="1281"/>
            <ac:spMk id="58" creationId="{59005E7A-E9D3-EDB7-567C-434B479D5797}"/>
          </ac:spMkLst>
        </pc:spChg>
        <pc:spChg chg="del">
          <ac:chgData name="徐志嘉" userId="4f4e22b3-2ff2-4e81-a7cc-1ce68c8c1bc8" providerId="ADAL" clId="{39D4A37E-9991-4686-B771-75935559E58F}" dt="2023-05-10T15:45:25.289" v="3051" actId="478"/>
          <ac:spMkLst>
            <pc:docMk/>
            <pc:sldMk cId="4202378224" sldId="1281"/>
            <ac:spMk id="59" creationId="{EC6DE0D7-10C5-D084-3472-D434D2255B68}"/>
          </ac:spMkLst>
        </pc:spChg>
        <pc:spChg chg="del mod">
          <ac:chgData name="徐志嘉" userId="4f4e22b3-2ff2-4e81-a7cc-1ce68c8c1bc8" providerId="ADAL" clId="{39D4A37E-9991-4686-B771-75935559E58F}" dt="2023-05-10T15:45:25.289" v="3051" actId="478"/>
          <ac:spMkLst>
            <pc:docMk/>
            <pc:sldMk cId="4202378224" sldId="1281"/>
            <ac:spMk id="60" creationId="{AEDC411C-178E-430E-39A8-FD1625F3D429}"/>
          </ac:spMkLst>
        </pc:spChg>
        <pc:spChg chg="add 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61" creationId="{93669D01-7FC7-3E00-AFDD-EEC42435E3BA}"/>
          </ac:spMkLst>
        </pc:spChg>
        <pc:spChg chg="add 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62" creationId="{33F0D155-4E75-EDE9-B6D2-40506ADEE755}"/>
          </ac:spMkLst>
        </pc:spChg>
        <pc:spChg chg="add 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63" creationId="{8C495D45-2B79-9AE4-77A8-F992967047C0}"/>
          </ac:spMkLst>
        </pc:spChg>
        <pc:spChg chg="add 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64" creationId="{26CC158B-5CCE-5252-9713-FD43CF2676CA}"/>
          </ac:spMkLst>
        </pc:spChg>
        <pc:spChg chg="add 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65" creationId="{D83780CF-BEE5-C8FF-B13A-836BC8AEB81D}"/>
          </ac:spMkLst>
        </pc:spChg>
        <pc:spChg chg="add 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66" creationId="{71562459-3765-141A-50AD-399BECB52DF7}"/>
          </ac:spMkLst>
        </pc:spChg>
        <pc:spChg chg="add 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67" creationId="{8A78B258-5F88-4067-AE71-02E8E0D09DF5}"/>
          </ac:spMkLst>
        </pc:spChg>
        <pc:spChg chg="add 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68" creationId="{3087A82A-CAD6-3DFB-484D-1A55D47789C4}"/>
          </ac:spMkLst>
        </pc:spChg>
        <pc:spChg chg="add 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69" creationId="{76458334-690F-C01D-201E-DDC4E0E770A4}"/>
          </ac:spMkLst>
        </pc:spChg>
        <pc:spChg chg="add 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70" creationId="{DB857EFE-60AF-FFC0-3CB8-8B48223AFDCF}"/>
          </ac:spMkLst>
        </pc:spChg>
        <pc:spChg chg="add 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71" creationId="{7512353C-7D6C-32D9-8B79-0360E733F551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74" creationId="{4F37F015-1FDC-8F6B-84E6-231DB81FB7DC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75" creationId="{C118FF85-291C-5E6B-B4A8-4F10660113EC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76" creationId="{AFD17E92-8818-F284-160C-9F840CD14209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77" creationId="{83513D87-E0E8-CEF5-9567-6E363B0D8B47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78" creationId="{141341F5-231B-DC57-A862-8D799C4C8C37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79" creationId="{AB1F82E6-AC1E-E8CD-2C80-12B6E408039F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80" creationId="{1545AC42-1A8A-673F-BE16-1C70DAF7ED9C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81" creationId="{63969131-2204-29DD-1F5E-B560D57D7048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82" creationId="{9BEAFA40-5822-6ED4-55FE-8863344CEDAA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83" creationId="{EF667E09-B4A5-DC7E-7232-91050ECE1EA3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84" creationId="{FF208D78-D6A6-F276-B22E-BCD69823E15B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85" creationId="{54176FC7-9650-9E6B-74F3-86347AAEF36D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86" creationId="{24A37DB3-6687-BA39-B434-76F022625EC8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87" creationId="{0DFFB60A-F68D-8BF6-BD96-07B5FDCFD041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88" creationId="{1B5F6A3D-8359-5EDC-836C-018998A7ED21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89" creationId="{329872F7-0FA1-8F02-C398-8AA5E542AEF9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90" creationId="{2242963B-588A-81F0-EB5B-3EE3C6DAB8D9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92" creationId="{22560E5F-0C97-82F5-E79D-02B213444935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93" creationId="{BD27D844-1AB1-91CE-4478-35E293D032B4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94" creationId="{27AC9B22-0CC6-83EE-D3C9-EFCB64889F41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95" creationId="{6C1068B4-CF32-1C4F-66E2-18AA1A92A1B6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96" creationId="{3A2240EF-C563-BFE7-10AA-55BE25238254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97" creationId="{626F1E3F-F920-39EC-8D6D-0161CDAA470D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98" creationId="{FB22AD2B-F587-C80D-4A82-8789E28A694A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99" creationId="{0197BB5C-3AA8-F243-BD54-025779DCE8C4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00" creationId="{92B14BAA-2CCF-1217-6022-B148B782D4AE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01" creationId="{B9759C9F-CF2E-E37F-1FE4-C3EA851885F2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02" creationId="{90CF6D36-793F-650C-7D63-A017C69A61FF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03" creationId="{839CCA3A-ACA9-F9CC-FA26-08302CE12559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04" creationId="{99F47158-9549-AB45-D89D-B83ADBF82A39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05" creationId="{521C9570-25FB-AE13-AF44-CDBC00DDB4ED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06" creationId="{F44A3E63-C256-69F8-4EC0-A8B948A90D79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07" creationId="{56A5AE5C-F661-99D1-6000-72FEFA60FB82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08" creationId="{C9DF9AC3-A348-1381-C2A1-837E1A8E71A1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10" creationId="{FF1D7F4E-9F2F-D6DE-F888-D9432ACA8A3D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11" creationId="{D8132F6B-1DD7-0FC3-3F1B-9EF5CCE076FE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12" creationId="{29301649-1E00-C2AF-CDC0-D124400B094A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13" creationId="{C9B2C2E9-3F9B-15A4-9212-DE89320891C0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14" creationId="{5476B430-CF6F-A68B-1758-6B11887FEFDF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15" creationId="{D54CC114-CB48-B7E6-8A54-72FBDDCC3041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16" creationId="{09608C71-9EEA-6D2B-608B-74DA17F03548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17" creationId="{B3D0A107-7EE4-6C42-E72A-586F42722B13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18" creationId="{DEF6DCD3-363C-E444-F77C-1713A828044C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19" creationId="{05C77B3D-32F5-EE91-9376-6B22E6991A4F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20" creationId="{30A13033-7A92-48DE-AA16-09A919707BC6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21" creationId="{14D05636-CD9A-1CEA-4A8E-58DF673A8CF8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22" creationId="{66B859E1-C324-DBE2-8CC4-4189AFFD5C2B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23" creationId="{80A1FEBC-19A5-9CE4-9C9E-38C29F2BFF11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24" creationId="{A933932B-10B4-49B8-F03A-605726E956B5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25" creationId="{F2613715-869B-E2D1-7CEC-7E734E0F8085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26" creationId="{FA732298-A163-16F4-C572-7CF11F4EEF35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28" creationId="{89170A98-4E8C-E9E3-3641-9C342DF892E1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29" creationId="{CBD3FA5A-FBFB-A541-5CAD-CF19C428A8D7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30" creationId="{E71BF553-C57B-A883-381C-CDD34A5B7CD6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31" creationId="{B2F71884-0CF2-A98C-4F56-066FF691F3A5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32" creationId="{A9670C74-D5F1-379D-3DAD-F91DD0AD5D10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33" creationId="{3F7E791C-BB08-51A1-C0EB-8F2C3B9DB72E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34" creationId="{8069E49E-9DB8-7AC9-1AB9-F152F86B3F8A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35" creationId="{B7A436AA-9162-AAD1-BF75-55F421DBACF3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36" creationId="{FA2CC7FB-D605-ACA7-FCA2-0FE6743C62C7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37" creationId="{4F390F66-CBAE-4080-9633-2554D4AE6108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38" creationId="{44C7763F-9E11-CB78-E4EB-AB56ADEA796D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39" creationId="{BAA58464-9D6E-173C-EA51-93CF3349A293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40" creationId="{BC8802B1-EB9E-33C9-B26B-56134E892A27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41" creationId="{C0701DF1-6CC0-4ACC-E8D0-CB8B7B828A1D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42" creationId="{89B9A778-3D08-E823-E0E6-D9585D4C4A0E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43" creationId="{E3AF5640-A37F-1450-646A-0EF06D7DFE80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44" creationId="{5F955AAF-FC5F-33EB-C96C-668872FC00E3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46" creationId="{0FAEA27B-A06D-203B-D884-7E10F7400188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47" creationId="{D6EE8171-9746-7E43-4D08-0A8DFB7465E7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48" creationId="{CA9ABDD8-9840-8B33-38C7-249B913848C7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49" creationId="{0E3E1D24-BCDA-A3E7-E584-1875922ECB0E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50" creationId="{90E9D57B-CC70-AE9A-B39C-F9A4F72426CD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51" creationId="{EA04C3FB-BD31-EA81-C1E0-F60D2EB54EAB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52" creationId="{863725EE-55D5-76C8-51C2-330C0F896274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53" creationId="{57A3CA0F-C99A-B440-7EB8-C15118FEF8B2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54" creationId="{813EE456-949F-9F11-4861-46D22AC2952F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55" creationId="{EC448273-8BC3-C45E-01D6-5C7FD2C985D5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56" creationId="{8D7226B6-6E18-5FC7-2EEE-C9AF64339FCB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57" creationId="{2C3777BB-D345-896E-8DF8-85D6BC6B8E97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58" creationId="{D699068F-024C-1F11-6444-C0719EF4AA56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59" creationId="{08F54C2F-063B-1D67-3CA3-A6866F93BB05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60" creationId="{AC742190-E927-1079-2709-76B875065A7E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61" creationId="{4B4F23B2-3EB2-05D1-7E6C-6332B512973B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62" creationId="{83148D37-693E-06C4-67F1-0343436E50E7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64" creationId="{36B53C81-B80A-743E-FCCA-9709A89C9A2A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65" creationId="{00ECC4B5-D640-C60D-C79C-C7C04D758C73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66" creationId="{F0E0A1FA-9329-2496-112D-C5571A858ED7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67" creationId="{6CD93B85-C6C0-6B95-B21D-FA5F7B4C6018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68" creationId="{163C6FA4-D1D6-84C5-6C17-93DB510B34CE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69" creationId="{E033DAD3-BDCB-6735-C6B4-BB1906AAE92A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70" creationId="{84AED7A4-7C47-405C-CEAE-9C622B95E3EB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71" creationId="{56897432-9A5D-BAEE-C92C-52D38A52F4FA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72" creationId="{30592042-BBDB-9E64-1A28-51CDD4332FDA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73" creationId="{9A209435-A471-DD13-3217-476E0D4B5589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74" creationId="{308E54BD-B584-703A-FD05-D0772114E651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75" creationId="{99217CC7-042F-6D0B-F45C-0ED7496BA17E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76" creationId="{490430A5-6910-F393-0613-D437B40C4EC3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77" creationId="{B4962CE4-1BC6-274A-2845-72468E5FEE62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78" creationId="{83240DF8-3714-0061-FD1B-A26C43882FD2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79" creationId="{7A2A63DD-FE38-26D0-B8B0-0404EBAC6277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180" creationId="{FCCAEC69-990E-BFE8-0FE2-36A6F88A22C5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182" creationId="{51E8DCC3-90FB-5FD6-E0BB-227F9AE93FAD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183" creationId="{779997FC-8619-A096-78BB-94C0207BC795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184" creationId="{9F61A893-79F2-E324-F709-5AA4A5725895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185" creationId="{D6D1C410-9FCE-69E8-427D-56016E13370F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186" creationId="{A44AE1F4-5481-1E3B-FD14-2A6A175BC7C1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187" creationId="{AE98B15C-6BC3-DABD-125F-A13CBAF9D05D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188" creationId="{A36928F4-5673-4F4C-7E89-B8D5FCB7D092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189" creationId="{6A87C8C1-FE4A-D648-66C2-B1AF6263EA9A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190" creationId="{DF37E065-6BDA-7362-B95D-09810C496336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191" creationId="{79C43639-A621-4DCC-F96C-653FC2C43EC1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192" creationId="{9E8D7A6D-FDFC-C17B-C6AE-A3790C847D4C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193" creationId="{4CBADFBC-6693-0993-F324-2612A4A11200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194" creationId="{6C370DD9-19CB-51E0-B8DF-1DE6F6A34B9E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195" creationId="{A5CB81B6-4EE4-CF18-6171-29EFAE64CCAE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196" creationId="{D62CAE63-E800-209E-6DDE-219BA37A94A5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197" creationId="{BD3A54A0-BAF0-BD39-BDE2-284365DEFF3B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198" creationId="{07D2FB41-78FC-A600-5EC9-8D9BF7B46F62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00" creationId="{DDAE54F8-356D-D5EB-FC96-E9AD7906A2F3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01" creationId="{DAB08AF8-4F42-F626-0580-C342605382D7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02" creationId="{ADD7CDB4-DD5D-DE06-4264-0ABB902E4504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03" creationId="{A6CBAC2B-4326-4614-222F-114C4DFA05BB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04" creationId="{AF47C7D5-65C7-0E85-1A6A-64D34E47C8E4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05" creationId="{FD3DEF4F-5DFF-8FAB-E9DB-7FA9A0851BE1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06" creationId="{C865993E-60C1-B189-6CA6-279366C72FAF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07" creationId="{F33A3E24-0B2C-B7FF-1E7C-2D096D86A38B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08" creationId="{89447C0B-9B55-5A4A-D026-CEAF6C6C3B62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09" creationId="{E865D5E3-4BAB-6FCF-DAC0-C63115916FC6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10" creationId="{609EF0DF-7A3B-0341-0546-09E61FBD0D98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11" creationId="{968E7C85-61D1-230A-C548-5FFEA4F0EC4D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12" creationId="{9B099B4D-47E1-6575-F8F6-CDBBABA41086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13" creationId="{60648448-C42F-2A1C-AAB8-D25380C9DFD4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14" creationId="{AFB50269-B650-B89D-2EA2-091CD006F91F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15" creationId="{53AAD0B3-B2CB-63B0-8F91-662F55703768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16" creationId="{A20E8135-31AB-242D-1259-3492490AE23B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18" creationId="{7B26360B-AF71-CB77-717C-DDBC73A5BCFC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19" creationId="{FAE1CDB7-B0F7-C462-C31A-36ECF6EE809A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20" creationId="{8C512090-A224-2B31-D621-6C97DE7A7AE2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21" creationId="{4522B52F-7131-26C5-A7D7-4CBE009F7D7D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22" creationId="{9A0FDA79-0903-418D-5E1A-BEA1A05CD72E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23" creationId="{CD27FA2C-81C2-2B56-27F4-F2BDF37B43C3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24" creationId="{D6F38BE5-3B95-4324-66BB-AFB29EA2A01F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25" creationId="{70E6507C-9A8A-7D45-0B46-2C96CFCE0163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26" creationId="{E3AEF40C-E05E-7A96-3540-8FE02DB74EF2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27" creationId="{64D21CD4-ED83-D5A3-F412-DC5B453BB6A9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28" creationId="{BCA23C5F-7534-02A0-2372-EB01FCD5D75B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29" creationId="{EC3E9D1B-1E01-6FFE-7A0B-541BCA3C64FB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30" creationId="{3743F9A6-E796-6288-B541-6EC47318C298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31" creationId="{82DF9A59-7AFF-54BB-4157-F1EA1E688082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32" creationId="{A3F502C7-38DC-49BC-66FA-FFD36069314D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33" creationId="{78F70E69-CEF7-6CE8-FB47-E5FC3CF530FF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34" creationId="{0346895B-06AF-1A09-EF4B-786620CB2918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36" creationId="{C30D7768-0340-DECD-42A5-35E2B99AC9E5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37" creationId="{9D0834D6-48C3-4B57-FF33-36658654DD88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38" creationId="{5BAFBF51-CE53-A00B-0DF8-09258D876EBA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39" creationId="{AA6A4FB6-2E73-8A0C-D4DE-7FB6347F15EA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40" creationId="{03BFA5B3-B1F1-B6FA-A0A8-EDC122D212FF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41" creationId="{9154B526-1DCD-FBD5-E545-66A87AD04042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42" creationId="{17B839BD-4D31-2F39-E081-B7185F963770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43" creationId="{EBAE1145-7663-35F7-99B2-8FB98CE0B0FE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44" creationId="{70AB6BB4-0EE5-DAB3-15BD-DD90A496D4BF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45" creationId="{7047B891-59D2-46EF-6E87-A076DC4BBD81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46" creationId="{7B3C7AA7-0CFC-8CFA-49DA-13C565AEC8DB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47" creationId="{CD3A309E-A2B1-D57A-D232-FF713C94695D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48" creationId="{473C2B8F-1FAD-A849-2003-12DB98B72E4C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49" creationId="{0E08CCAC-7BE3-6981-8EB2-412FC55E8F1B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50" creationId="{0D034E22-E916-DFFD-30E4-7EAA5B1F8DC8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51" creationId="{86C4021D-9D8B-4AC7-A577-6B60F84C4063}"/>
          </ac:spMkLst>
        </pc:spChg>
        <pc:spChg chg="mod">
          <ac:chgData name="徐志嘉" userId="4f4e22b3-2ff2-4e81-a7cc-1ce68c8c1bc8" providerId="ADAL" clId="{39D4A37E-9991-4686-B771-75935559E58F}" dt="2023-05-10T16:00:33.005" v="3265" actId="207"/>
          <ac:spMkLst>
            <pc:docMk/>
            <pc:sldMk cId="4202378224" sldId="1281"/>
            <ac:spMk id="252" creationId="{1F5A0EB6-1272-831D-57D8-E555AB842040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54" creationId="{4D765B56-CECC-F36E-66FF-216E57B1D1FD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55" creationId="{05564772-16C3-7971-2C73-C54B0A182D2B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56" creationId="{96F02737-6942-72E8-7956-62D636F5CE77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57" creationId="{555BEB5A-BD68-52B1-8F1E-DF0678FFC170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58" creationId="{A2142F83-4340-DB20-23FC-CFFA8C20CF89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59" creationId="{63EFB70B-2CF4-C461-C40F-A83540B91DA1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60" creationId="{6CE31E7D-7DC7-B4CB-58D7-608B620F0298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61" creationId="{0588178E-7544-7BA9-BD70-275E1D63EF53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62" creationId="{04CAEE29-89CA-B70E-5514-90E18A0C3021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63" creationId="{5A973516-882E-CD6A-6DAC-690C0D3F611A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64" creationId="{E34002A4-E382-C34A-CA32-6F0C2C5A58FD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65" creationId="{6C61A349-CAE8-6C99-C6D6-1B4B7249AC2A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66" creationId="{B5AF1ED3-1531-3A81-50C8-E51B55452983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67" creationId="{539B2A4F-5537-1199-E728-F38636FF4655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68" creationId="{E092BA5F-D130-0B92-6BEF-8ABF9C79B729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69" creationId="{03C769C0-AFA3-F92B-0D99-621A2E9B68B4}"/>
          </ac:spMkLst>
        </pc:spChg>
        <pc:spChg chg="mod">
          <ac:chgData name="徐志嘉" userId="4f4e22b3-2ff2-4e81-a7cc-1ce68c8c1bc8" providerId="ADAL" clId="{39D4A37E-9991-4686-B771-75935559E58F}" dt="2023-05-10T15:49:50.882" v="3082" actId="571"/>
          <ac:spMkLst>
            <pc:docMk/>
            <pc:sldMk cId="4202378224" sldId="1281"/>
            <ac:spMk id="270" creationId="{4249C523-288A-A53F-23CA-C54F4F954BE0}"/>
          </ac:spMkLst>
        </pc:spChg>
        <pc:spChg chg="add del mod">
          <ac:chgData name="徐志嘉" userId="4f4e22b3-2ff2-4e81-a7cc-1ce68c8c1bc8" providerId="ADAL" clId="{39D4A37E-9991-4686-B771-75935559E58F}" dt="2023-05-10T16:09:41.136" v="3316" actId="478"/>
          <ac:spMkLst>
            <pc:docMk/>
            <pc:sldMk cId="4202378224" sldId="1281"/>
            <ac:spMk id="271" creationId="{9DF1DF28-749E-16AE-D9E1-E3B31CE77464}"/>
          </ac:spMkLst>
        </pc:spChg>
        <pc:spChg chg="add del mod">
          <ac:chgData name="徐志嘉" userId="4f4e22b3-2ff2-4e81-a7cc-1ce68c8c1bc8" providerId="ADAL" clId="{39D4A37E-9991-4686-B771-75935559E58F}" dt="2023-05-10T16:09:41.136" v="3316" actId="478"/>
          <ac:spMkLst>
            <pc:docMk/>
            <pc:sldMk cId="4202378224" sldId="1281"/>
            <ac:spMk id="272" creationId="{F1B6F863-6FC5-DAD1-EF01-84C4AD6AFFFA}"/>
          </ac:spMkLst>
        </pc:spChg>
        <pc:spChg chg="add del mod">
          <ac:chgData name="徐志嘉" userId="4f4e22b3-2ff2-4e81-a7cc-1ce68c8c1bc8" providerId="ADAL" clId="{39D4A37E-9991-4686-B771-75935559E58F}" dt="2023-05-10T16:09:41.136" v="3316" actId="478"/>
          <ac:spMkLst>
            <pc:docMk/>
            <pc:sldMk cId="4202378224" sldId="1281"/>
            <ac:spMk id="273" creationId="{AB5847FE-5D58-FD0B-4A1C-71BCD3525016}"/>
          </ac:spMkLst>
        </pc:spChg>
        <pc:spChg chg="add del mod">
          <ac:chgData name="徐志嘉" userId="4f4e22b3-2ff2-4e81-a7cc-1ce68c8c1bc8" providerId="ADAL" clId="{39D4A37E-9991-4686-B771-75935559E58F}" dt="2023-05-10T16:09:41.136" v="3316" actId="478"/>
          <ac:spMkLst>
            <pc:docMk/>
            <pc:sldMk cId="4202378224" sldId="1281"/>
            <ac:spMk id="274" creationId="{421FFC3F-EC61-6126-2D69-7140546D9F36}"/>
          </ac:spMkLst>
        </pc:spChg>
        <pc:spChg chg="add del mod">
          <ac:chgData name="徐志嘉" userId="4f4e22b3-2ff2-4e81-a7cc-1ce68c8c1bc8" providerId="ADAL" clId="{39D4A37E-9991-4686-B771-75935559E58F}" dt="2023-05-10T16:09:41.136" v="3316" actId="478"/>
          <ac:spMkLst>
            <pc:docMk/>
            <pc:sldMk cId="4202378224" sldId="1281"/>
            <ac:spMk id="275" creationId="{82AE9387-698E-BBA5-6AE8-96397553DC37}"/>
          </ac:spMkLst>
        </pc:spChg>
        <pc:spChg chg="add del mod">
          <ac:chgData name="徐志嘉" userId="4f4e22b3-2ff2-4e81-a7cc-1ce68c8c1bc8" providerId="ADAL" clId="{39D4A37E-9991-4686-B771-75935559E58F}" dt="2023-05-10T16:09:41.136" v="3316" actId="478"/>
          <ac:spMkLst>
            <pc:docMk/>
            <pc:sldMk cId="4202378224" sldId="1281"/>
            <ac:spMk id="276" creationId="{4A5AE50B-DA9D-4A85-95B2-14183BF0DED0}"/>
          </ac:spMkLst>
        </pc:spChg>
        <pc:spChg chg="add del mod">
          <ac:chgData name="徐志嘉" userId="4f4e22b3-2ff2-4e81-a7cc-1ce68c8c1bc8" providerId="ADAL" clId="{39D4A37E-9991-4686-B771-75935559E58F}" dt="2023-05-10T16:09:41.136" v="3316" actId="478"/>
          <ac:spMkLst>
            <pc:docMk/>
            <pc:sldMk cId="4202378224" sldId="1281"/>
            <ac:spMk id="277" creationId="{EF00387F-ECD4-E6CF-2A08-31B626620533}"/>
          </ac:spMkLst>
        </pc:spChg>
        <pc:spChg chg="add del mod">
          <ac:chgData name="徐志嘉" userId="4f4e22b3-2ff2-4e81-a7cc-1ce68c8c1bc8" providerId="ADAL" clId="{39D4A37E-9991-4686-B771-75935559E58F}" dt="2023-05-10T16:09:41.136" v="3316" actId="478"/>
          <ac:spMkLst>
            <pc:docMk/>
            <pc:sldMk cId="4202378224" sldId="1281"/>
            <ac:spMk id="278" creationId="{91251F7F-05B6-AB6D-5569-B8DC511E4294}"/>
          </ac:spMkLst>
        </pc:spChg>
        <pc:spChg chg="add del mod">
          <ac:chgData name="徐志嘉" userId="4f4e22b3-2ff2-4e81-a7cc-1ce68c8c1bc8" providerId="ADAL" clId="{39D4A37E-9991-4686-B771-75935559E58F}" dt="2023-05-10T16:09:41.136" v="3316" actId="478"/>
          <ac:spMkLst>
            <pc:docMk/>
            <pc:sldMk cId="4202378224" sldId="1281"/>
            <ac:spMk id="279" creationId="{6AA0C3E5-D8A6-0224-872F-B6F9330F57DF}"/>
          </ac:spMkLst>
        </pc:spChg>
        <pc:spChg chg="add del mod">
          <ac:chgData name="徐志嘉" userId="4f4e22b3-2ff2-4e81-a7cc-1ce68c8c1bc8" providerId="ADAL" clId="{39D4A37E-9991-4686-B771-75935559E58F}" dt="2023-05-10T16:08:45.786" v="3303" actId="478"/>
          <ac:spMkLst>
            <pc:docMk/>
            <pc:sldMk cId="4202378224" sldId="1281"/>
            <ac:spMk id="280" creationId="{1F520D45-9083-E661-4218-4654DE3C545F}"/>
          </ac:spMkLst>
        </pc:spChg>
        <pc:spChg chg="add mod">
          <ac:chgData name="徐志嘉" userId="4f4e22b3-2ff2-4e81-a7cc-1ce68c8c1bc8" providerId="ADAL" clId="{39D4A37E-9991-4686-B771-75935559E58F}" dt="2023-05-10T16:10:49.830" v="3331" actId="1076"/>
          <ac:spMkLst>
            <pc:docMk/>
            <pc:sldMk cId="4202378224" sldId="1281"/>
            <ac:spMk id="282" creationId="{0E879CA7-0DBE-1FA7-CD61-655B802E4532}"/>
          </ac:spMkLst>
        </pc:spChg>
        <pc:spChg chg="add del mod">
          <ac:chgData name="徐志嘉" userId="4f4e22b3-2ff2-4e81-a7cc-1ce68c8c1bc8" providerId="ADAL" clId="{39D4A37E-9991-4686-B771-75935559E58F}" dt="2023-05-10T16:08:45.786" v="3303" actId="478"/>
          <ac:spMkLst>
            <pc:docMk/>
            <pc:sldMk cId="4202378224" sldId="1281"/>
            <ac:spMk id="283" creationId="{ECC25562-1AAB-E30F-BC58-34B10D5EF9DB}"/>
          </ac:spMkLst>
        </pc:spChg>
        <pc:spChg chg="add mod">
          <ac:chgData name="徐志嘉" userId="4f4e22b3-2ff2-4e81-a7cc-1ce68c8c1bc8" providerId="ADAL" clId="{39D4A37E-9991-4686-B771-75935559E58F}" dt="2023-05-10T15:59:55.146" v="3260" actId="20577"/>
          <ac:spMkLst>
            <pc:docMk/>
            <pc:sldMk cId="4202378224" sldId="1281"/>
            <ac:spMk id="284" creationId="{0EF11D33-BEF0-11A6-43EB-12ADB17C1BCD}"/>
          </ac:spMkLst>
        </pc:spChg>
        <pc:spChg chg="add mod">
          <ac:chgData name="徐志嘉" userId="4f4e22b3-2ff2-4e81-a7cc-1ce68c8c1bc8" providerId="ADAL" clId="{39D4A37E-9991-4686-B771-75935559E58F}" dt="2023-05-10T16:10:28.089" v="3326" actId="692"/>
          <ac:spMkLst>
            <pc:docMk/>
            <pc:sldMk cId="4202378224" sldId="1281"/>
            <ac:spMk id="285" creationId="{4ACD876B-00F9-FBC0-0C7C-D9CA29AB960E}"/>
          </ac:spMkLst>
        </pc:spChg>
        <pc:spChg chg="add mod">
          <ac:chgData name="徐志嘉" userId="4f4e22b3-2ff2-4e81-a7cc-1ce68c8c1bc8" providerId="ADAL" clId="{39D4A37E-9991-4686-B771-75935559E58F}" dt="2023-05-10T16:12:52.782" v="3355"/>
          <ac:spMkLst>
            <pc:docMk/>
            <pc:sldMk cId="4202378224" sldId="1281"/>
            <ac:spMk id="286" creationId="{18FAF87B-5786-5E93-1F1A-7911590AAAF8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287" creationId="{47E14114-2D2C-B6AC-BBCA-513A74BF9DA7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288" creationId="{A9C251AB-26BE-B2B0-99FB-75BB95716C68}"/>
          </ac:spMkLst>
        </pc:spChg>
        <pc:spChg chg="add mod">
          <ac:chgData name="徐志嘉" userId="4f4e22b3-2ff2-4e81-a7cc-1ce68c8c1bc8" providerId="ADAL" clId="{39D4A37E-9991-4686-B771-75935559E58F}" dt="2023-05-10T16:09:16.781" v="3309" actId="571"/>
          <ac:spMkLst>
            <pc:docMk/>
            <pc:sldMk cId="4202378224" sldId="1281"/>
            <ac:spMk id="289" creationId="{3D12688C-AF84-504F-9CD3-D2235838536E}"/>
          </ac:spMkLst>
        </pc:spChg>
        <pc:spChg chg="add mod">
          <ac:chgData name="徐志嘉" userId="4f4e22b3-2ff2-4e81-a7cc-1ce68c8c1bc8" providerId="ADAL" clId="{39D4A37E-9991-4686-B771-75935559E58F}" dt="2023-05-10T16:09:16.781" v="3309" actId="571"/>
          <ac:spMkLst>
            <pc:docMk/>
            <pc:sldMk cId="4202378224" sldId="1281"/>
            <ac:spMk id="290" creationId="{256EFB0E-3B59-31C8-8DEA-B0CF631D39D2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291" creationId="{2666B3B6-0652-F2D9-2DEA-78C06CF7BE71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292" creationId="{C7AC9224-731D-6F8C-FB95-2855B0544497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293" creationId="{4B014B3E-1DF8-AFAA-DE5C-056557F01ADD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294" creationId="{03A17955-D0DD-6DA3-4FE0-370EE864C996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295" creationId="{9FD74348-B818-921D-7308-4E9706445C20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296" creationId="{449E0E3A-A91F-5686-51D9-4B6B7AE4C083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297" creationId="{065EB4FC-431B-0608-16EA-3B633CEE1443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298" creationId="{86F06481-68CC-A70B-7268-F73E7FCCD5D0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299" creationId="{65BD56B0-EB03-DCA7-384A-1EB1BE94486F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00" creationId="{9C22FC99-7BAD-F2C0-192E-7056E387DF15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01" creationId="{DC36561F-1F8B-DEF7-974A-805E542AD83A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02" creationId="{7434F41C-95CC-EF4E-D6D9-4F6748304A8D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03" creationId="{FA7CA54A-646E-86A0-B311-A75088A7BE09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04" creationId="{66C2C441-E2A8-1E6A-80A4-5F610A501A9A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05" creationId="{DF214EA6-2C76-82EC-7111-63050AF639BF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06" creationId="{B637FCEC-FA15-CCA0-CB90-B3D7B895EC3B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07" creationId="{DD07D2CB-7730-F890-5865-341C35F01E73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08" creationId="{DDEB339F-C438-0010-B463-191B0E6E131B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09" creationId="{99A85006-8697-BA25-DB61-ADBAF4CA3443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10" creationId="{1C4A2F08-6945-D556-E5D1-D8B5E6ED37D9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11" creationId="{EF7336A4-2FD7-7D33-D264-5904167F8365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12" creationId="{D97E6B1B-D3B0-5255-424D-E7DADF09EEC5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13" creationId="{A3818BCD-72A4-CAC5-BE4B-BAA3EC5384BE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14" creationId="{D914F3BB-F024-1FC0-5A83-23BD5960F409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15" creationId="{1F57ED5D-D27E-395C-0A98-6BA71FDDBAD3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16" creationId="{FDED7B2D-016A-1830-7801-610A5ED45818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17" creationId="{078C4115-E335-0D83-8962-B64A1DE7345A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18" creationId="{3D1D35D2-BBA1-3E69-F490-7D6EED414E4D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19" creationId="{10418844-F9F8-DF10-84BC-3B2734A80109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20" creationId="{6C732677-3B04-E6EA-1737-E1154A59F25D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21" creationId="{CA1E47CA-BD7B-5393-CD14-0D72147CDEFA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22" creationId="{4F1A739A-9FB9-B5BC-B0BD-A589EDB6933F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23" creationId="{3EAB2651-8EF5-DC5E-4CEF-1BB54531F234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24" creationId="{D0B7BFD1-971D-1640-C1A9-6E35760211D0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25" creationId="{9344F544-9DA1-DF78-436D-D21EA020AF26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26" creationId="{EB27F85A-558B-8E18-12CB-52DEC0270AF9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27" creationId="{70A3983E-CDC3-BDB6-DEDA-74942F3A0D6C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28" creationId="{32389A21-5C3A-9399-D3D2-81CB1D506C1F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29" creationId="{CDE56753-11B3-4F51-38B4-AC155E6BAC7A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30" creationId="{BB4C726F-52B2-8856-9A39-B8DDC49F2051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31" creationId="{B9B4252F-4ABF-B54A-316E-060205868F4B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32" creationId="{F70F688F-2F88-2820-9419-31E98980F691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33" creationId="{9CA0F170-D05B-ABE3-0AA4-9322C4304A00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34" creationId="{C467687B-779E-4BA2-5F2D-6ACD8A872EB6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35" creationId="{6993DB26-3FDE-048A-682D-71E55642E028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36" creationId="{E884C89C-7F4F-FB9C-C2D8-8D72B4FB5A10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37" creationId="{48AFE3C8-8241-DA89-78C4-615B0EA9DBCB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38" creationId="{3ABF7490-D04D-3CA7-67B4-70F97DDCCB7D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39" creationId="{46A3CEFA-BB88-A3B1-C96A-8EBDE1E850E2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40" creationId="{7F1B1E9D-ED7C-434B-EC45-D2D0E57540EC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41" creationId="{0B8CB4F7-488B-BF48-E4FB-839DDE190580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42" creationId="{0284E96E-BBC9-4110-03BD-1DDF235FFB24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43" creationId="{BCC30808-EBE9-6F83-D49F-D2228D165646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44" creationId="{0A3054A8-5250-7755-34A0-76535D174E87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45" creationId="{6619205A-5E52-D0C8-E69B-ADEBE410F2F5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46" creationId="{251C2C2D-2008-CD20-97B8-C8530BD8C02C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47" creationId="{8479F7FE-DAF6-5E12-E10D-74CCC1832F43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48" creationId="{E6C416F8-DA18-BA78-D539-953E009FF275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49" creationId="{220BC805-32BC-B43B-9A3F-0A311F2F11B9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50" creationId="{A15AD519-22C6-D3E7-F79E-EB49A159978C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51" creationId="{729F8FFB-6489-8496-E993-48BA4C8E86AE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52" creationId="{5875D02B-35A7-FB63-3837-3A116A3A1F82}"/>
          </ac:spMkLst>
        </pc:spChg>
        <pc:spChg chg="add del mod">
          <ac:chgData name="徐志嘉" userId="4f4e22b3-2ff2-4e81-a7cc-1ce68c8c1bc8" providerId="ADAL" clId="{39D4A37E-9991-4686-B771-75935559E58F}" dt="2023-05-10T16:10:51.551" v="3332"/>
          <ac:spMkLst>
            <pc:docMk/>
            <pc:sldMk cId="4202378224" sldId="1281"/>
            <ac:spMk id="353" creationId="{82EB4164-D9C8-6280-8EBD-56084144C4D0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54" creationId="{7960E95D-3C65-FBAB-FFDD-8933F757B274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55" creationId="{C60CC1ED-440B-5822-5BDA-14FDC9172357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56" creationId="{DE8B95E9-3862-2D6F-4319-BD4F1559E4F5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57" creationId="{86FA828D-07C0-3531-06DB-D7AFF68BEAB5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58" creationId="{E551494C-AC3D-D3AB-6512-EAE0C43FFCE2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59" creationId="{4FFF5D89-264E-D1F8-0D80-02A203A276B3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60" creationId="{5A27AA3B-6059-7948-B940-E3C930045DBE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61" creationId="{CC78807C-0118-B813-B4A8-39EFFD09828E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62" creationId="{69C2EDF7-FA42-60A7-81CD-7DBBC85B5A7D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63" creationId="{68D07053-5306-020B-FB3B-00C6847DDDF7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64" creationId="{0517FA56-352A-00C0-1589-91BD602148BA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65" creationId="{A8C6F48E-1953-C0E8-534D-55D58C609321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66" creationId="{E93AA086-C738-F785-A035-516F0D7B4C8A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67" creationId="{755A2462-4486-9057-B64C-C6865C346BAC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68" creationId="{3B006362-1750-1450-6580-75C2A45868A0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69" creationId="{521DD4DD-E980-443E-555B-1ADDA0BEA477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70" creationId="{2EFC1116-3828-72DE-0BFF-4A12A9BD8123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71" creationId="{586FB1B3-24BB-46BE-86B3-7F672C92FE19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72" creationId="{7A135372-F1E1-DBCC-BF31-7BF1AADA3AC1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73" creationId="{6D109092-5778-D526-D06D-EA7CBAA9FB9D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374" creationId="{16B5C035-12D0-A3AF-F350-D281581A1C85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375" creationId="{69D33025-4261-C770-7A82-B601C42831CF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376" creationId="{2BA75EFA-CC11-CBF4-6865-1A395BC40BE8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377" creationId="{108A5FFE-7C06-56D3-BE42-A2486444EE13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378" creationId="{D76F19B0-114A-1FE8-4E9D-51059CAA234B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379" creationId="{4ACC1DCA-EFEE-CC63-250D-0713E2F37A7A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380" creationId="{6B79666D-3112-0BF3-A955-E86422B18819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381" creationId="{595E3F80-C4D8-AAA8-8C8B-491A034F3514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382" creationId="{1CDE6D0C-8C55-2366-8B28-AAC4FA6A2ECD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383" creationId="{8CEEB005-D4A5-03B2-1D3C-2C447F29EB1C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384" creationId="{2FD3D42E-5EAD-0217-F7BA-351D74577C4C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385" creationId="{FAF43E15-413D-1F45-F418-0B556B05F62E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386" creationId="{B6B8E3D8-7EB3-DDA0-54DF-2DB4476DDB73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387" creationId="{05D5C070-659A-04C5-1DB3-E9336422622B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388" creationId="{AF079162-AC5B-4D95-DC75-3E8CBB4EA7B1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389" creationId="{CC2ED27E-6630-5984-7D7B-404215B5343A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90" creationId="{9E81E198-9403-E0FD-84DF-16FEED0F5C5D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91" creationId="{E7541A75-F0C5-4FA8-5A9C-4C630F961141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92" creationId="{549AB759-7E5F-BFC1-5321-07E9EFB88BE9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93" creationId="{986A5681-5A9B-C1FB-5AAC-8F391E176B70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94" creationId="{119F0094-9D44-1F33-2AF7-E14877747269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95" creationId="{EDE9600A-2435-42CE-5BDD-85BBA014A553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96" creationId="{D0D9D042-6A54-572C-1031-E7198E0CBD1A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97" creationId="{B0398C75-7E47-5B62-1204-29683588C9D8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98" creationId="{16A0FBB7-AE9A-EE6A-06BD-55C3CDBC0992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399" creationId="{5579B6F6-FC8E-B73B-7B64-E73E06A8D149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00" creationId="{E20F421B-7758-5409-D092-EC00893E7DD3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01" creationId="{C98E9D8A-0C68-ABA7-AFB0-27A67C28E1EA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02" creationId="{A3892063-E410-827E-B8FF-F356CEE3422A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03" creationId="{0D41E2C8-3016-F0BE-A94C-8552A817061A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04" creationId="{2BDF059B-1668-E655-9E5E-E68058216C98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05" creationId="{A6C61BA6-28B1-30F7-BF78-D7B466475093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06" creationId="{99FBC75F-49A9-5DAF-A061-FA4CF722A825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07" creationId="{83A77322-0C67-7EC4-064F-ACAB7727618A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08" creationId="{C7C55D93-2B4A-2AC8-EF36-81FE11136F7F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09" creationId="{FC3198D5-6EBA-2492-C194-B33C83ACB8A8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10" creationId="{EC6BB74A-6CDF-9C80-495B-35C224B67B55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11" creationId="{78FABB0E-0E03-54C5-4470-AD3DA02964FC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12" creationId="{3C10CCCA-8E5A-9041-EE32-CD49210A4AFF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13" creationId="{69CFA14B-F049-2F62-C846-52403CD61E65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14" creationId="{053F8015-DEC6-0F19-E27A-32248804A513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15" creationId="{C184936B-9448-487A-8677-55C4137D2BDB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16" creationId="{D15CB354-917A-3E8A-B04A-FB817FECB3EF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17" creationId="{F7D7EF67-D0E1-DCF6-01F5-217BEA00469D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18" creationId="{523F8098-6462-4B08-3389-4F9828427E27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19" creationId="{263BFCC5-9263-6693-DA75-8FF39D7DE5A2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20" creationId="{CF1DF970-5E12-22E8-2BC0-E1F07BD11FEE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21" creationId="{38A6E05D-FF90-EFFF-3C0E-172CF4BEEFBD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22" creationId="{3D1DBBBC-BA02-9653-DEA7-34C24E40D4E1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23" creationId="{F33B6138-F863-53F4-2045-5BF40FF6BEDC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24" creationId="{7798BF79-2263-BA1E-D602-FB916F97B0B1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25" creationId="{93AFCC8A-A8BE-27F4-A2F6-377F9949F166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26" creationId="{9A0C8E3E-CDF0-CA6A-4C23-DF2788706BD1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27" creationId="{4D0D23BE-1363-CCF7-E7EC-D7570A411174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28" creationId="{A3B03D72-4537-AAAD-C02F-C1ABE79D878E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29" creationId="{EE0CBDFC-78F2-B586-0654-6477A269D4DD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30" creationId="{FA7D038F-EBA2-3C99-E4ED-FB8AB42A10B4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31" creationId="{B30D18E5-0966-6A76-F3B8-AA9E37941391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32" creationId="{FCEBC059-43CA-8E1F-AFAC-EC026E8A0E07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33" creationId="{0A202951-9CC5-CDBC-A5DE-AFB2CFA9093B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34" creationId="{FFCBC3C4-1237-C19F-F244-E32742243A87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35" creationId="{872D0306-7C97-90B0-82EF-AA48AE68ECFA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36" creationId="{E95C5E05-97F2-C539-7BE1-6E211F12B60B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37" creationId="{58AB7B97-7A05-943F-5042-A5F3C8484517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38" creationId="{62779662-1D2E-5BF2-5552-FD86BA70583D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39" creationId="{65CB2001-04D1-E96E-B990-AE945D40FC0E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40" creationId="{7C1B0E63-FE0A-8FC9-5391-AAF4B738FBAA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41" creationId="{FE377D5B-494E-3C6C-D2FD-21D9834727A9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42" creationId="{BE3DF617-F0FA-1D7E-AE3E-6856F4436640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43" creationId="{386CC373-0AB6-75B1-98A4-F338FF8AA0CE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44" creationId="{5E4153CC-DA91-6EE9-9948-F82C2C80BC88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45" creationId="{D44FE4BC-AB1C-A8BA-F051-B63023D1B053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46" creationId="{02ECBA82-4CBE-0D98-7B3C-338EDBA6FF37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47" creationId="{EE6E5D16-7E3B-B852-2CF6-EF6C7A8D1DC4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48" creationId="{7B14E40C-D793-A443-E89D-8A488FCAD83E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49" creationId="{77D1B1C6-9B30-F3F2-9DA1-8FBF506E27B2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50" creationId="{CACED37E-5B4E-3C4D-6CBF-2AED2414B687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51" creationId="{8D6FD7ED-1FFB-1F12-1186-E53893B6E17F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52" creationId="{FA7D37F6-AB5C-EC82-2EA3-9B7306F521FB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53" creationId="{953763A8-F679-B558-9354-3FA286A59FC6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54" creationId="{8A407C63-F2F6-5F4A-BCF0-2C217A9940BE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55" creationId="{26D36C13-2480-F86F-1CC9-B3C514CC1DD1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56" creationId="{C25F6AF6-28B1-66CE-5DEE-8E244FFEDABC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57" creationId="{F463B18D-A286-A27A-98AE-F5349D07CDD3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58" creationId="{13F60CD0-ECB2-8616-1E3E-ED0D347DAF46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59" creationId="{2980327A-58B3-091F-C1FE-8DEF4330CE31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60" creationId="{DF597B5E-95D3-4B4F-B7C1-D8C39B789439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61" creationId="{C5FB6483-9AD4-D802-8A05-7E3B1D921B17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62" creationId="{C9912844-ED84-827E-0545-2BFB55A157A0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63" creationId="{2CBB75A8-D406-23FE-7B05-5585FEB2EC1A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64" creationId="{2897DBED-8D90-18F4-7CB8-180B44E4C5C9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65" creationId="{11C313D4-E987-0FA2-8F93-D8FEDF23EA4F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66" creationId="{AC4E113B-52A7-CF27-5D98-813ECED3F6A2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67" creationId="{0AD21595-9CC3-D17B-F5F2-8BB283E46C2A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68" creationId="{A3DD3CF6-F3C2-7703-F5D1-24B88F725201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69" creationId="{379972FC-FFC5-5A43-047B-B67CB8425415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70" creationId="{F0705277-50A1-4FE6-E510-617E9D4C26DA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71" creationId="{7B222074-12F4-0D0C-B677-2AE552AD742E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72" creationId="{69A8556F-A809-F942-EFF6-0709F3BE8B4A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73" creationId="{965FB52C-F156-58EF-1763-0428FE080BFB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74" creationId="{347414BF-0969-E002-A54E-D222DD5721E0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75" creationId="{A5BEB055-26D1-A2A0-2871-4E362D499D09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76" creationId="{5924550C-F1F0-F661-F486-5FC142DEB23B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77" creationId="{AC399E09-4D09-5617-5A30-9AEA1BEAA8BD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78" creationId="{41C6B94B-B2E5-F9B0-F218-615F35032C03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79" creationId="{2CF58B05-F943-15ED-3D37-F2EB47F80AE7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80" creationId="{9E88E5AE-C44B-4526-C993-57FAA2955E57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81" creationId="{0848AC3B-20A1-4A88-A9C0-7351A0A9CE7F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82" creationId="{5CC44FA9-DEA7-9C8F-E2CC-B58511F61ACE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83" creationId="{0176F054-2053-D5F1-0FE3-D66FD7CBE520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84" creationId="{D9DADD2D-E96E-4506-477A-8480436D20CA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85" creationId="{4F1651F6-C499-074A-442B-26639BE7D245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86" creationId="{6CD2F45E-B2F8-DA4B-0365-A5BFF0979D9E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87" creationId="{834883A5-91B5-0F71-01EE-80521E0B2433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88" creationId="{F9145504-73DC-23DB-719B-68CB468E69A3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89" creationId="{2CDE6304-C1BF-6E7B-1EE7-97F4A3C6C3A8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90" creationId="{18FB9FC8-B2B7-F3E3-6876-4B48C082B842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91" creationId="{6CE641BF-0B58-5D31-7088-40E8D5896F55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92" creationId="{20114D2E-A3FA-49D2-1AC3-C26477890C1A}"/>
          </ac:spMkLst>
        </pc:spChg>
        <pc:spChg chg="add del mod">
          <ac:chgData name="徐志嘉" userId="4f4e22b3-2ff2-4e81-a7cc-1ce68c8c1bc8" providerId="ADAL" clId="{39D4A37E-9991-4686-B771-75935559E58F}" dt="2023-05-10T16:12:00.184" v="3346" actId="478"/>
          <ac:spMkLst>
            <pc:docMk/>
            <pc:sldMk cId="4202378224" sldId="1281"/>
            <ac:spMk id="493" creationId="{EB84B63A-7742-A5AB-DACA-5A3D37CA3F95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94" creationId="{1594E06E-2F39-E022-441F-A36795EA5972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95" creationId="{B092CEF4-7AFD-6DE6-0DB8-862DCECF5489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496" creationId="{A5E59542-5463-1AC8-1D57-439A426785C5}"/>
          </ac:spMkLst>
        </pc:spChg>
        <pc:spChg chg="add mod">
          <ac:chgData name="徐志嘉" userId="4f4e22b3-2ff2-4e81-a7cc-1ce68c8c1bc8" providerId="ADAL" clId="{39D4A37E-9991-4686-B771-75935559E58F}" dt="2023-05-10T16:13:24.621" v="3361" actId="571"/>
          <ac:spMkLst>
            <pc:docMk/>
            <pc:sldMk cId="4202378224" sldId="1281"/>
            <ac:spMk id="497" creationId="{88D6F5EE-5C9E-C25A-25C3-B4BBC0A26045}"/>
          </ac:spMkLst>
        </pc:spChg>
        <pc:spChg chg="add mod">
          <ac:chgData name="徐志嘉" userId="4f4e22b3-2ff2-4e81-a7cc-1ce68c8c1bc8" providerId="ADAL" clId="{39D4A37E-9991-4686-B771-75935559E58F}" dt="2023-05-10T16:13:24.621" v="3361" actId="571"/>
          <ac:spMkLst>
            <pc:docMk/>
            <pc:sldMk cId="4202378224" sldId="1281"/>
            <ac:spMk id="498" creationId="{D4ABDD72-2B98-3FC9-744D-D7A7CE63FF50}"/>
          </ac:spMkLst>
        </pc:spChg>
        <pc:spChg chg="add mod">
          <ac:chgData name="徐志嘉" userId="4f4e22b3-2ff2-4e81-a7cc-1ce68c8c1bc8" providerId="ADAL" clId="{39D4A37E-9991-4686-B771-75935559E58F}" dt="2023-05-10T16:13:24.621" v="3361" actId="571"/>
          <ac:spMkLst>
            <pc:docMk/>
            <pc:sldMk cId="4202378224" sldId="1281"/>
            <ac:spMk id="499" creationId="{A50D5C78-4BDF-DCEB-A3BB-1DE6F28BEA66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500" creationId="{10FE62F4-E760-0232-3797-98F25C4C01CC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501" creationId="{6D97B02E-2031-6865-637C-EADCE8A0660F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502" creationId="{DD96B788-FD32-B5D6-70B3-8D24F478E9AC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503" creationId="{3B089FA8-B612-B013-D976-65924AAE01E2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504" creationId="{CE44657D-5E97-ABB5-F773-E236C6021D61}"/>
          </ac:spMkLst>
        </pc:spChg>
        <pc:spChg chg="add mod">
          <ac:chgData name="徐志嘉" userId="4f4e22b3-2ff2-4e81-a7cc-1ce68c8c1bc8" providerId="ADAL" clId="{39D4A37E-9991-4686-B771-75935559E58F}" dt="2023-05-10T16:13:56.500" v="3365" actId="1076"/>
          <ac:spMkLst>
            <pc:docMk/>
            <pc:sldMk cId="4202378224" sldId="1281"/>
            <ac:spMk id="505" creationId="{12770FA8-4B2B-696F-A39B-400150611A04}"/>
          </ac:spMkLst>
        </pc:spChg>
        <pc:spChg chg="add mod ord">
          <ac:chgData name="徐志嘉" userId="4f4e22b3-2ff2-4e81-a7cc-1ce68c8c1bc8" providerId="ADAL" clId="{39D4A37E-9991-4686-B771-75935559E58F}" dt="2023-05-10T16:19:51.115" v="3475" actId="20577"/>
          <ac:spMkLst>
            <pc:docMk/>
            <pc:sldMk cId="4202378224" sldId="1281"/>
            <ac:spMk id="508" creationId="{EBEFD7A8-C9E9-0ECD-2600-80513B49FBBA}"/>
          </ac:spMkLst>
        </pc:spChg>
        <pc:grpChg chg="add del mod">
          <ac:chgData name="徐志嘉" userId="4f4e22b3-2ff2-4e81-a7cc-1ce68c8c1bc8" providerId="ADAL" clId="{39D4A37E-9991-4686-B771-75935559E58F}" dt="2023-05-10T16:09:41.136" v="3316" actId="478"/>
          <ac:grpSpMkLst>
            <pc:docMk/>
            <pc:sldMk cId="4202378224" sldId="1281"/>
            <ac:grpSpMk id="72" creationId="{8C6DC4E9-50ED-2EC7-6E4A-162F13AE7733}"/>
          </ac:grpSpMkLst>
        </pc:grpChg>
        <pc:grpChg chg="add del mod">
          <ac:chgData name="徐志嘉" userId="4f4e22b3-2ff2-4e81-a7cc-1ce68c8c1bc8" providerId="ADAL" clId="{39D4A37E-9991-4686-B771-75935559E58F}" dt="2023-05-10T16:09:41.136" v="3316" actId="478"/>
          <ac:grpSpMkLst>
            <pc:docMk/>
            <pc:sldMk cId="4202378224" sldId="1281"/>
            <ac:grpSpMk id="73" creationId="{E81BBBE8-DDB7-903F-B048-D300F555C8EE}"/>
          </ac:grpSpMkLst>
        </pc:grpChg>
        <pc:grpChg chg="add del mod">
          <ac:chgData name="徐志嘉" userId="4f4e22b3-2ff2-4e81-a7cc-1ce68c8c1bc8" providerId="ADAL" clId="{39D4A37E-9991-4686-B771-75935559E58F}" dt="2023-05-10T16:09:41.136" v="3316" actId="478"/>
          <ac:grpSpMkLst>
            <pc:docMk/>
            <pc:sldMk cId="4202378224" sldId="1281"/>
            <ac:grpSpMk id="91" creationId="{6C075BDA-9DD1-EC4E-7028-5A5C31B37F86}"/>
          </ac:grpSpMkLst>
        </pc:grpChg>
        <pc:grpChg chg="add del mod">
          <ac:chgData name="徐志嘉" userId="4f4e22b3-2ff2-4e81-a7cc-1ce68c8c1bc8" providerId="ADAL" clId="{39D4A37E-9991-4686-B771-75935559E58F}" dt="2023-05-10T16:09:41.136" v="3316" actId="478"/>
          <ac:grpSpMkLst>
            <pc:docMk/>
            <pc:sldMk cId="4202378224" sldId="1281"/>
            <ac:grpSpMk id="109" creationId="{BAE49726-54D1-BBFA-04AA-B06DD690C1B4}"/>
          </ac:grpSpMkLst>
        </pc:grpChg>
        <pc:grpChg chg="add del mod">
          <ac:chgData name="徐志嘉" userId="4f4e22b3-2ff2-4e81-a7cc-1ce68c8c1bc8" providerId="ADAL" clId="{39D4A37E-9991-4686-B771-75935559E58F}" dt="2023-05-10T16:09:41.136" v="3316" actId="478"/>
          <ac:grpSpMkLst>
            <pc:docMk/>
            <pc:sldMk cId="4202378224" sldId="1281"/>
            <ac:grpSpMk id="127" creationId="{1A8C1B19-46E7-1650-A322-03C038DB2752}"/>
          </ac:grpSpMkLst>
        </pc:grpChg>
        <pc:grpChg chg="add del mod">
          <ac:chgData name="徐志嘉" userId="4f4e22b3-2ff2-4e81-a7cc-1ce68c8c1bc8" providerId="ADAL" clId="{39D4A37E-9991-4686-B771-75935559E58F}" dt="2023-05-10T16:09:41.136" v="3316" actId="478"/>
          <ac:grpSpMkLst>
            <pc:docMk/>
            <pc:sldMk cId="4202378224" sldId="1281"/>
            <ac:grpSpMk id="145" creationId="{E7B1F0E8-0AFA-9C9B-0821-EE785446A898}"/>
          </ac:grpSpMkLst>
        </pc:grpChg>
        <pc:grpChg chg="add del mod">
          <ac:chgData name="徐志嘉" userId="4f4e22b3-2ff2-4e81-a7cc-1ce68c8c1bc8" providerId="ADAL" clId="{39D4A37E-9991-4686-B771-75935559E58F}" dt="2023-05-10T16:09:41.136" v="3316" actId="478"/>
          <ac:grpSpMkLst>
            <pc:docMk/>
            <pc:sldMk cId="4202378224" sldId="1281"/>
            <ac:grpSpMk id="163" creationId="{9D082860-209A-289B-5EC6-779A61D545D4}"/>
          </ac:grpSpMkLst>
        </pc:grpChg>
        <pc:grpChg chg="add del mod">
          <ac:chgData name="徐志嘉" userId="4f4e22b3-2ff2-4e81-a7cc-1ce68c8c1bc8" providerId="ADAL" clId="{39D4A37E-9991-4686-B771-75935559E58F}" dt="2023-05-10T15:50:09.754" v="3084" actId="478"/>
          <ac:grpSpMkLst>
            <pc:docMk/>
            <pc:sldMk cId="4202378224" sldId="1281"/>
            <ac:grpSpMk id="181" creationId="{FE7CEE2E-E7E9-0F9C-7601-503679AF873A}"/>
          </ac:grpSpMkLst>
        </pc:grpChg>
        <pc:grpChg chg="add del mod">
          <ac:chgData name="徐志嘉" userId="4f4e22b3-2ff2-4e81-a7cc-1ce68c8c1bc8" providerId="ADAL" clId="{39D4A37E-9991-4686-B771-75935559E58F}" dt="2023-05-10T16:09:41.136" v="3316" actId="478"/>
          <ac:grpSpMkLst>
            <pc:docMk/>
            <pc:sldMk cId="4202378224" sldId="1281"/>
            <ac:grpSpMk id="199" creationId="{9CE46412-A5D4-E5BC-A301-8DA5E198A8F9}"/>
          </ac:grpSpMkLst>
        </pc:grpChg>
        <pc:grpChg chg="add del mod">
          <ac:chgData name="徐志嘉" userId="4f4e22b3-2ff2-4e81-a7cc-1ce68c8c1bc8" providerId="ADAL" clId="{39D4A37E-9991-4686-B771-75935559E58F}" dt="2023-05-10T15:50:09.754" v="3084" actId="478"/>
          <ac:grpSpMkLst>
            <pc:docMk/>
            <pc:sldMk cId="4202378224" sldId="1281"/>
            <ac:grpSpMk id="217" creationId="{34BCC8EF-7780-43AB-5E2F-3644B8EF22FB}"/>
          </ac:grpSpMkLst>
        </pc:grpChg>
        <pc:grpChg chg="add del mod">
          <ac:chgData name="徐志嘉" userId="4f4e22b3-2ff2-4e81-a7cc-1ce68c8c1bc8" providerId="ADAL" clId="{39D4A37E-9991-4686-B771-75935559E58F}" dt="2023-05-10T16:09:41.136" v="3316" actId="478"/>
          <ac:grpSpMkLst>
            <pc:docMk/>
            <pc:sldMk cId="4202378224" sldId="1281"/>
            <ac:grpSpMk id="235" creationId="{65014D27-A8FD-75CB-165B-91893F8158BD}"/>
          </ac:grpSpMkLst>
        </pc:grpChg>
        <pc:grpChg chg="add del mod">
          <ac:chgData name="徐志嘉" userId="4f4e22b3-2ff2-4e81-a7cc-1ce68c8c1bc8" providerId="ADAL" clId="{39D4A37E-9991-4686-B771-75935559E58F}" dt="2023-05-10T15:50:09.754" v="3084" actId="478"/>
          <ac:grpSpMkLst>
            <pc:docMk/>
            <pc:sldMk cId="4202378224" sldId="1281"/>
            <ac:grpSpMk id="253" creationId="{CE94961D-254C-364B-642C-788035E09A4B}"/>
          </ac:grpSpMkLst>
        </pc:grpChg>
        <pc:picChg chg="add mod">
          <ac:chgData name="徐志嘉" userId="4f4e22b3-2ff2-4e81-a7cc-1ce68c8c1bc8" providerId="ADAL" clId="{39D4A37E-9991-4686-B771-75935559E58F}" dt="2023-05-10T16:18:52.758" v="3401" actId="1076"/>
          <ac:picMkLst>
            <pc:docMk/>
            <pc:sldMk cId="4202378224" sldId="1281"/>
            <ac:picMk id="507" creationId="{E23E054A-CC84-2F42-F23D-BDD7C20EA0CE}"/>
          </ac:picMkLst>
        </pc:picChg>
        <pc:cxnChg chg="del mod">
          <ac:chgData name="徐志嘉" userId="4f4e22b3-2ff2-4e81-a7cc-1ce68c8c1bc8" providerId="ADAL" clId="{39D4A37E-9991-4686-B771-75935559E58F}" dt="2023-05-10T15:44:08.551" v="3049" actId="478"/>
          <ac:cxnSpMkLst>
            <pc:docMk/>
            <pc:sldMk cId="4202378224" sldId="1281"/>
            <ac:cxnSpMk id="35" creationId="{36FD0203-2303-8484-BFC2-4BAF93BDE924}"/>
          </ac:cxnSpMkLst>
        </pc:cxnChg>
        <pc:cxnChg chg="del mod">
          <ac:chgData name="徐志嘉" userId="4f4e22b3-2ff2-4e81-a7cc-1ce68c8c1bc8" providerId="ADAL" clId="{39D4A37E-9991-4686-B771-75935559E58F}" dt="2023-05-10T15:44:08.551" v="3049" actId="478"/>
          <ac:cxnSpMkLst>
            <pc:docMk/>
            <pc:sldMk cId="4202378224" sldId="1281"/>
            <ac:cxnSpMk id="36" creationId="{EBFFC84E-9A12-4451-4C32-6A7FCCDC0315}"/>
          </ac:cxnSpMkLst>
        </pc:cxnChg>
      </pc:sldChg>
      <pc:sldChg chg="add">
        <pc:chgData name="徐志嘉" userId="4f4e22b3-2ff2-4e81-a7cc-1ce68c8c1bc8" providerId="ADAL" clId="{39D4A37E-9991-4686-B771-75935559E58F}" dt="2023-05-10T15:45:21.711" v="3050"/>
        <pc:sldMkLst>
          <pc:docMk/>
          <pc:sldMk cId="3049867753" sldId="1282"/>
        </pc:sldMkLst>
      </pc:sldChg>
      <pc:sldChg chg="addSp delSp modSp new mod ord">
        <pc:chgData name="徐志嘉" userId="4f4e22b3-2ff2-4e81-a7cc-1ce68c8c1bc8" providerId="ADAL" clId="{39D4A37E-9991-4686-B771-75935559E58F}" dt="2023-05-10T16:21:40.145" v="3490" actId="20577"/>
        <pc:sldMkLst>
          <pc:docMk/>
          <pc:sldMk cId="3375165373" sldId="1283"/>
        </pc:sldMkLst>
        <pc:spChg chg="mod">
          <ac:chgData name="徐志嘉" userId="4f4e22b3-2ff2-4e81-a7cc-1ce68c8c1bc8" providerId="ADAL" clId="{39D4A37E-9991-4686-B771-75935559E58F}" dt="2023-05-10T16:21:40.145" v="3490" actId="20577"/>
          <ac:spMkLst>
            <pc:docMk/>
            <pc:sldMk cId="3375165373" sldId="1283"/>
            <ac:spMk id="2" creationId="{BB5A53A5-6CB8-A31C-BB01-F4B6800CCECB}"/>
          </ac:spMkLst>
        </pc:spChg>
        <pc:spChg chg="mod">
          <ac:chgData name="徐志嘉" userId="4f4e22b3-2ff2-4e81-a7cc-1ce68c8c1bc8" providerId="ADAL" clId="{39D4A37E-9991-4686-B771-75935559E58F}" dt="2023-05-10T15:55:40.156" v="3180" actId="14100"/>
          <ac:spMkLst>
            <pc:docMk/>
            <pc:sldMk cId="3375165373" sldId="1283"/>
            <ac:spMk id="3" creationId="{DC8FD19D-93C0-79CF-CAEA-E31553C442EB}"/>
          </ac:spMkLst>
        </pc:spChg>
        <pc:picChg chg="add mod">
          <ac:chgData name="徐志嘉" userId="4f4e22b3-2ff2-4e81-a7cc-1ce68c8c1bc8" providerId="ADAL" clId="{39D4A37E-9991-4686-B771-75935559E58F}" dt="2023-05-10T15:56:03.981" v="3183" actId="732"/>
          <ac:picMkLst>
            <pc:docMk/>
            <pc:sldMk cId="3375165373" sldId="1283"/>
            <ac:picMk id="4" creationId="{230DD645-9415-C8C9-195D-539A04B16E3F}"/>
          </ac:picMkLst>
        </pc:picChg>
        <pc:picChg chg="add mod">
          <ac:chgData name="徐志嘉" userId="4f4e22b3-2ff2-4e81-a7cc-1ce68c8c1bc8" providerId="ADAL" clId="{39D4A37E-9991-4686-B771-75935559E58F}" dt="2023-05-10T15:56:41.158" v="3191" actId="1076"/>
          <ac:picMkLst>
            <pc:docMk/>
            <pc:sldMk cId="3375165373" sldId="1283"/>
            <ac:picMk id="5" creationId="{731586AC-0437-390F-6C10-A3F63CFB3CCB}"/>
          </ac:picMkLst>
        </pc:picChg>
        <pc:picChg chg="add mod">
          <ac:chgData name="徐志嘉" userId="4f4e22b3-2ff2-4e81-a7cc-1ce68c8c1bc8" providerId="ADAL" clId="{39D4A37E-9991-4686-B771-75935559E58F}" dt="2023-05-10T15:56:43.771" v="3192" actId="1076"/>
          <ac:picMkLst>
            <pc:docMk/>
            <pc:sldMk cId="3375165373" sldId="1283"/>
            <ac:picMk id="6" creationId="{EB8DABDB-C587-FF25-212C-68C8D6B71E52}"/>
          </ac:picMkLst>
        </pc:picChg>
        <pc:picChg chg="add del mod">
          <ac:chgData name="徐志嘉" userId="4f4e22b3-2ff2-4e81-a7cc-1ce68c8c1bc8" providerId="ADAL" clId="{39D4A37E-9991-4686-B771-75935559E58F}" dt="2023-05-10T15:55:25.107" v="3177" actId="478"/>
          <ac:picMkLst>
            <pc:docMk/>
            <pc:sldMk cId="3375165373" sldId="1283"/>
            <ac:picMk id="1026" creationId="{F76002FF-F82B-744E-50B5-6686814304B3}"/>
          </ac:picMkLst>
        </pc:picChg>
        <pc:picChg chg="add mod">
          <ac:chgData name="徐志嘉" userId="4f4e22b3-2ff2-4e81-a7cc-1ce68c8c1bc8" providerId="ADAL" clId="{39D4A37E-9991-4686-B771-75935559E58F}" dt="2023-05-10T15:57:19.134" v="3194" actId="1076"/>
          <ac:picMkLst>
            <pc:docMk/>
            <pc:sldMk cId="3375165373" sldId="1283"/>
            <ac:picMk id="1028" creationId="{15D4F041-045D-D4AE-3AF7-708BC05EB3FB}"/>
          </ac:picMkLst>
        </pc:picChg>
      </pc:sldChg>
      <pc:sldChg chg="add del">
        <pc:chgData name="徐志嘉" userId="4f4e22b3-2ff2-4e81-a7cc-1ce68c8c1bc8" providerId="ADAL" clId="{39D4A37E-9991-4686-B771-75935559E58F}" dt="2023-05-11T06:38:46.279" v="4015" actId="47"/>
        <pc:sldMkLst>
          <pc:docMk/>
          <pc:sldMk cId="353524188" sldId="1284"/>
        </pc:sldMkLst>
      </pc:sldChg>
      <pc:sldChg chg="add del">
        <pc:chgData name="徐志嘉" userId="4f4e22b3-2ff2-4e81-a7cc-1ce68c8c1bc8" providerId="ADAL" clId="{39D4A37E-9991-4686-B771-75935559E58F}" dt="2023-05-10T16:13:44.085" v="3364" actId="47"/>
        <pc:sldMkLst>
          <pc:docMk/>
          <pc:sldMk cId="1764007006" sldId="1284"/>
        </pc:sldMkLst>
      </pc:sldChg>
      <pc:sldChg chg="addSp delSp modSp add mod">
        <pc:chgData name="徐志嘉" userId="4f4e22b3-2ff2-4e81-a7cc-1ce68c8c1bc8" providerId="ADAL" clId="{39D4A37E-9991-4686-B771-75935559E58F}" dt="2023-05-11T07:31:32.119" v="4103" actId="22"/>
        <pc:sldMkLst>
          <pc:docMk/>
          <pc:sldMk cId="3283550430" sldId="1284"/>
        </pc:sldMkLst>
        <pc:spChg chg="mod">
          <ac:chgData name="徐志嘉" userId="4f4e22b3-2ff2-4e81-a7cc-1ce68c8c1bc8" providerId="ADAL" clId="{39D4A37E-9991-4686-B771-75935559E58F}" dt="2023-05-11T07:25:53.117" v="4102" actId="20577"/>
          <ac:spMkLst>
            <pc:docMk/>
            <pc:sldMk cId="3283550430" sldId="1284"/>
            <ac:spMk id="3" creationId="{0CBED1B0-EE57-2C52-D66E-4A9781265AC0}"/>
          </ac:spMkLst>
        </pc:spChg>
        <pc:spChg chg="add del mod">
          <ac:chgData name="徐志嘉" userId="4f4e22b3-2ff2-4e81-a7cc-1ce68c8c1bc8" providerId="ADAL" clId="{39D4A37E-9991-4686-B771-75935559E58F}" dt="2023-05-11T07:31:32.119" v="4103" actId="22"/>
          <ac:spMkLst>
            <pc:docMk/>
            <pc:sldMk cId="3283550430" sldId="1284"/>
            <ac:spMk id="4" creationId="{8D7759F5-B5A2-778F-66C2-F4FD1F0BAF08}"/>
          </ac:spMkLst>
        </pc:spChg>
        <pc:picChg chg="del">
          <ac:chgData name="徐志嘉" userId="4f4e22b3-2ff2-4e81-a7cc-1ce68c8c1bc8" providerId="ADAL" clId="{39D4A37E-9991-4686-B771-75935559E58F}" dt="2023-05-11T07:25:51.382" v="4098" actId="478"/>
          <ac:picMkLst>
            <pc:docMk/>
            <pc:sldMk cId="3283550430" sldId="1284"/>
            <ac:picMk id="5" creationId="{5A407658-8899-850A-FE19-62914071FDD8}"/>
          </ac:picMkLst>
        </pc:picChg>
        <pc:picChg chg="add mod ord">
          <ac:chgData name="徐志嘉" userId="4f4e22b3-2ff2-4e81-a7cc-1ce68c8c1bc8" providerId="ADAL" clId="{39D4A37E-9991-4686-B771-75935559E58F}" dt="2023-05-11T07:31:32.119" v="4103" actId="22"/>
          <ac:picMkLst>
            <pc:docMk/>
            <pc:sldMk cId="3283550430" sldId="1284"/>
            <ac:picMk id="7" creationId="{8FB8B444-BE5B-0194-6F6F-011AC903E244}"/>
          </ac:picMkLst>
        </pc:picChg>
      </pc:sldChg>
      <pc:sldChg chg="add del">
        <pc:chgData name="徐志嘉" userId="4f4e22b3-2ff2-4e81-a7cc-1ce68c8c1bc8" providerId="ADAL" clId="{39D4A37E-9991-4686-B771-75935559E58F}" dt="2023-05-11T06:16:36.756" v="3650"/>
        <pc:sldMkLst>
          <pc:docMk/>
          <pc:sldMk cId="3122723764" sldId="1285"/>
        </pc:sldMkLst>
      </pc:sldChg>
      <pc:sldChg chg="addSp delSp modSp add mod">
        <pc:chgData name="徐志嘉" userId="4f4e22b3-2ff2-4e81-a7cc-1ce68c8c1bc8" providerId="ADAL" clId="{39D4A37E-9991-4686-B771-75935559E58F}" dt="2023-05-11T07:34:33.164" v="4114" actId="22"/>
        <pc:sldMkLst>
          <pc:docMk/>
          <pc:sldMk cId="3137774502" sldId="1285"/>
        </pc:sldMkLst>
        <pc:spChg chg="mod">
          <ac:chgData name="徐志嘉" userId="4f4e22b3-2ff2-4e81-a7cc-1ce68c8c1bc8" providerId="ADAL" clId="{39D4A37E-9991-4686-B771-75935559E58F}" dt="2023-05-11T07:34:05.045" v="4112" actId="20577"/>
          <ac:spMkLst>
            <pc:docMk/>
            <pc:sldMk cId="3137774502" sldId="1285"/>
            <ac:spMk id="3" creationId="{0CBED1B0-EE57-2C52-D66E-4A9781265AC0}"/>
          </ac:spMkLst>
        </pc:spChg>
        <pc:spChg chg="add del mod">
          <ac:chgData name="徐志嘉" userId="4f4e22b3-2ff2-4e81-a7cc-1ce68c8c1bc8" providerId="ADAL" clId="{39D4A37E-9991-4686-B771-75935559E58F}" dt="2023-05-11T07:34:33.164" v="4114" actId="22"/>
          <ac:spMkLst>
            <pc:docMk/>
            <pc:sldMk cId="3137774502" sldId="1285"/>
            <ac:spMk id="4" creationId="{A0BB318D-F74C-C8E4-598C-DCACB881DC6B}"/>
          </ac:spMkLst>
        </pc:spChg>
        <pc:picChg chg="add mod ord">
          <ac:chgData name="徐志嘉" userId="4f4e22b3-2ff2-4e81-a7cc-1ce68c8c1bc8" providerId="ADAL" clId="{39D4A37E-9991-4686-B771-75935559E58F}" dt="2023-05-11T07:34:33.164" v="4114" actId="22"/>
          <ac:picMkLst>
            <pc:docMk/>
            <pc:sldMk cId="3137774502" sldId="1285"/>
            <ac:picMk id="6" creationId="{B03C7775-08CA-E2AA-BFF9-BCF9A10A35E2}"/>
          </ac:picMkLst>
        </pc:picChg>
        <pc:picChg chg="del">
          <ac:chgData name="徐志嘉" userId="4f4e22b3-2ff2-4e81-a7cc-1ce68c8c1bc8" providerId="ADAL" clId="{39D4A37E-9991-4686-B771-75935559E58F}" dt="2023-05-11T07:34:06.478" v="4113" actId="478"/>
          <ac:picMkLst>
            <pc:docMk/>
            <pc:sldMk cId="3137774502" sldId="1285"/>
            <ac:picMk id="7" creationId="{8FB8B444-BE5B-0194-6F6F-011AC903E244}"/>
          </ac:picMkLst>
        </pc:picChg>
      </pc:sldChg>
      <pc:sldMasterChg chg="modSp mod">
        <pc:chgData name="徐志嘉" userId="4f4e22b3-2ff2-4e81-a7cc-1ce68c8c1bc8" providerId="ADAL" clId="{39D4A37E-9991-4686-B771-75935559E58F}" dt="2023-05-11T06:07:27.536" v="3605" actId="14100"/>
        <pc:sldMasterMkLst>
          <pc:docMk/>
          <pc:sldMasterMk cId="0" sldId="2147483660"/>
        </pc:sldMasterMkLst>
        <pc:spChg chg="mod">
          <ac:chgData name="徐志嘉" userId="4f4e22b3-2ff2-4e81-a7cc-1ce68c8c1bc8" providerId="ADAL" clId="{39D4A37E-9991-4686-B771-75935559E58F}" dt="2023-05-11T06:07:27.536" v="3605" actId="14100"/>
          <ac:spMkLst>
            <pc:docMk/>
            <pc:sldMasterMk cId="0" sldId="2147483660"/>
            <ac:spMk id="23" creationId="{00000000-0000-0000-0000-000000000000}"/>
          </ac:spMkLst>
        </pc:spChg>
      </pc:sldMasterChg>
    </pc:docChg>
  </pc:docChgLst>
  <pc:docChgLst>
    <pc:chgData name="徐志嘉" userId="4f4e22b3-2ff2-4e81-a7cc-1ce68c8c1bc8" providerId="ADAL" clId="{B79C7628-508D-4D8D-A705-7AB0199AEF97}"/>
    <pc:docChg chg="undo custSel addSld delSld modSld sldOrd">
      <pc:chgData name="徐志嘉" userId="4f4e22b3-2ff2-4e81-a7cc-1ce68c8c1bc8" providerId="ADAL" clId="{B79C7628-508D-4D8D-A705-7AB0199AEF97}" dt="2022-12-18T15:33:10.242" v="415" actId="20577"/>
      <pc:docMkLst>
        <pc:docMk/>
      </pc:docMkLst>
      <pc:sldChg chg="modSp mod">
        <pc:chgData name="徐志嘉" userId="4f4e22b3-2ff2-4e81-a7cc-1ce68c8c1bc8" providerId="ADAL" clId="{B79C7628-508D-4D8D-A705-7AB0199AEF97}" dt="2022-12-17T08:26:45.470" v="23" actId="6549"/>
        <pc:sldMkLst>
          <pc:docMk/>
          <pc:sldMk cId="2698383243" sldId="331"/>
        </pc:sldMkLst>
        <pc:spChg chg="mod">
          <ac:chgData name="徐志嘉" userId="4f4e22b3-2ff2-4e81-a7cc-1ce68c8c1bc8" providerId="ADAL" clId="{B79C7628-508D-4D8D-A705-7AB0199AEF97}" dt="2022-12-17T08:26:16.192" v="2"/>
          <ac:spMkLst>
            <pc:docMk/>
            <pc:sldMk cId="2698383243" sldId="331"/>
            <ac:spMk id="4" creationId="{00000000-0000-0000-0000-000000000000}"/>
          </ac:spMkLst>
        </pc:spChg>
        <pc:spChg chg="mod">
          <ac:chgData name="徐志嘉" userId="4f4e22b3-2ff2-4e81-a7cc-1ce68c8c1bc8" providerId="ADAL" clId="{B79C7628-508D-4D8D-A705-7AB0199AEF97}" dt="2022-12-17T08:26:45.470" v="23" actId="6549"/>
          <ac:spMkLst>
            <pc:docMk/>
            <pc:sldMk cId="2698383243" sldId="331"/>
            <ac:spMk id="5" creationId="{00000000-0000-0000-0000-000000000000}"/>
          </ac:spMkLst>
        </pc:spChg>
      </pc:sldChg>
      <pc:sldChg chg="del">
        <pc:chgData name="徐志嘉" userId="4f4e22b3-2ff2-4e81-a7cc-1ce68c8c1bc8" providerId="ADAL" clId="{B79C7628-508D-4D8D-A705-7AB0199AEF97}" dt="2022-12-17T08:29:13.329" v="24" actId="47"/>
        <pc:sldMkLst>
          <pc:docMk/>
          <pc:sldMk cId="2522367808" sldId="341"/>
        </pc:sldMkLst>
      </pc:sldChg>
      <pc:sldChg chg="addSp delSp modSp mod chgLayout modNotesTx">
        <pc:chgData name="徐志嘉" userId="4f4e22b3-2ff2-4e81-a7cc-1ce68c8c1bc8" providerId="ADAL" clId="{B79C7628-508D-4D8D-A705-7AB0199AEF97}" dt="2022-12-17T15:32:22.845" v="43" actId="22"/>
        <pc:sldMkLst>
          <pc:docMk/>
          <pc:sldMk cId="1991300374" sldId="342"/>
        </pc:sldMkLst>
        <pc:spChg chg="mod ord">
          <ac:chgData name="徐志嘉" userId="4f4e22b3-2ff2-4e81-a7cc-1ce68c8c1bc8" providerId="ADAL" clId="{B79C7628-508D-4D8D-A705-7AB0199AEF97}" dt="2022-12-17T08:37:43.058" v="42" actId="20577"/>
          <ac:spMkLst>
            <pc:docMk/>
            <pc:sldMk cId="1991300374" sldId="342"/>
            <ac:spMk id="2" creationId="{1573C581-C2D8-8920-A20E-836D987E8E8F}"/>
          </ac:spMkLst>
        </pc:spChg>
        <pc:spChg chg="add del mod ord">
          <ac:chgData name="徐志嘉" userId="4f4e22b3-2ff2-4e81-a7cc-1ce68c8c1bc8" providerId="ADAL" clId="{B79C7628-508D-4D8D-A705-7AB0199AEF97}" dt="2022-12-17T15:32:22.845" v="43" actId="22"/>
          <ac:spMkLst>
            <pc:docMk/>
            <pc:sldMk cId="1991300374" sldId="342"/>
            <ac:spMk id="3" creationId="{EC0FAAD2-9C27-B63F-965A-C116A809B553}"/>
          </ac:spMkLst>
        </pc:spChg>
        <pc:spChg chg="del">
          <ac:chgData name="徐志嘉" userId="4f4e22b3-2ff2-4e81-a7cc-1ce68c8c1bc8" providerId="ADAL" clId="{B79C7628-508D-4D8D-A705-7AB0199AEF97}" dt="2022-12-17T08:35:43.507" v="29" actId="478"/>
          <ac:spMkLst>
            <pc:docMk/>
            <pc:sldMk cId="1991300374" sldId="342"/>
            <ac:spMk id="10" creationId="{6CAB4FBE-0A15-0728-784F-35E2D0196EFE}"/>
          </ac:spMkLst>
        </pc:spChg>
        <pc:spChg chg="del">
          <ac:chgData name="徐志嘉" userId="4f4e22b3-2ff2-4e81-a7cc-1ce68c8c1bc8" providerId="ADAL" clId="{B79C7628-508D-4D8D-A705-7AB0199AEF97}" dt="2022-12-17T08:35:43.507" v="29" actId="478"/>
          <ac:spMkLst>
            <pc:docMk/>
            <pc:sldMk cId="1991300374" sldId="342"/>
            <ac:spMk id="11" creationId="{F95C6A11-0606-1B22-2691-FCCA7296EF19}"/>
          </ac:spMkLst>
        </pc:spChg>
        <pc:spChg chg="del">
          <ac:chgData name="徐志嘉" userId="4f4e22b3-2ff2-4e81-a7cc-1ce68c8c1bc8" providerId="ADAL" clId="{B79C7628-508D-4D8D-A705-7AB0199AEF97}" dt="2022-12-17T08:35:43.507" v="29" actId="478"/>
          <ac:spMkLst>
            <pc:docMk/>
            <pc:sldMk cId="1991300374" sldId="342"/>
            <ac:spMk id="12" creationId="{4B754490-7EBC-D206-365F-EDBA80F38549}"/>
          </ac:spMkLst>
        </pc:spChg>
        <pc:spChg chg="del">
          <ac:chgData name="徐志嘉" userId="4f4e22b3-2ff2-4e81-a7cc-1ce68c8c1bc8" providerId="ADAL" clId="{B79C7628-508D-4D8D-A705-7AB0199AEF97}" dt="2022-12-17T08:35:43.507" v="29" actId="478"/>
          <ac:spMkLst>
            <pc:docMk/>
            <pc:sldMk cId="1991300374" sldId="342"/>
            <ac:spMk id="13" creationId="{28D1AE0A-923C-80A0-7E79-52FBD4D94DC5}"/>
          </ac:spMkLst>
        </pc:spChg>
        <pc:spChg chg="del">
          <ac:chgData name="徐志嘉" userId="4f4e22b3-2ff2-4e81-a7cc-1ce68c8c1bc8" providerId="ADAL" clId="{B79C7628-508D-4D8D-A705-7AB0199AEF97}" dt="2022-12-17T08:35:43.507" v="29" actId="478"/>
          <ac:spMkLst>
            <pc:docMk/>
            <pc:sldMk cId="1991300374" sldId="342"/>
            <ac:spMk id="14" creationId="{57488F02-95F5-F8B2-35D2-269D77424885}"/>
          </ac:spMkLst>
        </pc:spChg>
        <pc:picChg chg="del">
          <ac:chgData name="徐志嘉" userId="4f4e22b3-2ff2-4e81-a7cc-1ce68c8c1bc8" providerId="ADAL" clId="{B79C7628-508D-4D8D-A705-7AB0199AEF97}" dt="2022-12-17T08:35:39.897" v="26" actId="478"/>
          <ac:picMkLst>
            <pc:docMk/>
            <pc:sldMk cId="1991300374" sldId="342"/>
            <ac:picMk id="4" creationId="{2C7B6F5A-5F6A-2557-2F9F-873FDF209990}"/>
          </ac:picMkLst>
        </pc:picChg>
        <pc:picChg chg="del">
          <ac:chgData name="徐志嘉" userId="4f4e22b3-2ff2-4e81-a7cc-1ce68c8c1bc8" providerId="ADAL" clId="{B79C7628-508D-4D8D-A705-7AB0199AEF97}" dt="2022-12-17T08:35:40.707" v="28" actId="478"/>
          <ac:picMkLst>
            <pc:docMk/>
            <pc:sldMk cId="1991300374" sldId="342"/>
            <ac:picMk id="6" creationId="{3D90CC90-888B-34BC-82B6-3E96F68AD0B0}"/>
          </ac:picMkLst>
        </pc:picChg>
        <pc:picChg chg="add mod ord">
          <ac:chgData name="徐志嘉" userId="4f4e22b3-2ff2-4e81-a7cc-1ce68c8c1bc8" providerId="ADAL" clId="{B79C7628-508D-4D8D-A705-7AB0199AEF97}" dt="2022-12-17T15:32:22.845" v="43" actId="22"/>
          <ac:picMkLst>
            <pc:docMk/>
            <pc:sldMk cId="1991300374" sldId="342"/>
            <ac:picMk id="7" creationId="{0E0BE3FC-3E21-D3C9-5F01-13BEEBE54A0D}"/>
          </ac:picMkLst>
        </pc:picChg>
        <pc:picChg chg="del">
          <ac:chgData name="徐志嘉" userId="4f4e22b3-2ff2-4e81-a7cc-1ce68c8c1bc8" providerId="ADAL" clId="{B79C7628-508D-4D8D-A705-7AB0199AEF97}" dt="2022-12-17T08:35:40.255" v="27" actId="478"/>
          <ac:picMkLst>
            <pc:docMk/>
            <pc:sldMk cId="1991300374" sldId="342"/>
            <ac:picMk id="8" creationId="{F66A65F1-6A7D-6FB8-927F-27BC81497755}"/>
          </ac:picMkLst>
        </pc:picChg>
      </pc:sldChg>
      <pc:sldChg chg="del">
        <pc:chgData name="徐志嘉" userId="4f4e22b3-2ff2-4e81-a7cc-1ce68c8c1bc8" providerId="ADAL" clId="{B79C7628-508D-4D8D-A705-7AB0199AEF97}" dt="2022-12-17T08:29:13.329" v="24" actId="47"/>
        <pc:sldMkLst>
          <pc:docMk/>
          <pc:sldMk cId="658256675" sldId="343"/>
        </pc:sldMkLst>
      </pc:sldChg>
      <pc:sldChg chg="addSp delSp modSp mod">
        <pc:chgData name="徐志嘉" userId="4f4e22b3-2ff2-4e81-a7cc-1ce68c8c1bc8" providerId="ADAL" clId="{B79C7628-508D-4D8D-A705-7AB0199AEF97}" dt="2022-12-17T15:52:01.648" v="95" actId="20577"/>
        <pc:sldMkLst>
          <pc:docMk/>
          <pc:sldMk cId="1982440015" sldId="343"/>
        </pc:sldMkLst>
        <pc:spChg chg="mod">
          <ac:chgData name="徐志嘉" userId="4f4e22b3-2ff2-4e81-a7cc-1ce68c8c1bc8" providerId="ADAL" clId="{B79C7628-508D-4D8D-A705-7AB0199AEF97}" dt="2022-12-17T15:52:01.648" v="95" actId="20577"/>
          <ac:spMkLst>
            <pc:docMk/>
            <pc:sldMk cId="1982440015" sldId="343"/>
            <ac:spMk id="2" creationId="{3303BB6B-2514-A672-1E1E-A904DFD21497}"/>
          </ac:spMkLst>
        </pc:spChg>
        <pc:spChg chg="del">
          <ac:chgData name="徐志嘉" userId="4f4e22b3-2ff2-4e81-a7cc-1ce68c8c1bc8" providerId="ADAL" clId="{B79C7628-508D-4D8D-A705-7AB0199AEF97}" dt="2022-12-17T15:48:53.639" v="44" actId="22"/>
          <ac:spMkLst>
            <pc:docMk/>
            <pc:sldMk cId="1982440015" sldId="343"/>
            <ac:spMk id="3" creationId="{4F8CCA60-5823-DFDC-E0E7-9CD6B1D97DEE}"/>
          </ac:spMkLst>
        </pc:spChg>
        <pc:spChg chg="add del mod">
          <ac:chgData name="徐志嘉" userId="4f4e22b3-2ff2-4e81-a7cc-1ce68c8c1bc8" providerId="ADAL" clId="{B79C7628-508D-4D8D-A705-7AB0199AEF97}" dt="2022-12-17T15:51:31.111" v="70"/>
          <ac:spMkLst>
            <pc:docMk/>
            <pc:sldMk cId="1982440015" sldId="343"/>
            <ac:spMk id="8" creationId="{C3A9728C-635D-6157-F713-0825AE93B0D4}"/>
          </ac:spMkLst>
        </pc:spChg>
        <pc:picChg chg="add del mod ord">
          <ac:chgData name="徐志嘉" userId="4f4e22b3-2ff2-4e81-a7cc-1ce68c8c1bc8" providerId="ADAL" clId="{B79C7628-508D-4D8D-A705-7AB0199AEF97}" dt="2022-12-17T15:49:14.614" v="50" actId="21"/>
          <ac:picMkLst>
            <pc:docMk/>
            <pc:sldMk cId="1982440015" sldId="343"/>
            <ac:picMk id="5" creationId="{FB03789D-9B03-8ACD-CB6A-3C6A91C3104E}"/>
          </ac:picMkLst>
        </pc:picChg>
        <pc:picChg chg="add del mod">
          <ac:chgData name="徐志嘉" userId="4f4e22b3-2ff2-4e81-a7cc-1ce68c8c1bc8" providerId="ADAL" clId="{B79C7628-508D-4D8D-A705-7AB0199AEF97}" dt="2022-12-17T15:49:12.204" v="49" actId="478"/>
          <ac:picMkLst>
            <pc:docMk/>
            <pc:sldMk cId="1982440015" sldId="343"/>
            <ac:picMk id="6" creationId="{A3FA8E55-0332-E79D-B0D1-3B6FD0C9EBFB}"/>
          </ac:picMkLst>
        </pc:picChg>
        <pc:picChg chg="add del mod">
          <ac:chgData name="徐志嘉" userId="4f4e22b3-2ff2-4e81-a7cc-1ce68c8c1bc8" providerId="ADAL" clId="{B79C7628-508D-4D8D-A705-7AB0199AEF97}" dt="2022-12-17T15:51:32.078" v="71" actId="21"/>
          <ac:picMkLst>
            <pc:docMk/>
            <pc:sldMk cId="1982440015" sldId="343"/>
            <ac:picMk id="9" creationId="{FD22AD28-CCF5-AFD4-FCB6-22F108B9E16A}"/>
          </ac:picMkLst>
        </pc:picChg>
        <pc:picChg chg="add mod">
          <ac:chgData name="徐志嘉" userId="4f4e22b3-2ff2-4e81-a7cc-1ce68c8c1bc8" providerId="ADAL" clId="{B79C7628-508D-4D8D-A705-7AB0199AEF97}" dt="2022-12-17T15:51:36.173" v="73" actId="14100"/>
          <ac:picMkLst>
            <pc:docMk/>
            <pc:sldMk cId="1982440015" sldId="343"/>
            <ac:picMk id="11" creationId="{008C266E-E608-3C6D-C9DC-BF40FD008BE3}"/>
          </ac:picMkLst>
        </pc:picChg>
        <pc:picChg chg="add del mod">
          <ac:chgData name="徐志嘉" userId="4f4e22b3-2ff2-4e81-a7cc-1ce68c8c1bc8" providerId="ADAL" clId="{B79C7628-508D-4D8D-A705-7AB0199AEF97}" dt="2022-12-17T15:51:31.111" v="70"/>
          <ac:picMkLst>
            <pc:docMk/>
            <pc:sldMk cId="1982440015" sldId="343"/>
            <ac:picMk id="12" creationId="{AE1D5914-413B-8838-2588-1E354B530338}"/>
          </ac:picMkLst>
        </pc:picChg>
        <pc:picChg chg="add mod">
          <ac:chgData name="徐志嘉" userId="4f4e22b3-2ff2-4e81-a7cc-1ce68c8c1bc8" providerId="ADAL" clId="{B79C7628-508D-4D8D-A705-7AB0199AEF97}" dt="2022-12-17T15:51:50.265" v="76" actId="1076"/>
          <ac:picMkLst>
            <pc:docMk/>
            <pc:sldMk cId="1982440015" sldId="343"/>
            <ac:picMk id="14" creationId="{24B1058A-8985-B951-F21C-74F849EED6F9}"/>
          </ac:picMkLst>
        </pc:picChg>
      </pc:sldChg>
      <pc:sldChg chg="addSp delSp modSp new mod">
        <pc:chgData name="徐志嘉" userId="4f4e22b3-2ff2-4e81-a7cc-1ce68c8c1bc8" providerId="ADAL" clId="{B79C7628-508D-4D8D-A705-7AB0199AEF97}" dt="2022-12-18T15:18:52.772" v="225" actId="20577"/>
        <pc:sldMkLst>
          <pc:docMk/>
          <pc:sldMk cId="1006155257" sldId="344"/>
        </pc:sldMkLst>
        <pc:spChg chg="mod">
          <ac:chgData name="徐志嘉" userId="4f4e22b3-2ff2-4e81-a7cc-1ce68c8c1bc8" providerId="ADAL" clId="{B79C7628-508D-4D8D-A705-7AB0199AEF97}" dt="2022-12-17T15:49:56.318" v="60" actId="20577"/>
          <ac:spMkLst>
            <pc:docMk/>
            <pc:sldMk cId="1006155257" sldId="344"/>
            <ac:spMk id="2" creationId="{63C9A780-7F0E-1054-996F-4598737EF56E}"/>
          </ac:spMkLst>
        </pc:spChg>
        <pc:spChg chg="del">
          <ac:chgData name="徐志嘉" userId="4f4e22b3-2ff2-4e81-a7cc-1ce68c8c1bc8" providerId="ADAL" clId="{B79C7628-508D-4D8D-A705-7AB0199AEF97}" dt="2022-12-17T15:49:57.742" v="61" actId="22"/>
          <ac:spMkLst>
            <pc:docMk/>
            <pc:sldMk cId="1006155257" sldId="344"/>
            <ac:spMk id="3" creationId="{61A73EE4-240E-7DDF-2C5B-4BFC76178A03}"/>
          </ac:spMkLst>
        </pc:spChg>
        <pc:spChg chg="mod">
          <ac:chgData name="徐志嘉" userId="4f4e22b3-2ff2-4e81-a7cc-1ce68c8c1bc8" providerId="ADAL" clId="{B79C7628-508D-4D8D-A705-7AB0199AEF97}" dt="2022-12-18T15:18:52.772" v="225" actId="20577"/>
          <ac:spMkLst>
            <pc:docMk/>
            <pc:sldMk cId="1006155257" sldId="344"/>
            <ac:spMk id="4" creationId="{94A27EDA-0E05-0F06-AADF-C9C9B9FCCB75}"/>
          </ac:spMkLst>
        </pc:spChg>
        <pc:picChg chg="add mod ord">
          <ac:chgData name="徐志嘉" userId="4f4e22b3-2ff2-4e81-a7cc-1ce68c8c1bc8" providerId="ADAL" clId="{B79C7628-508D-4D8D-A705-7AB0199AEF97}" dt="2022-12-17T15:49:57.742" v="61" actId="22"/>
          <ac:picMkLst>
            <pc:docMk/>
            <pc:sldMk cId="1006155257" sldId="344"/>
            <ac:picMk id="5" creationId="{B0F70284-8A1F-9099-102F-9D26A294B953}"/>
          </ac:picMkLst>
        </pc:picChg>
        <pc:picChg chg="mod">
          <ac:chgData name="徐志嘉" userId="4f4e22b3-2ff2-4e81-a7cc-1ce68c8c1bc8" providerId="ADAL" clId="{B79C7628-508D-4D8D-A705-7AB0199AEF97}" dt="2022-12-18T15:16:12.263" v="164" actId="1076"/>
          <ac:picMkLst>
            <pc:docMk/>
            <pc:sldMk cId="1006155257" sldId="344"/>
            <ac:picMk id="6" creationId="{D4428CB8-3D38-13F1-DAF7-2F2DF691CA6D}"/>
          </ac:picMkLst>
        </pc:picChg>
      </pc:sldChg>
      <pc:sldChg chg="del">
        <pc:chgData name="徐志嘉" userId="4f4e22b3-2ff2-4e81-a7cc-1ce68c8c1bc8" providerId="ADAL" clId="{B79C7628-508D-4D8D-A705-7AB0199AEF97}" dt="2022-12-17T08:29:13.329" v="24" actId="47"/>
        <pc:sldMkLst>
          <pc:docMk/>
          <pc:sldMk cId="1608457242" sldId="344"/>
        </pc:sldMkLst>
      </pc:sldChg>
      <pc:sldChg chg="addSp delSp modSp new mod ord">
        <pc:chgData name="徐志嘉" userId="4f4e22b3-2ff2-4e81-a7cc-1ce68c8c1bc8" providerId="ADAL" clId="{B79C7628-508D-4D8D-A705-7AB0199AEF97}" dt="2022-12-18T15:24:43.235" v="374"/>
        <pc:sldMkLst>
          <pc:docMk/>
          <pc:sldMk cId="1343831476" sldId="345"/>
        </pc:sldMkLst>
        <pc:spChg chg="mod">
          <ac:chgData name="徐志嘉" userId="4f4e22b3-2ff2-4e81-a7cc-1ce68c8c1bc8" providerId="ADAL" clId="{B79C7628-508D-4D8D-A705-7AB0199AEF97}" dt="2022-12-17T15:50:46.762" v="66"/>
          <ac:spMkLst>
            <pc:docMk/>
            <pc:sldMk cId="1343831476" sldId="345"/>
            <ac:spMk id="2" creationId="{AB859196-B1D3-E559-E665-7867EB649DF2}"/>
          </ac:spMkLst>
        </pc:spChg>
        <pc:spChg chg="del">
          <ac:chgData name="徐志嘉" userId="4f4e22b3-2ff2-4e81-a7cc-1ce68c8c1bc8" providerId="ADAL" clId="{B79C7628-508D-4D8D-A705-7AB0199AEF97}" dt="2022-12-17T15:50:29.834" v="63" actId="22"/>
          <ac:spMkLst>
            <pc:docMk/>
            <pc:sldMk cId="1343831476" sldId="345"/>
            <ac:spMk id="3" creationId="{64E7E48F-0DB0-28ED-35EB-35EB00DE30A7}"/>
          </ac:spMkLst>
        </pc:spChg>
        <pc:picChg chg="add mod ord">
          <ac:chgData name="徐志嘉" userId="4f4e22b3-2ff2-4e81-a7cc-1ce68c8c1bc8" providerId="ADAL" clId="{B79C7628-508D-4D8D-A705-7AB0199AEF97}" dt="2022-12-17T15:50:29.834" v="63" actId="22"/>
          <ac:picMkLst>
            <pc:docMk/>
            <pc:sldMk cId="1343831476" sldId="345"/>
            <ac:picMk id="5" creationId="{084DEF09-776E-8C70-B977-7AB6838830FA}"/>
          </ac:picMkLst>
        </pc:picChg>
      </pc:sldChg>
      <pc:sldChg chg="del">
        <pc:chgData name="徐志嘉" userId="4f4e22b3-2ff2-4e81-a7cc-1ce68c8c1bc8" providerId="ADAL" clId="{B79C7628-508D-4D8D-A705-7AB0199AEF97}" dt="2022-12-17T08:29:13.329" v="24" actId="47"/>
        <pc:sldMkLst>
          <pc:docMk/>
          <pc:sldMk cId="2518957370" sldId="345"/>
        </pc:sldMkLst>
      </pc:sldChg>
      <pc:sldChg chg="del">
        <pc:chgData name="徐志嘉" userId="4f4e22b3-2ff2-4e81-a7cc-1ce68c8c1bc8" providerId="ADAL" clId="{B79C7628-508D-4D8D-A705-7AB0199AEF97}" dt="2022-12-17T08:29:13.329" v="24" actId="47"/>
        <pc:sldMkLst>
          <pc:docMk/>
          <pc:sldMk cId="3139946631" sldId="346"/>
        </pc:sldMkLst>
      </pc:sldChg>
      <pc:sldChg chg="addSp delSp modSp new mod">
        <pc:chgData name="徐志嘉" userId="4f4e22b3-2ff2-4e81-a7cc-1ce68c8c1bc8" providerId="ADAL" clId="{B79C7628-508D-4D8D-A705-7AB0199AEF97}" dt="2022-12-17T15:52:56.634" v="118"/>
        <pc:sldMkLst>
          <pc:docMk/>
          <pc:sldMk cId="3865846103" sldId="346"/>
        </pc:sldMkLst>
        <pc:spChg chg="mod">
          <ac:chgData name="徐志嘉" userId="4f4e22b3-2ff2-4e81-a7cc-1ce68c8c1bc8" providerId="ADAL" clId="{B79C7628-508D-4D8D-A705-7AB0199AEF97}" dt="2022-12-17T15:52:56.634" v="118"/>
          <ac:spMkLst>
            <pc:docMk/>
            <pc:sldMk cId="3865846103" sldId="346"/>
            <ac:spMk id="2" creationId="{870F9DEF-A418-220A-883C-0E99A0AD0640}"/>
          </ac:spMkLst>
        </pc:spChg>
        <pc:spChg chg="del">
          <ac:chgData name="徐志嘉" userId="4f4e22b3-2ff2-4e81-a7cc-1ce68c8c1bc8" providerId="ADAL" clId="{B79C7628-508D-4D8D-A705-7AB0199AEF97}" dt="2022-12-17T15:52:39.123" v="97" actId="22"/>
          <ac:spMkLst>
            <pc:docMk/>
            <pc:sldMk cId="3865846103" sldId="346"/>
            <ac:spMk id="3" creationId="{86B2ACBE-008E-9C04-32F5-BE57276C771E}"/>
          </ac:spMkLst>
        </pc:spChg>
        <pc:picChg chg="add mod ord">
          <ac:chgData name="徐志嘉" userId="4f4e22b3-2ff2-4e81-a7cc-1ce68c8c1bc8" providerId="ADAL" clId="{B79C7628-508D-4D8D-A705-7AB0199AEF97}" dt="2022-12-17T15:52:39.123" v="97" actId="22"/>
          <ac:picMkLst>
            <pc:docMk/>
            <pc:sldMk cId="3865846103" sldId="346"/>
            <ac:picMk id="5" creationId="{CFF995D4-832E-FCCE-654D-6D1A008149A3}"/>
          </ac:picMkLst>
        </pc:picChg>
      </pc:sldChg>
      <pc:sldChg chg="addSp delSp modSp add mod">
        <pc:chgData name="徐志嘉" userId="4f4e22b3-2ff2-4e81-a7cc-1ce68c8c1bc8" providerId="ADAL" clId="{B79C7628-508D-4D8D-A705-7AB0199AEF97}" dt="2022-12-17T15:53:18.786" v="126" actId="20577"/>
        <pc:sldMkLst>
          <pc:docMk/>
          <pc:sldMk cId="1291507325" sldId="347"/>
        </pc:sldMkLst>
        <pc:spChg chg="mod">
          <ac:chgData name="徐志嘉" userId="4f4e22b3-2ff2-4e81-a7cc-1ce68c8c1bc8" providerId="ADAL" clId="{B79C7628-508D-4D8D-A705-7AB0199AEF97}" dt="2022-12-17T15:53:18.786" v="126" actId="20577"/>
          <ac:spMkLst>
            <pc:docMk/>
            <pc:sldMk cId="1291507325" sldId="347"/>
            <ac:spMk id="2" creationId="{870F9DEF-A418-220A-883C-0E99A0AD0640}"/>
          </ac:spMkLst>
        </pc:spChg>
        <pc:spChg chg="add del mod">
          <ac:chgData name="徐志嘉" userId="4f4e22b3-2ff2-4e81-a7cc-1ce68c8c1bc8" providerId="ADAL" clId="{B79C7628-508D-4D8D-A705-7AB0199AEF97}" dt="2022-12-17T15:53:12.067" v="121" actId="22"/>
          <ac:spMkLst>
            <pc:docMk/>
            <pc:sldMk cId="1291507325" sldId="347"/>
            <ac:spMk id="4" creationId="{62F2D5FD-A2CC-C755-19BD-82486DFCE9D4}"/>
          </ac:spMkLst>
        </pc:spChg>
        <pc:picChg chg="del">
          <ac:chgData name="徐志嘉" userId="4f4e22b3-2ff2-4e81-a7cc-1ce68c8c1bc8" providerId="ADAL" clId="{B79C7628-508D-4D8D-A705-7AB0199AEF97}" dt="2022-12-17T15:53:11.118" v="120" actId="478"/>
          <ac:picMkLst>
            <pc:docMk/>
            <pc:sldMk cId="1291507325" sldId="347"/>
            <ac:picMk id="5" creationId="{CFF995D4-832E-FCCE-654D-6D1A008149A3}"/>
          </ac:picMkLst>
        </pc:picChg>
        <pc:picChg chg="add mod ord">
          <ac:chgData name="徐志嘉" userId="4f4e22b3-2ff2-4e81-a7cc-1ce68c8c1bc8" providerId="ADAL" clId="{B79C7628-508D-4D8D-A705-7AB0199AEF97}" dt="2022-12-17T15:53:12.067" v="121" actId="22"/>
          <ac:picMkLst>
            <pc:docMk/>
            <pc:sldMk cId="1291507325" sldId="347"/>
            <ac:picMk id="7" creationId="{4E6016D3-153E-755C-92D7-303859EEA28C}"/>
          </ac:picMkLst>
        </pc:picChg>
      </pc:sldChg>
      <pc:sldChg chg="del">
        <pc:chgData name="徐志嘉" userId="4f4e22b3-2ff2-4e81-a7cc-1ce68c8c1bc8" providerId="ADAL" clId="{B79C7628-508D-4D8D-A705-7AB0199AEF97}" dt="2022-12-17T08:29:13.329" v="24" actId="47"/>
        <pc:sldMkLst>
          <pc:docMk/>
          <pc:sldMk cId="3044992655" sldId="347"/>
        </pc:sldMkLst>
      </pc:sldChg>
      <pc:sldChg chg="addSp delSp modSp new mod">
        <pc:chgData name="徐志嘉" userId="4f4e22b3-2ff2-4e81-a7cc-1ce68c8c1bc8" providerId="ADAL" clId="{B79C7628-508D-4D8D-A705-7AB0199AEF97}" dt="2022-12-17T15:55:54.894" v="142" actId="20577"/>
        <pc:sldMkLst>
          <pc:docMk/>
          <pc:sldMk cId="4021056816" sldId="348"/>
        </pc:sldMkLst>
        <pc:spChg chg="mod">
          <ac:chgData name="徐志嘉" userId="4f4e22b3-2ff2-4e81-a7cc-1ce68c8c1bc8" providerId="ADAL" clId="{B79C7628-508D-4D8D-A705-7AB0199AEF97}" dt="2022-12-17T15:55:54.894" v="142" actId="20577"/>
          <ac:spMkLst>
            <pc:docMk/>
            <pc:sldMk cId="4021056816" sldId="348"/>
            <ac:spMk id="2" creationId="{DE12665E-48AB-813E-17E1-EB60EA3F1FF4}"/>
          </ac:spMkLst>
        </pc:spChg>
        <pc:spChg chg="del">
          <ac:chgData name="徐志嘉" userId="4f4e22b3-2ff2-4e81-a7cc-1ce68c8c1bc8" providerId="ADAL" clId="{B79C7628-508D-4D8D-A705-7AB0199AEF97}" dt="2022-12-17T15:55:43.018" v="128" actId="22"/>
          <ac:spMkLst>
            <pc:docMk/>
            <pc:sldMk cId="4021056816" sldId="348"/>
            <ac:spMk id="3" creationId="{37C77101-E7C4-81F9-78FB-AAC2DC281D47}"/>
          </ac:spMkLst>
        </pc:spChg>
        <pc:picChg chg="add mod ord">
          <ac:chgData name="徐志嘉" userId="4f4e22b3-2ff2-4e81-a7cc-1ce68c8c1bc8" providerId="ADAL" clId="{B79C7628-508D-4D8D-A705-7AB0199AEF97}" dt="2022-12-17T15:55:43.018" v="128" actId="22"/>
          <ac:picMkLst>
            <pc:docMk/>
            <pc:sldMk cId="4021056816" sldId="348"/>
            <ac:picMk id="5" creationId="{F499F465-422A-09C2-56D2-B37B4E3A3FD9}"/>
          </ac:picMkLst>
        </pc:picChg>
      </pc:sldChg>
      <pc:sldChg chg="del">
        <pc:chgData name="徐志嘉" userId="4f4e22b3-2ff2-4e81-a7cc-1ce68c8c1bc8" providerId="ADAL" clId="{B79C7628-508D-4D8D-A705-7AB0199AEF97}" dt="2022-12-17T08:29:13.329" v="24" actId="47"/>
        <pc:sldMkLst>
          <pc:docMk/>
          <pc:sldMk cId="611161724" sldId="349"/>
        </pc:sldMkLst>
      </pc:sldChg>
      <pc:sldChg chg="modSp new mod">
        <pc:chgData name="徐志嘉" userId="4f4e22b3-2ff2-4e81-a7cc-1ce68c8c1bc8" providerId="ADAL" clId="{B79C7628-508D-4D8D-A705-7AB0199AEF97}" dt="2022-12-17T16:01:24.872" v="159" actId="20577"/>
        <pc:sldMkLst>
          <pc:docMk/>
          <pc:sldMk cId="3755913292" sldId="349"/>
        </pc:sldMkLst>
        <pc:spChg chg="mod">
          <ac:chgData name="徐志嘉" userId="4f4e22b3-2ff2-4e81-a7cc-1ce68c8c1bc8" providerId="ADAL" clId="{B79C7628-508D-4D8D-A705-7AB0199AEF97}" dt="2022-12-17T16:01:24.872" v="159" actId="20577"/>
          <ac:spMkLst>
            <pc:docMk/>
            <pc:sldMk cId="3755913292" sldId="349"/>
            <ac:spMk id="2" creationId="{2DEB7035-C739-B358-FB10-F11BECFA289E}"/>
          </ac:spMkLst>
        </pc:spChg>
      </pc:sldChg>
      <pc:sldChg chg="del">
        <pc:chgData name="徐志嘉" userId="4f4e22b3-2ff2-4e81-a7cc-1ce68c8c1bc8" providerId="ADAL" clId="{B79C7628-508D-4D8D-A705-7AB0199AEF97}" dt="2022-12-17T08:29:13.329" v="24" actId="47"/>
        <pc:sldMkLst>
          <pc:docMk/>
          <pc:sldMk cId="2876330970" sldId="366"/>
        </pc:sldMkLst>
      </pc:sldChg>
      <pc:sldChg chg="del">
        <pc:chgData name="徐志嘉" userId="4f4e22b3-2ff2-4e81-a7cc-1ce68c8c1bc8" providerId="ADAL" clId="{B79C7628-508D-4D8D-A705-7AB0199AEF97}" dt="2022-12-17T08:29:13.329" v="24" actId="47"/>
        <pc:sldMkLst>
          <pc:docMk/>
          <pc:sldMk cId="196412328" sldId="368"/>
        </pc:sldMkLst>
      </pc:sldChg>
      <pc:sldChg chg="del">
        <pc:chgData name="徐志嘉" userId="4f4e22b3-2ff2-4e81-a7cc-1ce68c8c1bc8" providerId="ADAL" clId="{B79C7628-508D-4D8D-A705-7AB0199AEF97}" dt="2022-12-17T08:29:13.329" v="24" actId="47"/>
        <pc:sldMkLst>
          <pc:docMk/>
          <pc:sldMk cId="3912806631" sldId="369"/>
        </pc:sldMkLst>
      </pc:sldChg>
      <pc:sldChg chg="del">
        <pc:chgData name="徐志嘉" userId="4f4e22b3-2ff2-4e81-a7cc-1ce68c8c1bc8" providerId="ADAL" clId="{B79C7628-508D-4D8D-A705-7AB0199AEF97}" dt="2022-12-17T08:29:13.329" v="24" actId="47"/>
        <pc:sldMkLst>
          <pc:docMk/>
          <pc:sldMk cId="2014513362" sldId="370"/>
        </pc:sldMkLst>
      </pc:sldChg>
      <pc:sldChg chg="del">
        <pc:chgData name="徐志嘉" userId="4f4e22b3-2ff2-4e81-a7cc-1ce68c8c1bc8" providerId="ADAL" clId="{B79C7628-508D-4D8D-A705-7AB0199AEF97}" dt="2022-12-17T08:29:13.329" v="24" actId="47"/>
        <pc:sldMkLst>
          <pc:docMk/>
          <pc:sldMk cId="3670368248" sldId="371"/>
        </pc:sldMkLst>
      </pc:sldChg>
      <pc:sldChg chg="del">
        <pc:chgData name="徐志嘉" userId="4f4e22b3-2ff2-4e81-a7cc-1ce68c8c1bc8" providerId="ADAL" clId="{B79C7628-508D-4D8D-A705-7AB0199AEF97}" dt="2022-12-17T08:29:13.329" v="24" actId="47"/>
        <pc:sldMkLst>
          <pc:docMk/>
          <pc:sldMk cId="3999856759" sldId="372"/>
        </pc:sldMkLst>
      </pc:sldChg>
      <pc:sldChg chg="del">
        <pc:chgData name="徐志嘉" userId="4f4e22b3-2ff2-4e81-a7cc-1ce68c8c1bc8" providerId="ADAL" clId="{B79C7628-508D-4D8D-A705-7AB0199AEF97}" dt="2022-12-17T08:29:13.329" v="24" actId="47"/>
        <pc:sldMkLst>
          <pc:docMk/>
          <pc:sldMk cId="1665829218" sldId="373"/>
        </pc:sldMkLst>
      </pc:sldChg>
      <pc:sldChg chg="modSp mod">
        <pc:chgData name="徐志嘉" userId="4f4e22b3-2ff2-4e81-a7cc-1ce68c8c1bc8" providerId="ADAL" clId="{B79C7628-508D-4D8D-A705-7AB0199AEF97}" dt="2022-12-18T15:28:10.331" v="406" actId="1076"/>
        <pc:sldMkLst>
          <pc:docMk/>
          <pc:sldMk cId="1643755427" sldId="740"/>
        </pc:sldMkLst>
        <pc:spChg chg="mod">
          <ac:chgData name="徐志嘉" userId="4f4e22b3-2ff2-4e81-a7cc-1ce68c8c1bc8" providerId="ADAL" clId="{B79C7628-508D-4D8D-A705-7AB0199AEF97}" dt="2022-12-18T15:28:02.023" v="405" actId="20577"/>
          <ac:spMkLst>
            <pc:docMk/>
            <pc:sldMk cId="1643755427" sldId="740"/>
            <ac:spMk id="3" creationId="{74469CCC-FFC0-1239-81C0-CC964AE75801}"/>
          </ac:spMkLst>
        </pc:spChg>
        <pc:spChg chg="mod">
          <ac:chgData name="徐志嘉" userId="4f4e22b3-2ff2-4e81-a7cc-1ce68c8c1bc8" providerId="ADAL" clId="{B79C7628-508D-4D8D-A705-7AB0199AEF97}" dt="2022-12-18T15:28:10.331" v="406" actId="1076"/>
          <ac:spMkLst>
            <pc:docMk/>
            <pc:sldMk cId="1643755427" sldId="740"/>
            <ac:spMk id="4" creationId="{C1A472DC-79A9-F655-5650-0DE56AA4172A}"/>
          </ac:spMkLst>
        </pc:spChg>
        <pc:spChg chg="mod">
          <ac:chgData name="徐志嘉" userId="4f4e22b3-2ff2-4e81-a7cc-1ce68c8c1bc8" providerId="ADAL" clId="{B79C7628-508D-4D8D-A705-7AB0199AEF97}" dt="2022-12-18T15:28:10.331" v="406" actId="1076"/>
          <ac:spMkLst>
            <pc:docMk/>
            <pc:sldMk cId="1643755427" sldId="740"/>
            <ac:spMk id="11" creationId="{75B3D321-2F38-B637-10BE-C23103089712}"/>
          </ac:spMkLst>
        </pc:spChg>
        <pc:spChg chg="mod">
          <ac:chgData name="徐志嘉" userId="4f4e22b3-2ff2-4e81-a7cc-1ce68c8c1bc8" providerId="ADAL" clId="{B79C7628-508D-4D8D-A705-7AB0199AEF97}" dt="2022-12-18T15:28:10.331" v="406" actId="1076"/>
          <ac:spMkLst>
            <pc:docMk/>
            <pc:sldMk cId="1643755427" sldId="740"/>
            <ac:spMk id="12" creationId="{B16F1F53-23D9-61E2-DD73-68504D354E00}"/>
          </ac:spMkLst>
        </pc:spChg>
        <pc:spChg chg="mod">
          <ac:chgData name="徐志嘉" userId="4f4e22b3-2ff2-4e81-a7cc-1ce68c8c1bc8" providerId="ADAL" clId="{B79C7628-508D-4D8D-A705-7AB0199AEF97}" dt="2022-12-18T15:28:10.331" v="406" actId="1076"/>
          <ac:spMkLst>
            <pc:docMk/>
            <pc:sldMk cId="1643755427" sldId="740"/>
            <ac:spMk id="13" creationId="{D26E5748-1F7A-FCE4-81F5-569430BCB21B}"/>
          </ac:spMkLst>
        </pc:spChg>
        <pc:spChg chg="mod">
          <ac:chgData name="徐志嘉" userId="4f4e22b3-2ff2-4e81-a7cc-1ce68c8c1bc8" providerId="ADAL" clId="{B79C7628-508D-4D8D-A705-7AB0199AEF97}" dt="2022-12-18T15:28:10.331" v="406" actId="1076"/>
          <ac:spMkLst>
            <pc:docMk/>
            <pc:sldMk cId="1643755427" sldId="740"/>
            <ac:spMk id="14" creationId="{CD814D1B-A810-4232-0142-8A75B7A8C687}"/>
          </ac:spMkLst>
        </pc:spChg>
        <pc:spChg chg="mod">
          <ac:chgData name="徐志嘉" userId="4f4e22b3-2ff2-4e81-a7cc-1ce68c8c1bc8" providerId="ADAL" clId="{B79C7628-508D-4D8D-A705-7AB0199AEF97}" dt="2022-12-18T15:28:10.331" v="406" actId="1076"/>
          <ac:spMkLst>
            <pc:docMk/>
            <pc:sldMk cId="1643755427" sldId="740"/>
            <ac:spMk id="18" creationId="{893AD66D-49DE-E1AB-22A3-3F45F56CE442}"/>
          </ac:spMkLst>
        </pc:spChg>
        <pc:spChg chg="mod">
          <ac:chgData name="徐志嘉" userId="4f4e22b3-2ff2-4e81-a7cc-1ce68c8c1bc8" providerId="ADAL" clId="{B79C7628-508D-4D8D-A705-7AB0199AEF97}" dt="2022-12-18T15:28:10.331" v="406" actId="1076"/>
          <ac:spMkLst>
            <pc:docMk/>
            <pc:sldMk cId="1643755427" sldId="740"/>
            <ac:spMk id="19" creationId="{FDE1C6A7-B4DE-117D-B35A-BD82B8C08582}"/>
          </ac:spMkLst>
        </pc:spChg>
        <pc:spChg chg="mod">
          <ac:chgData name="徐志嘉" userId="4f4e22b3-2ff2-4e81-a7cc-1ce68c8c1bc8" providerId="ADAL" clId="{B79C7628-508D-4D8D-A705-7AB0199AEF97}" dt="2022-12-18T15:28:10.331" v="406" actId="1076"/>
          <ac:spMkLst>
            <pc:docMk/>
            <pc:sldMk cId="1643755427" sldId="740"/>
            <ac:spMk id="20" creationId="{C6B1FAFC-0C6B-26AD-118C-56DA1B4313EE}"/>
          </ac:spMkLst>
        </pc:spChg>
        <pc:spChg chg="mod">
          <ac:chgData name="徐志嘉" userId="4f4e22b3-2ff2-4e81-a7cc-1ce68c8c1bc8" providerId="ADAL" clId="{B79C7628-508D-4D8D-A705-7AB0199AEF97}" dt="2022-12-18T15:28:10.331" v="406" actId="1076"/>
          <ac:spMkLst>
            <pc:docMk/>
            <pc:sldMk cId="1643755427" sldId="740"/>
            <ac:spMk id="21" creationId="{D3A07203-69CE-FA4F-27F7-E7C8AF5A16DD}"/>
          </ac:spMkLst>
        </pc:spChg>
        <pc:spChg chg="mod">
          <ac:chgData name="徐志嘉" userId="4f4e22b3-2ff2-4e81-a7cc-1ce68c8c1bc8" providerId="ADAL" clId="{B79C7628-508D-4D8D-A705-7AB0199AEF97}" dt="2022-12-18T15:28:10.331" v="406" actId="1076"/>
          <ac:spMkLst>
            <pc:docMk/>
            <pc:sldMk cId="1643755427" sldId="740"/>
            <ac:spMk id="22" creationId="{50D286A2-21D1-31E7-62D6-BF0E235E1F71}"/>
          </ac:spMkLst>
        </pc:spChg>
      </pc:sldChg>
      <pc:sldChg chg="modSp mod">
        <pc:chgData name="徐志嘉" userId="4f4e22b3-2ff2-4e81-a7cc-1ce68c8c1bc8" providerId="ADAL" clId="{B79C7628-508D-4D8D-A705-7AB0199AEF97}" dt="2022-12-18T15:23:44.972" v="370" actId="1076"/>
        <pc:sldMkLst>
          <pc:docMk/>
          <pc:sldMk cId="1298609736" sldId="745"/>
        </pc:sldMkLst>
        <pc:spChg chg="mod">
          <ac:chgData name="徐志嘉" userId="4f4e22b3-2ff2-4e81-a7cc-1ce68c8c1bc8" providerId="ADAL" clId="{B79C7628-508D-4D8D-A705-7AB0199AEF97}" dt="2022-12-18T15:22:36.611" v="369" actId="6549"/>
          <ac:spMkLst>
            <pc:docMk/>
            <pc:sldMk cId="1298609736" sldId="745"/>
            <ac:spMk id="3" creationId="{B6EFFC4C-2F0F-548E-4598-1FCACAABF540}"/>
          </ac:spMkLst>
        </pc:spChg>
        <pc:picChg chg="mod">
          <ac:chgData name="徐志嘉" userId="4f4e22b3-2ff2-4e81-a7cc-1ce68c8c1bc8" providerId="ADAL" clId="{B79C7628-508D-4D8D-A705-7AB0199AEF97}" dt="2022-12-18T15:23:44.972" v="370" actId="1076"/>
          <ac:picMkLst>
            <pc:docMk/>
            <pc:sldMk cId="1298609736" sldId="745"/>
            <ac:picMk id="5" creationId="{5A3B8A76-E585-8BC4-035E-836D84C77765}"/>
          </ac:picMkLst>
        </pc:picChg>
      </pc:sldChg>
      <pc:sldChg chg="addSp delSp modSp new mod">
        <pc:chgData name="徐志嘉" userId="4f4e22b3-2ff2-4e81-a7cc-1ce68c8c1bc8" providerId="ADAL" clId="{B79C7628-508D-4D8D-A705-7AB0199AEF97}" dt="2022-12-18T15:33:10.242" v="415" actId="20577"/>
        <pc:sldMkLst>
          <pc:docMk/>
          <pc:sldMk cId="3911545161" sldId="747"/>
        </pc:sldMkLst>
        <pc:spChg chg="mod">
          <ac:chgData name="徐志嘉" userId="4f4e22b3-2ff2-4e81-a7cc-1ce68c8c1bc8" providerId="ADAL" clId="{B79C7628-508D-4D8D-A705-7AB0199AEF97}" dt="2022-12-18T15:33:10.242" v="415" actId="20577"/>
          <ac:spMkLst>
            <pc:docMk/>
            <pc:sldMk cId="3911545161" sldId="747"/>
            <ac:spMk id="2" creationId="{1F2D0DA8-6A61-1216-B51D-040E6794A941}"/>
          </ac:spMkLst>
        </pc:spChg>
        <pc:spChg chg="del">
          <ac:chgData name="徐志嘉" userId="4f4e22b3-2ff2-4e81-a7cc-1ce68c8c1bc8" providerId="ADAL" clId="{B79C7628-508D-4D8D-A705-7AB0199AEF97}" dt="2022-12-18T15:33:00.048" v="408" actId="22"/>
          <ac:spMkLst>
            <pc:docMk/>
            <pc:sldMk cId="3911545161" sldId="747"/>
            <ac:spMk id="3" creationId="{30BCE33E-C4EA-B82D-5592-8666E92B4157}"/>
          </ac:spMkLst>
        </pc:spChg>
        <pc:picChg chg="add mod ord">
          <ac:chgData name="徐志嘉" userId="4f4e22b3-2ff2-4e81-a7cc-1ce68c8c1bc8" providerId="ADAL" clId="{B79C7628-508D-4D8D-A705-7AB0199AEF97}" dt="2022-12-18T15:33:00.048" v="408" actId="22"/>
          <ac:picMkLst>
            <pc:docMk/>
            <pc:sldMk cId="3911545161" sldId="747"/>
            <ac:picMk id="5" creationId="{F6F219E9-DB27-0E7C-39C7-A12E86DC0F36}"/>
          </ac:picMkLst>
        </pc:picChg>
      </pc:sldChg>
    </pc:docChg>
  </pc:docChgLst>
  <pc:docChgLst>
    <pc:chgData name="徐志嘉" userId="4f4e22b3-2ff2-4e81-a7cc-1ce68c8c1bc8" providerId="ADAL" clId="{BBA5E6FA-3E75-4CC0-AD0D-E4A44E2BAA45}"/>
    <pc:docChg chg="undo custSel addSld delSld modSld sldOrd delSection modSection">
      <pc:chgData name="徐志嘉" userId="4f4e22b3-2ff2-4e81-a7cc-1ce68c8c1bc8" providerId="ADAL" clId="{BBA5E6FA-3E75-4CC0-AD0D-E4A44E2BAA45}" dt="2022-08-24T12:57:25.948" v="1305"/>
      <pc:docMkLst>
        <pc:docMk/>
      </pc:docMkLst>
      <pc:sldChg chg="del">
        <pc:chgData name="徐志嘉" userId="4f4e22b3-2ff2-4e81-a7cc-1ce68c8c1bc8" providerId="ADAL" clId="{BBA5E6FA-3E75-4CC0-AD0D-E4A44E2BAA45}" dt="2022-08-23T13:25:25.595" v="87" actId="47"/>
        <pc:sldMkLst>
          <pc:docMk/>
          <pc:sldMk cId="2025159953" sldId="330"/>
        </pc:sldMkLst>
      </pc:sldChg>
      <pc:sldChg chg="modSp mod">
        <pc:chgData name="徐志嘉" userId="4f4e22b3-2ff2-4e81-a7cc-1ce68c8c1bc8" providerId="ADAL" clId="{BBA5E6FA-3E75-4CC0-AD0D-E4A44E2BAA45}" dt="2022-08-23T13:24:45.955" v="86" actId="27636"/>
        <pc:sldMkLst>
          <pc:docMk/>
          <pc:sldMk cId="2698383243" sldId="331"/>
        </pc:sldMkLst>
        <pc:spChg chg="mod">
          <ac:chgData name="徐志嘉" userId="4f4e22b3-2ff2-4e81-a7cc-1ce68c8c1bc8" providerId="ADAL" clId="{BBA5E6FA-3E75-4CC0-AD0D-E4A44E2BAA45}" dt="2022-08-23T13:24:45.955" v="86" actId="27636"/>
          <ac:spMkLst>
            <pc:docMk/>
            <pc:sldMk cId="2698383243" sldId="331"/>
            <ac:spMk id="4" creationId="{00000000-0000-0000-0000-000000000000}"/>
          </ac:spMkLst>
        </pc:spChg>
        <pc:spChg chg="mod">
          <ac:chgData name="徐志嘉" userId="4f4e22b3-2ff2-4e81-a7cc-1ce68c8c1bc8" providerId="ADAL" clId="{BBA5E6FA-3E75-4CC0-AD0D-E4A44E2BAA45}" dt="2022-08-23T13:24:29.646" v="12" actId="6549"/>
          <ac:spMkLst>
            <pc:docMk/>
            <pc:sldMk cId="2698383243" sldId="331"/>
            <ac:spMk id="5" creationId="{00000000-0000-0000-0000-000000000000}"/>
          </ac:spMkLst>
        </pc:spChg>
      </pc:sldChg>
      <pc:sldChg chg="del">
        <pc:chgData name="徐志嘉" userId="4f4e22b3-2ff2-4e81-a7cc-1ce68c8c1bc8" providerId="ADAL" clId="{BBA5E6FA-3E75-4CC0-AD0D-E4A44E2BAA45}" dt="2022-08-23T13:25:25.595" v="87" actId="47"/>
        <pc:sldMkLst>
          <pc:docMk/>
          <pc:sldMk cId="3625418515" sldId="333"/>
        </pc:sldMkLst>
      </pc:sldChg>
      <pc:sldChg chg="del">
        <pc:chgData name="徐志嘉" userId="4f4e22b3-2ff2-4e81-a7cc-1ce68c8c1bc8" providerId="ADAL" clId="{BBA5E6FA-3E75-4CC0-AD0D-E4A44E2BAA45}" dt="2022-08-23T13:25:25.595" v="87" actId="47"/>
        <pc:sldMkLst>
          <pc:docMk/>
          <pc:sldMk cId="2852684701" sldId="335"/>
        </pc:sldMkLst>
      </pc:sldChg>
      <pc:sldChg chg="del">
        <pc:chgData name="徐志嘉" userId="4f4e22b3-2ff2-4e81-a7cc-1ce68c8c1bc8" providerId="ADAL" clId="{BBA5E6FA-3E75-4CC0-AD0D-E4A44E2BAA45}" dt="2022-08-23T13:25:25.595" v="87" actId="47"/>
        <pc:sldMkLst>
          <pc:docMk/>
          <pc:sldMk cId="3970088689" sldId="336"/>
        </pc:sldMkLst>
      </pc:sldChg>
      <pc:sldChg chg="del">
        <pc:chgData name="徐志嘉" userId="4f4e22b3-2ff2-4e81-a7cc-1ce68c8c1bc8" providerId="ADAL" clId="{BBA5E6FA-3E75-4CC0-AD0D-E4A44E2BAA45}" dt="2022-08-23T13:25:25.595" v="87" actId="47"/>
        <pc:sldMkLst>
          <pc:docMk/>
          <pc:sldMk cId="1088468846" sldId="338"/>
        </pc:sldMkLst>
      </pc:sldChg>
      <pc:sldChg chg="del">
        <pc:chgData name="徐志嘉" userId="4f4e22b3-2ff2-4e81-a7cc-1ce68c8c1bc8" providerId="ADAL" clId="{BBA5E6FA-3E75-4CC0-AD0D-E4A44E2BAA45}" dt="2022-08-23T13:25:25.595" v="87" actId="47"/>
        <pc:sldMkLst>
          <pc:docMk/>
          <pc:sldMk cId="1717986887" sldId="339"/>
        </pc:sldMkLst>
      </pc:sldChg>
      <pc:sldChg chg="addSp delSp modSp mod modNotesTx">
        <pc:chgData name="徐志嘉" userId="4f4e22b3-2ff2-4e81-a7cc-1ce68c8c1bc8" providerId="ADAL" clId="{BBA5E6FA-3E75-4CC0-AD0D-E4A44E2BAA45}" dt="2022-08-23T14:24:56.133" v="465" actId="6549"/>
        <pc:sldMkLst>
          <pc:docMk/>
          <pc:sldMk cId="4178111755" sldId="340"/>
        </pc:sldMkLst>
        <pc:spChg chg="mod">
          <ac:chgData name="徐志嘉" userId="4f4e22b3-2ff2-4e81-a7cc-1ce68c8c1bc8" providerId="ADAL" clId="{BBA5E6FA-3E75-4CC0-AD0D-E4A44E2BAA45}" dt="2022-08-23T14:18:32.823" v="320" actId="1076"/>
          <ac:spMkLst>
            <pc:docMk/>
            <pc:sldMk cId="4178111755" sldId="340"/>
            <ac:spMk id="2" creationId="{6AF4ACBD-DDA6-8904-652F-CF870AF8BD5C}"/>
          </ac:spMkLst>
        </pc:spChg>
        <pc:spChg chg="add del mod">
          <ac:chgData name="徐志嘉" userId="4f4e22b3-2ff2-4e81-a7cc-1ce68c8c1bc8" providerId="ADAL" clId="{BBA5E6FA-3E75-4CC0-AD0D-E4A44E2BAA45}" dt="2022-08-23T13:27:23.369" v="91" actId="22"/>
          <ac:spMkLst>
            <pc:docMk/>
            <pc:sldMk cId="4178111755" sldId="340"/>
            <ac:spMk id="4" creationId="{A2EA1CC9-D684-503C-A088-48A80DA512BF}"/>
          </ac:spMkLst>
        </pc:spChg>
        <pc:spChg chg="add del mod">
          <ac:chgData name="徐志嘉" userId="4f4e22b3-2ff2-4e81-a7cc-1ce68c8c1bc8" providerId="ADAL" clId="{BBA5E6FA-3E75-4CC0-AD0D-E4A44E2BAA45}" dt="2022-08-23T14:13:34.954" v="194" actId="22"/>
          <ac:spMkLst>
            <pc:docMk/>
            <pc:sldMk cId="4178111755" sldId="340"/>
            <ac:spMk id="9" creationId="{04374998-27C9-363B-705E-2942B59AA955}"/>
          </ac:spMkLst>
        </pc:spChg>
        <pc:spChg chg="add mod">
          <ac:chgData name="徐志嘉" userId="4f4e22b3-2ff2-4e81-a7cc-1ce68c8c1bc8" providerId="ADAL" clId="{BBA5E6FA-3E75-4CC0-AD0D-E4A44E2BAA45}" dt="2022-08-23T14:23:15.141" v="407" actId="1076"/>
          <ac:spMkLst>
            <pc:docMk/>
            <pc:sldMk cId="4178111755" sldId="340"/>
            <ac:spMk id="12" creationId="{6B7BA580-6947-186E-4CEA-827626FB7D37}"/>
          </ac:spMkLst>
        </pc:spChg>
        <pc:spChg chg="add mod">
          <ac:chgData name="徐志嘉" userId="4f4e22b3-2ff2-4e81-a7cc-1ce68c8c1bc8" providerId="ADAL" clId="{BBA5E6FA-3E75-4CC0-AD0D-E4A44E2BAA45}" dt="2022-08-23T14:14:45.111" v="208" actId="571"/>
          <ac:spMkLst>
            <pc:docMk/>
            <pc:sldMk cId="4178111755" sldId="340"/>
            <ac:spMk id="14" creationId="{CFA34B08-9BD5-78D3-A28B-46C1AD2FDB39}"/>
          </ac:spMkLst>
        </pc:spChg>
        <pc:spChg chg="add del mod">
          <ac:chgData name="徐志嘉" userId="4f4e22b3-2ff2-4e81-a7cc-1ce68c8c1bc8" providerId="ADAL" clId="{BBA5E6FA-3E75-4CC0-AD0D-E4A44E2BAA45}" dt="2022-08-23T14:16:09.955" v="219" actId="478"/>
          <ac:spMkLst>
            <pc:docMk/>
            <pc:sldMk cId="4178111755" sldId="340"/>
            <ac:spMk id="15" creationId="{C907D7B0-300E-DEF0-BDDF-5C5165D89F17}"/>
          </ac:spMkLst>
        </pc:spChg>
        <pc:spChg chg="add del mod">
          <ac:chgData name="徐志嘉" userId="4f4e22b3-2ff2-4e81-a7cc-1ce68c8c1bc8" providerId="ADAL" clId="{BBA5E6FA-3E75-4CC0-AD0D-E4A44E2BAA45}" dt="2022-08-23T14:16:09.298" v="218" actId="478"/>
          <ac:spMkLst>
            <pc:docMk/>
            <pc:sldMk cId="4178111755" sldId="340"/>
            <ac:spMk id="16" creationId="{C38C59ED-20B7-B5D5-F2E2-689781A2B1D2}"/>
          </ac:spMkLst>
        </pc:spChg>
        <pc:spChg chg="add mod">
          <ac:chgData name="徐志嘉" userId="4f4e22b3-2ff2-4e81-a7cc-1ce68c8c1bc8" providerId="ADAL" clId="{BBA5E6FA-3E75-4CC0-AD0D-E4A44E2BAA45}" dt="2022-08-23T14:14:53.335" v="212" actId="571"/>
          <ac:spMkLst>
            <pc:docMk/>
            <pc:sldMk cId="4178111755" sldId="340"/>
            <ac:spMk id="18" creationId="{9AD82342-5D37-1228-A44B-F2A2333F6806}"/>
          </ac:spMkLst>
        </pc:spChg>
        <pc:spChg chg="add del mod">
          <ac:chgData name="徐志嘉" userId="4f4e22b3-2ff2-4e81-a7cc-1ce68c8c1bc8" providerId="ADAL" clId="{BBA5E6FA-3E75-4CC0-AD0D-E4A44E2BAA45}" dt="2022-08-23T14:15:31.681" v="215" actId="478"/>
          <ac:spMkLst>
            <pc:docMk/>
            <pc:sldMk cId="4178111755" sldId="340"/>
            <ac:spMk id="19" creationId="{01AC3D9F-5796-69F3-1767-B8D0ACFBB4EF}"/>
          </ac:spMkLst>
        </pc:spChg>
        <pc:spChg chg="add mod">
          <ac:chgData name="徐志嘉" userId="4f4e22b3-2ff2-4e81-a7cc-1ce68c8c1bc8" providerId="ADAL" clId="{BBA5E6FA-3E75-4CC0-AD0D-E4A44E2BAA45}" dt="2022-08-23T14:23:15.141" v="407" actId="1076"/>
          <ac:spMkLst>
            <pc:docMk/>
            <pc:sldMk cId="4178111755" sldId="340"/>
            <ac:spMk id="20" creationId="{080AE2CA-0F46-F93E-410E-93F8D4267F17}"/>
          </ac:spMkLst>
        </pc:spChg>
        <pc:spChg chg="add mod">
          <ac:chgData name="徐志嘉" userId="4f4e22b3-2ff2-4e81-a7cc-1ce68c8c1bc8" providerId="ADAL" clId="{BBA5E6FA-3E75-4CC0-AD0D-E4A44E2BAA45}" dt="2022-08-23T14:23:15.141" v="407" actId="1076"/>
          <ac:spMkLst>
            <pc:docMk/>
            <pc:sldMk cId="4178111755" sldId="340"/>
            <ac:spMk id="25" creationId="{1847FC3B-F04D-2A58-0B68-361C8A19012E}"/>
          </ac:spMkLst>
        </pc:spChg>
        <pc:spChg chg="add mod">
          <ac:chgData name="徐志嘉" userId="4f4e22b3-2ff2-4e81-a7cc-1ce68c8c1bc8" providerId="ADAL" clId="{BBA5E6FA-3E75-4CC0-AD0D-E4A44E2BAA45}" dt="2022-08-23T14:23:25.210" v="409" actId="1076"/>
          <ac:spMkLst>
            <pc:docMk/>
            <pc:sldMk cId="4178111755" sldId="340"/>
            <ac:spMk id="26" creationId="{5B6CCADF-1CD8-AE5B-F0BA-83CB206772FE}"/>
          </ac:spMkLst>
        </pc:spChg>
        <pc:spChg chg="add mod">
          <ac:chgData name="徐志嘉" userId="4f4e22b3-2ff2-4e81-a7cc-1ce68c8c1bc8" providerId="ADAL" clId="{BBA5E6FA-3E75-4CC0-AD0D-E4A44E2BAA45}" dt="2022-08-23T14:23:21.378" v="408" actId="1076"/>
          <ac:spMkLst>
            <pc:docMk/>
            <pc:sldMk cId="4178111755" sldId="340"/>
            <ac:spMk id="27" creationId="{E6204DE7-1EC7-C49D-1EDA-7E5A23814613}"/>
          </ac:spMkLst>
        </pc:spChg>
        <pc:spChg chg="add mod">
          <ac:chgData name="徐志嘉" userId="4f4e22b3-2ff2-4e81-a7cc-1ce68c8c1bc8" providerId="ADAL" clId="{BBA5E6FA-3E75-4CC0-AD0D-E4A44E2BAA45}" dt="2022-08-23T14:23:28.210" v="410" actId="1076"/>
          <ac:spMkLst>
            <pc:docMk/>
            <pc:sldMk cId="4178111755" sldId="340"/>
            <ac:spMk id="28" creationId="{BC353F0D-F789-CA3D-55AE-081B93A504B5}"/>
          </ac:spMkLst>
        </pc:spChg>
        <pc:spChg chg="add mod">
          <ac:chgData name="徐志嘉" userId="4f4e22b3-2ff2-4e81-a7cc-1ce68c8c1bc8" providerId="ADAL" clId="{BBA5E6FA-3E75-4CC0-AD0D-E4A44E2BAA45}" dt="2022-08-23T14:24:56.133" v="465" actId="6549"/>
          <ac:spMkLst>
            <pc:docMk/>
            <pc:sldMk cId="4178111755" sldId="340"/>
            <ac:spMk id="29" creationId="{731030B8-E024-3B15-3172-B21EAC500754}"/>
          </ac:spMkLst>
        </pc:spChg>
        <pc:spChg chg="add mod">
          <ac:chgData name="徐志嘉" userId="4f4e22b3-2ff2-4e81-a7cc-1ce68c8c1bc8" providerId="ADAL" clId="{BBA5E6FA-3E75-4CC0-AD0D-E4A44E2BAA45}" dt="2022-08-23T14:24:27.933" v="464" actId="1076"/>
          <ac:spMkLst>
            <pc:docMk/>
            <pc:sldMk cId="4178111755" sldId="340"/>
            <ac:spMk id="33" creationId="{0E8C2EEE-D361-B3F6-3E8F-C816360AF2A6}"/>
          </ac:spMkLst>
        </pc:spChg>
        <pc:picChg chg="del">
          <ac:chgData name="徐志嘉" userId="4f4e22b3-2ff2-4e81-a7cc-1ce68c8c1bc8" providerId="ADAL" clId="{BBA5E6FA-3E75-4CC0-AD0D-E4A44E2BAA45}" dt="2022-08-23T13:25:58.717" v="90" actId="478"/>
          <ac:picMkLst>
            <pc:docMk/>
            <pc:sldMk cId="4178111755" sldId="340"/>
            <ac:picMk id="5" creationId="{5D7CC74E-B3BC-8F59-A426-CD2CAEF79A70}"/>
          </ac:picMkLst>
        </pc:picChg>
        <pc:picChg chg="add del mod ord">
          <ac:chgData name="徐志嘉" userId="4f4e22b3-2ff2-4e81-a7cc-1ce68c8c1bc8" providerId="ADAL" clId="{BBA5E6FA-3E75-4CC0-AD0D-E4A44E2BAA45}" dt="2022-08-23T14:12:28.980" v="180" actId="478"/>
          <ac:picMkLst>
            <pc:docMk/>
            <pc:sldMk cId="4178111755" sldId="340"/>
            <ac:picMk id="7" creationId="{CD754D41-1DAE-3BA4-ED74-ABFDB710241C}"/>
          </ac:picMkLst>
        </pc:picChg>
        <pc:picChg chg="add mod ord">
          <ac:chgData name="徐志嘉" userId="4f4e22b3-2ff2-4e81-a7cc-1ce68c8c1bc8" providerId="ADAL" clId="{BBA5E6FA-3E75-4CC0-AD0D-E4A44E2BAA45}" dt="2022-08-23T14:23:15.141" v="407" actId="1076"/>
          <ac:picMkLst>
            <pc:docMk/>
            <pc:sldMk cId="4178111755" sldId="340"/>
            <ac:picMk id="11" creationId="{BBEFE198-333A-FD2B-603A-B86C25838AAE}"/>
          </ac:picMkLst>
        </pc:picChg>
        <pc:picChg chg="add mod">
          <ac:chgData name="徐志嘉" userId="4f4e22b3-2ff2-4e81-a7cc-1ce68c8c1bc8" providerId="ADAL" clId="{BBA5E6FA-3E75-4CC0-AD0D-E4A44E2BAA45}" dt="2022-08-23T14:14:45.111" v="208" actId="571"/>
          <ac:picMkLst>
            <pc:docMk/>
            <pc:sldMk cId="4178111755" sldId="340"/>
            <ac:picMk id="13" creationId="{3A8D62DE-7661-2B21-60C0-E00EB4CFCF30}"/>
          </ac:picMkLst>
        </pc:picChg>
        <pc:picChg chg="add mod">
          <ac:chgData name="徐志嘉" userId="4f4e22b3-2ff2-4e81-a7cc-1ce68c8c1bc8" providerId="ADAL" clId="{BBA5E6FA-3E75-4CC0-AD0D-E4A44E2BAA45}" dt="2022-08-23T14:14:53.335" v="212" actId="571"/>
          <ac:picMkLst>
            <pc:docMk/>
            <pc:sldMk cId="4178111755" sldId="340"/>
            <ac:picMk id="17" creationId="{6D5E8BB3-D5DD-6A0F-4734-05678DA65DA7}"/>
          </ac:picMkLst>
        </pc:picChg>
        <pc:picChg chg="add mod">
          <ac:chgData name="徐志嘉" userId="4f4e22b3-2ff2-4e81-a7cc-1ce68c8c1bc8" providerId="ADAL" clId="{BBA5E6FA-3E75-4CC0-AD0D-E4A44E2BAA45}" dt="2022-08-23T14:23:25.210" v="409" actId="1076"/>
          <ac:picMkLst>
            <pc:docMk/>
            <pc:sldMk cId="4178111755" sldId="340"/>
            <ac:picMk id="22" creationId="{D58788FA-2C9F-6FAF-1F6C-4F4FEDCDA854}"/>
          </ac:picMkLst>
        </pc:picChg>
        <pc:picChg chg="add mod">
          <ac:chgData name="徐志嘉" userId="4f4e22b3-2ff2-4e81-a7cc-1ce68c8c1bc8" providerId="ADAL" clId="{BBA5E6FA-3E75-4CC0-AD0D-E4A44E2BAA45}" dt="2022-08-23T14:23:25.210" v="409" actId="1076"/>
          <ac:picMkLst>
            <pc:docMk/>
            <pc:sldMk cId="4178111755" sldId="340"/>
            <ac:picMk id="24" creationId="{7304769E-178E-655D-1EDD-5C207A374BDF}"/>
          </ac:picMkLst>
        </pc:picChg>
        <pc:picChg chg="add mod">
          <ac:chgData name="徐志嘉" userId="4f4e22b3-2ff2-4e81-a7cc-1ce68c8c1bc8" providerId="ADAL" clId="{BBA5E6FA-3E75-4CC0-AD0D-E4A44E2BAA45}" dt="2022-08-23T14:23:36.860" v="413" actId="1076"/>
          <ac:picMkLst>
            <pc:docMk/>
            <pc:sldMk cId="4178111755" sldId="340"/>
            <ac:picMk id="31" creationId="{E7C4D86B-9C20-8F78-EFDF-08740F1604EC}"/>
          </ac:picMkLst>
        </pc:picChg>
      </pc:sldChg>
      <pc:sldChg chg="addSp delSp modSp add mod">
        <pc:chgData name="徐志嘉" userId="4f4e22b3-2ff2-4e81-a7cc-1ce68c8c1bc8" providerId="ADAL" clId="{BBA5E6FA-3E75-4CC0-AD0D-E4A44E2BAA45}" dt="2022-08-23T14:10:26.258" v="151" actId="20577"/>
        <pc:sldMkLst>
          <pc:docMk/>
          <pc:sldMk cId="2251434128" sldId="341"/>
        </pc:sldMkLst>
        <pc:spChg chg="mod">
          <ac:chgData name="徐志嘉" userId="4f4e22b3-2ff2-4e81-a7cc-1ce68c8c1bc8" providerId="ADAL" clId="{BBA5E6FA-3E75-4CC0-AD0D-E4A44E2BAA45}" dt="2022-08-23T14:10:26.258" v="151" actId="20577"/>
          <ac:spMkLst>
            <pc:docMk/>
            <pc:sldMk cId="2251434128" sldId="341"/>
            <ac:spMk id="2" creationId="{6AF4ACBD-DDA6-8904-652F-CF870AF8BD5C}"/>
          </ac:spMkLst>
        </pc:spChg>
        <pc:spChg chg="add del mod">
          <ac:chgData name="徐志嘉" userId="4f4e22b3-2ff2-4e81-a7cc-1ce68c8c1bc8" providerId="ADAL" clId="{BBA5E6FA-3E75-4CC0-AD0D-E4A44E2BAA45}" dt="2022-08-23T13:31:51.621" v="127" actId="22"/>
          <ac:spMkLst>
            <pc:docMk/>
            <pc:sldMk cId="2251434128" sldId="341"/>
            <ac:spMk id="4" creationId="{5DB13237-01D4-F844-977E-706A7F2F709C}"/>
          </ac:spMkLst>
        </pc:spChg>
        <pc:picChg chg="add mod ord">
          <ac:chgData name="徐志嘉" userId="4f4e22b3-2ff2-4e81-a7cc-1ce68c8c1bc8" providerId="ADAL" clId="{BBA5E6FA-3E75-4CC0-AD0D-E4A44E2BAA45}" dt="2022-08-23T13:31:51.621" v="127" actId="22"/>
          <ac:picMkLst>
            <pc:docMk/>
            <pc:sldMk cId="2251434128" sldId="341"/>
            <ac:picMk id="6" creationId="{F46C4AEF-6C5A-DD73-AA3B-CE208DB99F88}"/>
          </ac:picMkLst>
        </pc:picChg>
        <pc:picChg chg="del">
          <ac:chgData name="徐志嘉" userId="4f4e22b3-2ff2-4e81-a7cc-1ce68c8c1bc8" providerId="ADAL" clId="{BBA5E6FA-3E75-4CC0-AD0D-E4A44E2BAA45}" dt="2022-08-23T13:31:39.514" v="124" actId="478"/>
          <ac:picMkLst>
            <pc:docMk/>
            <pc:sldMk cId="2251434128" sldId="341"/>
            <ac:picMk id="7" creationId="{CD754D41-1DAE-3BA4-ED74-ABFDB710241C}"/>
          </ac:picMkLst>
        </pc:picChg>
      </pc:sldChg>
      <pc:sldChg chg="del">
        <pc:chgData name="徐志嘉" userId="4f4e22b3-2ff2-4e81-a7cc-1ce68c8c1bc8" providerId="ADAL" clId="{BBA5E6FA-3E75-4CC0-AD0D-E4A44E2BAA45}" dt="2022-08-23T13:25:25.595" v="87" actId="47"/>
        <pc:sldMkLst>
          <pc:docMk/>
          <pc:sldMk cId="3314267738" sldId="341"/>
        </pc:sldMkLst>
      </pc:sldChg>
      <pc:sldChg chg="add del">
        <pc:chgData name="徐志嘉" userId="4f4e22b3-2ff2-4e81-a7cc-1ce68c8c1bc8" providerId="ADAL" clId="{BBA5E6FA-3E75-4CC0-AD0D-E4A44E2BAA45}" dt="2022-08-23T13:31:42.446" v="126"/>
        <pc:sldMkLst>
          <pc:docMk/>
          <pc:sldMk cId="661700235" sldId="342"/>
        </pc:sldMkLst>
      </pc:sldChg>
      <pc:sldChg chg="addSp delSp modSp add del mod ord">
        <pc:chgData name="徐志嘉" userId="4f4e22b3-2ff2-4e81-a7cc-1ce68c8c1bc8" providerId="ADAL" clId="{BBA5E6FA-3E75-4CC0-AD0D-E4A44E2BAA45}" dt="2022-08-24T12:46:00.990" v="1038" actId="47"/>
        <pc:sldMkLst>
          <pc:docMk/>
          <pc:sldMk cId="3452122669" sldId="342"/>
        </pc:sldMkLst>
        <pc:spChg chg="mod">
          <ac:chgData name="徐志嘉" userId="4f4e22b3-2ff2-4e81-a7cc-1ce68c8c1bc8" providerId="ADAL" clId="{BBA5E6FA-3E75-4CC0-AD0D-E4A44E2BAA45}" dt="2022-08-23T14:26:40.675" v="505" actId="20577"/>
          <ac:spMkLst>
            <pc:docMk/>
            <pc:sldMk cId="3452122669" sldId="342"/>
            <ac:spMk id="2" creationId="{6AF4ACBD-DDA6-8904-652F-CF870AF8BD5C}"/>
          </ac:spMkLst>
        </pc:spChg>
        <pc:spChg chg="add del mod">
          <ac:chgData name="徐志嘉" userId="4f4e22b3-2ff2-4e81-a7cc-1ce68c8c1bc8" providerId="ADAL" clId="{BBA5E6FA-3E75-4CC0-AD0D-E4A44E2BAA45}" dt="2022-08-23T13:37:46.495" v="130" actId="22"/>
          <ac:spMkLst>
            <pc:docMk/>
            <pc:sldMk cId="3452122669" sldId="342"/>
            <ac:spMk id="4" creationId="{A01E586A-E48E-53DC-BC3F-A75E150E52B3}"/>
          </ac:spMkLst>
        </pc:spChg>
        <pc:spChg chg="add mod">
          <ac:chgData name="徐志嘉" userId="4f4e22b3-2ff2-4e81-a7cc-1ce68c8c1bc8" providerId="ADAL" clId="{BBA5E6FA-3E75-4CC0-AD0D-E4A44E2BAA45}" dt="2022-08-24T12:43:40.558" v="976" actId="21"/>
          <ac:spMkLst>
            <pc:docMk/>
            <pc:sldMk cId="3452122669" sldId="342"/>
            <ac:spMk id="9" creationId="{8362B206-9D9A-46E4-B999-3707A5CC4660}"/>
          </ac:spMkLst>
        </pc:spChg>
        <pc:picChg chg="del">
          <ac:chgData name="徐志嘉" userId="4f4e22b3-2ff2-4e81-a7cc-1ce68c8c1bc8" providerId="ADAL" clId="{BBA5E6FA-3E75-4CC0-AD0D-E4A44E2BAA45}" dt="2022-08-23T13:37:44.983" v="129" actId="478"/>
          <ac:picMkLst>
            <pc:docMk/>
            <pc:sldMk cId="3452122669" sldId="342"/>
            <ac:picMk id="6" creationId="{F46C4AEF-6C5A-DD73-AA3B-CE208DB99F88}"/>
          </ac:picMkLst>
        </pc:picChg>
        <pc:picChg chg="add del mod ord">
          <ac:chgData name="徐志嘉" userId="4f4e22b3-2ff2-4e81-a7cc-1ce68c8c1bc8" providerId="ADAL" clId="{BBA5E6FA-3E75-4CC0-AD0D-E4A44E2BAA45}" dt="2022-08-24T12:43:40.558" v="976" actId="21"/>
          <ac:picMkLst>
            <pc:docMk/>
            <pc:sldMk cId="3452122669" sldId="342"/>
            <ac:picMk id="7" creationId="{2ACBC1F9-8FD5-C0C3-FE87-EE570F459B81}"/>
          </ac:picMkLst>
        </pc:picChg>
      </pc:sldChg>
      <pc:sldChg chg="del">
        <pc:chgData name="徐志嘉" userId="4f4e22b3-2ff2-4e81-a7cc-1ce68c8c1bc8" providerId="ADAL" clId="{BBA5E6FA-3E75-4CC0-AD0D-E4A44E2BAA45}" dt="2022-08-23T13:25:25.595" v="87" actId="47"/>
        <pc:sldMkLst>
          <pc:docMk/>
          <pc:sldMk cId="4027447183" sldId="342"/>
        </pc:sldMkLst>
      </pc:sldChg>
      <pc:sldChg chg="addSp delSp modSp add mod modNotesTx">
        <pc:chgData name="徐志嘉" userId="4f4e22b3-2ff2-4e81-a7cc-1ce68c8c1bc8" providerId="ADAL" clId="{BBA5E6FA-3E75-4CC0-AD0D-E4A44E2BAA45}" dt="2022-08-23T14:42:25.642" v="656" actId="20577"/>
        <pc:sldMkLst>
          <pc:docMk/>
          <pc:sldMk cId="2010887635" sldId="343"/>
        </pc:sldMkLst>
        <pc:spChg chg="mod">
          <ac:chgData name="徐志嘉" userId="4f4e22b3-2ff2-4e81-a7cc-1ce68c8c1bc8" providerId="ADAL" clId="{BBA5E6FA-3E75-4CC0-AD0D-E4A44E2BAA45}" dt="2022-08-23T14:42:25.642" v="656" actId="20577"/>
          <ac:spMkLst>
            <pc:docMk/>
            <pc:sldMk cId="2010887635" sldId="343"/>
            <ac:spMk id="2" creationId="{6AF4ACBD-DDA6-8904-652F-CF870AF8BD5C}"/>
          </ac:spMkLst>
        </pc:spChg>
        <pc:spChg chg="add del mod">
          <ac:chgData name="徐志嘉" userId="4f4e22b3-2ff2-4e81-a7cc-1ce68c8c1bc8" providerId="ADAL" clId="{BBA5E6FA-3E75-4CC0-AD0D-E4A44E2BAA45}" dt="2022-08-23T13:38:26.126" v="135" actId="22"/>
          <ac:spMkLst>
            <pc:docMk/>
            <pc:sldMk cId="2010887635" sldId="343"/>
            <ac:spMk id="4" creationId="{81FAE89A-4463-51BE-1398-38DE2E88CD8F}"/>
          </ac:spMkLst>
        </pc:spChg>
        <pc:picChg chg="add del mod ord">
          <ac:chgData name="徐志嘉" userId="4f4e22b3-2ff2-4e81-a7cc-1ce68c8c1bc8" providerId="ADAL" clId="{BBA5E6FA-3E75-4CC0-AD0D-E4A44E2BAA45}" dt="2022-08-23T13:38:09.987" v="134" actId="22"/>
          <ac:picMkLst>
            <pc:docMk/>
            <pc:sldMk cId="2010887635" sldId="343"/>
            <ac:picMk id="6" creationId="{17EC6693-C077-71B1-952D-9FF8047A2E7E}"/>
          </ac:picMkLst>
        </pc:picChg>
        <pc:picChg chg="del">
          <ac:chgData name="徐志嘉" userId="4f4e22b3-2ff2-4e81-a7cc-1ce68c8c1bc8" providerId="ADAL" clId="{BBA5E6FA-3E75-4CC0-AD0D-E4A44E2BAA45}" dt="2022-08-23T13:38:07.048" v="132" actId="478"/>
          <ac:picMkLst>
            <pc:docMk/>
            <pc:sldMk cId="2010887635" sldId="343"/>
            <ac:picMk id="7" creationId="{2ACBC1F9-8FD5-C0C3-FE87-EE570F459B81}"/>
          </ac:picMkLst>
        </pc:picChg>
        <pc:picChg chg="add mod ord">
          <ac:chgData name="徐志嘉" userId="4f4e22b3-2ff2-4e81-a7cc-1ce68c8c1bc8" providerId="ADAL" clId="{BBA5E6FA-3E75-4CC0-AD0D-E4A44E2BAA45}" dt="2022-08-23T13:38:26.126" v="135" actId="22"/>
          <ac:picMkLst>
            <pc:docMk/>
            <pc:sldMk cId="2010887635" sldId="343"/>
            <ac:picMk id="9" creationId="{10D5F8E7-C885-5111-3831-8735950C7A89}"/>
          </ac:picMkLst>
        </pc:picChg>
      </pc:sldChg>
      <pc:sldChg chg="del">
        <pc:chgData name="徐志嘉" userId="4f4e22b3-2ff2-4e81-a7cc-1ce68c8c1bc8" providerId="ADAL" clId="{BBA5E6FA-3E75-4CC0-AD0D-E4A44E2BAA45}" dt="2022-08-23T13:25:25.595" v="87" actId="47"/>
        <pc:sldMkLst>
          <pc:docMk/>
          <pc:sldMk cId="2944287940" sldId="343"/>
        </pc:sldMkLst>
      </pc:sldChg>
      <pc:sldChg chg="addSp delSp modSp add mod">
        <pc:chgData name="徐志嘉" userId="4f4e22b3-2ff2-4e81-a7cc-1ce68c8c1bc8" providerId="ADAL" clId="{BBA5E6FA-3E75-4CC0-AD0D-E4A44E2BAA45}" dt="2022-08-23T14:42:33.642" v="663" actId="20577"/>
        <pc:sldMkLst>
          <pc:docMk/>
          <pc:sldMk cId="1871561825" sldId="344"/>
        </pc:sldMkLst>
        <pc:spChg chg="mod">
          <ac:chgData name="徐志嘉" userId="4f4e22b3-2ff2-4e81-a7cc-1ce68c8c1bc8" providerId="ADAL" clId="{BBA5E6FA-3E75-4CC0-AD0D-E4A44E2BAA45}" dt="2022-08-23T14:42:33.642" v="663" actId="20577"/>
          <ac:spMkLst>
            <pc:docMk/>
            <pc:sldMk cId="1871561825" sldId="344"/>
            <ac:spMk id="2" creationId="{6AF4ACBD-DDA6-8904-652F-CF870AF8BD5C}"/>
          </ac:spMkLst>
        </pc:spChg>
        <pc:spChg chg="add del mod">
          <ac:chgData name="徐志嘉" userId="4f4e22b3-2ff2-4e81-a7cc-1ce68c8c1bc8" providerId="ADAL" clId="{BBA5E6FA-3E75-4CC0-AD0D-E4A44E2BAA45}" dt="2022-08-23T13:39:15.827" v="138" actId="22"/>
          <ac:spMkLst>
            <pc:docMk/>
            <pc:sldMk cId="1871561825" sldId="344"/>
            <ac:spMk id="4" creationId="{61C0FDD3-B95A-A19D-4694-5699D1B391FB}"/>
          </ac:spMkLst>
        </pc:spChg>
        <pc:picChg chg="add mod ord">
          <ac:chgData name="徐志嘉" userId="4f4e22b3-2ff2-4e81-a7cc-1ce68c8c1bc8" providerId="ADAL" clId="{BBA5E6FA-3E75-4CC0-AD0D-E4A44E2BAA45}" dt="2022-08-23T13:39:15.827" v="138" actId="22"/>
          <ac:picMkLst>
            <pc:docMk/>
            <pc:sldMk cId="1871561825" sldId="344"/>
            <ac:picMk id="6" creationId="{1C4A7179-3F60-2980-B04E-2842DCA9AE52}"/>
          </ac:picMkLst>
        </pc:picChg>
        <pc:picChg chg="del">
          <ac:chgData name="徐志嘉" userId="4f4e22b3-2ff2-4e81-a7cc-1ce68c8c1bc8" providerId="ADAL" clId="{BBA5E6FA-3E75-4CC0-AD0D-E4A44E2BAA45}" dt="2022-08-23T13:39:14.972" v="137" actId="478"/>
          <ac:picMkLst>
            <pc:docMk/>
            <pc:sldMk cId="1871561825" sldId="344"/>
            <ac:picMk id="9" creationId="{10D5F8E7-C885-5111-3831-8735950C7A89}"/>
          </ac:picMkLst>
        </pc:picChg>
      </pc:sldChg>
      <pc:sldChg chg="del">
        <pc:chgData name="徐志嘉" userId="4f4e22b3-2ff2-4e81-a7cc-1ce68c8c1bc8" providerId="ADAL" clId="{BBA5E6FA-3E75-4CC0-AD0D-E4A44E2BAA45}" dt="2022-08-23T13:25:25.595" v="87" actId="47"/>
        <pc:sldMkLst>
          <pc:docMk/>
          <pc:sldMk cId="4101815063" sldId="344"/>
        </pc:sldMkLst>
      </pc:sldChg>
      <pc:sldChg chg="addSp delSp modSp add del mod">
        <pc:chgData name="徐志嘉" userId="4f4e22b3-2ff2-4e81-a7cc-1ce68c8c1bc8" providerId="ADAL" clId="{BBA5E6FA-3E75-4CC0-AD0D-E4A44E2BAA45}" dt="2022-08-23T14:36:14.161" v="624" actId="47"/>
        <pc:sldMkLst>
          <pc:docMk/>
          <pc:sldMk cId="1440473847" sldId="345"/>
        </pc:sldMkLst>
        <pc:spChg chg="add del mod">
          <ac:chgData name="徐志嘉" userId="4f4e22b3-2ff2-4e81-a7cc-1ce68c8c1bc8" providerId="ADAL" clId="{BBA5E6FA-3E75-4CC0-AD0D-E4A44E2BAA45}" dt="2022-08-23T13:40:02.177" v="141" actId="22"/>
          <ac:spMkLst>
            <pc:docMk/>
            <pc:sldMk cId="1440473847" sldId="345"/>
            <ac:spMk id="4" creationId="{80917570-4CA8-DB2D-BFC9-20278F2F84EB}"/>
          </ac:spMkLst>
        </pc:spChg>
        <pc:picChg chg="del">
          <ac:chgData name="徐志嘉" userId="4f4e22b3-2ff2-4e81-a7cc-1ce68c8c1bc8" providerId="ADAL" clId="{BBA5E6FA-3E75-4CC0-AD0D-E4A44E2BAA45}" dt="2022-08-23T13:39:59.174" v="140" actId="478"/>
          <ac:picMkLst>
            <pc:docMk/>
            <pc:sldMk cId="1440473847" sldId="345"/>
            <ac:picMk id="6" creationId="{1C4A7179-3F60-2980-B04E-2842DCA9AE52}"/>
          </ac:picMkLst>
        </pc:picChg>
        <pc:picChg chg="add mod ord">
          <ac:chgData name="徐志嘉" userId="4f4e22b3-2ff2-4e81-a7cc-1ce68c8c1bc8" providerId="ADAL" clId="{BBA5E6FA-3E75-4CC0-AD0D-E4A44E2BAA45}" dt="2022-08-23T13:40:02.177" v="141" actId="22"/>
          <ac:picMkLst>
            <pc:docMk/>
            <pc:sldMk cId="1440473847" sldId="345"/>
            <ac:picMk id="7" creationId="{5DE4FE69-AE9C-2D9A-928F-909D6670AD2B}"/>
          </ac:picMkLst>
        </pc:picChg>
      </pc:sldChg>
      <pc:sldChg chg="del">
        <pc:chgData name="徐志嘉" userId="4f4e22b3-2ff2-4e81-a7cc-1ce68c8c1bc8" providerId="ADAL" clId="{BBA5E6FA-3E75-4CC0-AD0D-E4A44E2BAA45}" dt="2022-08-23T13:25:25.595" v="87" actId="47"/>
        <pc:sldMkLst>
          <pc:docMk/>
          <pc:sldMk cId="1796097661" sldId="346"/>
        </pc:sldMkLst>
      </pc:sldChg>
      <pc:sldChg chg="addSp delSp modSp add del mod">
        <pc:chgData name="徐志嘉" userId="4f4e22b3-2ff2-4e81-a7cc-1ce68c8c1bc8" providerId="ADAL" clId="{BBA5E6FA-3E75-4CC0-AD0D-E4A44E2BAA45}" dt="2022-08-23T14:34:52.215" v="577" actId="47"/>
        <pc:sldMkLst>
          <pc:docMk/>
          <pc:sldMk cId="4043866186" sldId="346"/>
        </pc:sldMkLst>
        <pc:spChg chg="add del mod">
          <ac:chgData name="徐志嘉" userId="4f4e22b3-2ff2-4e81-a7cc-1ce68c8c1bc8" providerId="ADAL" clId="{BBA5E6FA-3E75-4CC0-AD0D-E4A44E2BAA45}" dt="2022-08-23T13:40:27.507" v="144" actId="22"/>
          <ac:spMkLst>
            <pc:docMk/>
            <pc:sldMk cId="4043866186" sldId="346"/>
            <ac:spMk id="4" creationId="{76C02E1C-0997-F695-ACCC-8CDC1CE6B8BF}"/>
          </ac:spMkLst>
        </pc:spChg>
        <pc:picChg chg="add mod ord">
          <ac:chgData name="徐志嘉" userId="4f4e22b3-2ff2-4e81-a7cc-1ce68c8c1bc8" providerId="ADAL" clId="{BBA5E6FA-3E75-4CC0-AD0D-E4A44E2BAA45}" dt="2022-08-23T13:40:27.507" v="144" actId="22"/>
          <ac:picMkLst>
            <pc:docMk/>
            <pc:sldMk cId="4043866186" sldId="346"/>
            <ac:picMk id="6" creationId="{F491563A-5E56-D7E3-934A-DA878914CF06}"/>
          </ac:picMkLst>
        </pc:picChg>
        <pc:picChg chg="del">
          <ac:chgData name="徐志嘉" userId="4f4e22b3-2ff2-4e81-a7cc-1ce68c8c1bc8" providerId="ADAL" clId="{BBA5E6FA-3E75-4CC0-AD0D-E4A44E2BAA45}" dt="2022-08-23T13:40:25.968" v="143" actId="478"/>
          <ac:picMkLst>
            <pc:docMk/>
            <pc:sldMk cId="4043866186" sldId="346"/>
            <ac:picMk id="7" creationId="{5DE4FE69-AE9C-2D9A-928F-909D6670AD2B}"/>
          </ac:picMkLst>
        </pc:picChg>
      </pc:sldChg>
      <pc:sldChg chg="add">
        <pc:chgData name="徐志嘉" userId="4f4e22b3-2ff2-4e81-a7cc-1ce68c8c1bc8" providerId="ADAL" clId="{BBA5E6FA-3E75-4CC0-AD0D-E4A44E2BAA45}" dt="2022-08-23T14:12:27.156" v="179"/>
        <pc:sldMkLst>
          <pc:docMk/>
          <pc:sldMk cId="112759927" sldId="347"/>
        </pc:sldMkLst>
      </pc:sldChg>
      <pc:sldChg chg="del">
        <pc:chgData name="徐志嘉" userId="4f4e22b3-2ff2-4e81-a7cc-1ce68c8c1bc8" providerId="ADAL" clId="{BBA5E6FA-3E75-4CC0-AD0D-E4A44E2BAA45}" dt="2022-08-23T13:25:25.595" v="87" actId="47"/>
        <pc:sldMkLst>
          <pc:docMk/>
          <pc:sldMk cId="1689157204" sldId="347"/>
        </pc:sldMkLst>
      </pc:sldChg>
      <pc:sldChg chg="del">
        <pc:chgData name="徐志嘉" userId="4f4e22b3-2ff2-4e81-a7cc-1ce68c8c1bc8" providerId="ADAL" clId="{BBA5E6FA-3E75-4CC0-AD0D-E4A44E2BAA45}" dt="2022-08-23T13:25:25.595" v="87" actId="47"/>
        <pc:sldMkLst>
          <pc:docMk/>
          <pc:sldMk cId="1125377704" sldId="348"/>
        </pc:sldMkLst>
      </pc:sldChg>
      <pc:sldChg chg="addSp delSp modSp add mod">
        <pc:chgData name="徐志嘉" userId="4f4e22b3-2ff2-4e81-a7cc-1ce68c8c1bc8" providerId="ADAL" clId="{BBA5E6FA-3E75-4CC0-AD0D-E4A44E2BAA45}" dt="2022-08-23T14:28:14.028" v="548" actId="1076"/>
        <pc:sldMkLst>
          <pc:docMk/>
          <pc:sldMk cId="1963894107" sldId="348"/>
        </pc:sldMkLst>
        <pc:spChg chg="mod">
          <ac:chgData name="徐志嘉" userId="4f4e22b3-2ff2-4e81-a7cc-1ce68c8c1bc8" providerId="ADAL" clId="{BBA5E6FA-3E75-4CC0-AD0D-E4A44E2BAA45}" dt="2022-08-23T14:27:20.867" v="534" actId="20577"/>
          <ac:spMkLst>
            <pc:docMk/>
            <pc:sldMk cId="1963894107" sldId="348"/>
            <ac:spMk id="2" creationId="{6AF4ACBD-DDA6-8904-652F-CF870AF8BD5C}"/>
          </ac:spMkLst>
        </pc:spChg>
        <pc:spChg chg="add del mod">
          <ac:chgData name="徐志嘉" userId="4f4e22b3-2ff2-4e81-a7cc-1ce68c8c1bc8" providerId="ADAL" clId="{BBA5E6FA-3E75-4CC0-AD0D-E4A44E2BAA45}" dt="2022-08-23T14:27:28.841" v="535" actId="22"/>
          <ac:spMkLst>
            <pc:docMk/>
            <pc:sldMk cId="1963894107" sldId="348"/>
            <ac:spMk id="4" creationId="{83E5B388-3ECF-9537-E206-9F5F74332E19}"/>
          </ac:spMkLst>
        </pc:spChg>
        <pc:spChg chg="add del mod">
          <ac:chgData name="徐志嘉" userId="4f4e22b3-2ff2-4e81-a7cc-1ce68c8c1bc8" providerId="ADAL" clId="{BBA5E6FA-3E75-4CC0-AD0D-E4A44E2BAA45}" dt="2022-08-23T14:27:36.431" v="537" actId="22"/>
          <ac:spMkLst>
            <pc:docMk/>
            <pc:sldMk cId="1963894107" sldId="348"/>
            <ac:spMk id="9" creationId="{826160B5-7E0E-5963-160E-DFA6A4D46756}"/>
          </ac:spMkLst>
        </pc:spChg>
        <pc:picChg chg="add del mod ord">
          <ac:chgData name="徐志嘉" userId="4f4e22b3-2ff2-4e81-a7cc-1ce68c8c1bc8" providerId="ADAL" clId="{BBA5E6FA-3E75-4CC0-AD0D-E4A44E2BAA45}" dt="2022-08-23T14:27:31.037" v="536" actId="478"/>
          <ac:picMkLst>
            <pc:docMk/>
            <pc:sldMk cId="1963894107" sldId="348"/>
            <ac:picMk id="6" creationId="{B581B8B6-B08B-19D0-8B23-669F2FD7C90E}"/>
          </ac:picMkLst>
        </pc:picChg>
        <pc:picChg chg="del">
          <ac:chgData name="徐志嘉" userId="4f4e22b3-2ff2-4e81-a7cc-1ce68c8c1bc8" providerId="ADAL" clId="{BBA5E6FA-3E75-4CC0-AD0D-E4A44E2BAA45}" dt="2022-08-23T14:25:48.961" v="467" actId="478"/>
          <ac:picMkLst>
            <pc:docMk/>
            <pc:sldMk cId="1963894107" sldId="348"/>
            <ac:picMk id="7" creationId="{2ACBC1F9-8FD5-C0C3-FE87-EE570F459B81}"/>
          </ac:picMkLst>
        </pc:picChg>
        <pc:picChg chg="add mod ord">
          <ac:chgData name="徐志嘉" userId="4f4e22b3-2ff2-4e81-a7cc-1ce68c8c1bc8" providerId="ADAL" clId="{BBA5E6FA-3E75-4CC0-AD0D-E4A44E2BAA45}" dt="2022-08-23T14:28:14.028" v="548" actId="1076"/>
          <ac:picMkLst>
            <pc:docMk/>
            <pc:sldMk cId="1963894107" sldId="348"/>
            <ac:picMk id="11" creationId="{B5E2E3B1-226E-54D1-21F9-1C03E46B58FA}"/>
          </ac:picMkLst>
        </pc:picChg>
        <pc:picChg chg="add mod">
          <ac:chgData name="徐志嘉" userId="4f4e22b3-2ff2-4e81-a7cc-1ce68c8c1bc8" providerId="ADAL" clId="{BBA5E6FA-3E75-4CC0-AD0D-E4A44E2BAA45}" dt="2022-08-23T14:28:14.028" v="548" actId="1076"/>
          <ac:picMkLst>
            <pc:docMk/>
            <pc:sldMk cId="1963894107" sldId="348"/>
            <ac:picMk id="13" creationId="{40C01BC1-61A5-A20B-0DA8-337D00F15194}"/>
          </ac:picMkLst>
        </pc:picChg>
        <pc:picChg chg="add mod">
          <ac:chgData name="徐志嘉" userId="4f4e22b3-2ff2-4e81-a7cc-1ce68c8c1bc8" providerId="ADAL" clId="{BBA5E6FA-3E75-4CC0-AD0D-E4A44E2BAA45}" dt="2022-08-23T14:28:14.028" v="548" actId="1076"/>
          <ac:picMkLst>
            <pc:docMk/>
            <pc:sldMk cId="1963894107" sldId="348"/>
            <ac:picMk id="15" creationId="{3B025A8E-52FB-82E2-009F-F410FB84E88C}"/>
          </ac:picMkLst>
        </pc:picChg>
        <pc:picChg chg="add mod">
          <ac:chgData name="徐志嘉" userId="4f4e22b3-2ff2-4e81-a7cc-1ce68c8c1bc8" providerId="ADAL" clId="{BBA5E6FA-3E75-4CC0-AD0D-E4A44E2BAA45}" dt="2022-08-23T14:28:14.028" v="548" actId="1076"/>
          <ac:picMkLst>
            <pc:docMk/>
            <pc:sldMk cId="1963894107" sldId="348"/>
            <ac:picMk id="17" creationId="{93A1BA92-2DE6-EDD3-1228-38501307A707}"/>
          </ac:picMkLst>
        </pc:picChg>
      </pc:sldChg>
      <pc:sldChg chg="addSp delSp modSp add del mod ord">
        <pc:chgData name="徐志嘉" userId="4f4e22b3-2ff2-4e81-a7cc-1ce68c8c1bc8" providerId="ADAL" clId="{BBA5E6FA-3E75-4CC0-AD0D-E4A44E2BAA45}" dt="2022-08-24T12:43:14.215" v="975" actId="47"/>
        <pc:sldMkLst>
          <pc:docMk/>
          <pc:sldMk cId="135696864" sldId="349"/>
        </pc:sldMkLst>
        <pc:spChg chg="mod">
          <ac:chgData name="徐志嘉" userId="4f4e22b3-2ff2-4e81-a7cc-1ce68c8c1bc8" providerId="ADAL" clId="{BBA5E6FA-3E75-4CC0-AD0D-E4A44E2BAA45}" dt="2022-08-24T12:35:58.596" v="768" actId="20577"/>
          <ac:spMkLst>
            <pc:docMk/>
            <pc:sldMk cId="135696864" sldId="349"/>
            <ac:spMk id="2" creationId="{6AF4ACBD-DDA6-8904-652F-CF870AF8BD5C}"/>
          </ac:spMkLst>
        </pc:spChg>
        <pc:spChg chg="add del mod">
          <ac:chgData name="徐志嘉" userId="4f4e22b3-2ff2-4e81-a7cc-1ce68c8c1bc8" providerId="ADAL" clId="{BBA5E6FA-3E75-4CC0-AD0D-E4A44E2BAA45}" dt="2022-08-23T14:30:59.452" v="554" actId="22"/>
          <ac:spMkLst>
            <pc:docMk/>
            <pc:sldMk cId="135696864" sldId="349"/>
            <ac:spMk id="4" creationId="{BCA54819-27FD-DF9E-4599-E4FC02D840DA}"/>
          </ac:spMkLst>
        </pc:spChg>
        <pc:picChg chg="add mod ord">
          <ac:chgData name="徐志嘉" userId="4f4e22b3-2ff2-4e81-a7cc-1ce68c8c1bc8" providerId="ADAL" clId="{BBA5E6FA-3E75-4CC0-AD0D-E4A44E2BAA45}" dt="2022-08-24T12:32:34.403" v="749" actId="1076"/>
          <ac:picMkLst>
            <pc:docMk/>
            <pc:sldMk cId="135696864" sldId="349"/>
            <ac:picMk id="6" creationId="{12F6DC4D-17FA-204B-8F15-427E6EF5AEC3}"/>
          </ac:picMkLst>
        </pc:picChg>
        <pc:picChg chg="del">
          <ac:chgData name="徐志嘉" userId="4f4e22b3-2ff2-4e81-a7cc-1ce68c8c1bc8" providerId="ADAL" clId="{BBA5E6FA-3E75-4CC0-AD0D-E4A44E2BAA45}" dt="2022-08-23T14:30:58.151" v="553" actId="478"/>
          <ac:picMkLst>
            <pc:docMk/>
            <pc:sldMk cId="135696864" sldId="349"/>
            <ac:picMk id="7" creationId="{2ACBC1F9-8FD5-C0C3-FE87-EE570F459B81}"/>
          </ac:picMkLst>
        </pc:picChg>
        <pc:picChg chg="add mod modCrop">
          <ac:chgData name="徐志嘉" userId="4f4e22b3-2ff2-4e81-a7cc-1ce68c8c1bc8" providerId="ADAL" clId="{BBA5E6FA-3E75-4CC0-AD0D-E4A44E2BAA45}" dt="2022-08-24T12:32:28.823" v="748" actId="1076"/>
          <ac:picMkLst>
            <pc:docMk/>
            <pc:sldMk cId="135696864" sldId="349"/>
            <ac:picMk id="8" creationId="{F5880B9E-4CD9-7321-6243-3F372490BCF0}"/>
          </ac:picMkLst>
        </pc:picChg>
      </pc:sldChg>
      <pc:sldChg chg="del">
        <pc:chgData name="徐志嘉" userId="4f4e22b3-2ff2-4e81-a7cc-1ce68c8c1bc8" providerId="ADAL" clId="{BBA5E6FA-3E75-4CC0-AD0D-E4A44E2BAA45}" dt="2022-08-23T13:25:25.595" v="87" actId="47"/>
        <pc:sldMkLst>
          <pc:docMk/>
          <pc:sldMk cId="4188060179" sldId="349"/>
        </pc:sldMkLst>
      </pc:sldChg>
      <pc:sldChg chg="modSp new mod">
        <pc:chgData name="徐志嘉" userId="4f4e22b3-2ff2-4e81-a7cc-1ce68c8c1bc8" providerId="ADAL" clId="{BBA5E6FA-3E75-4CC0-AD0D-E4A44E2BAA45}" dt="2022-08-23T14:34:11.711" v="576" actId="2710"/>
        <pc:sldMkLst>
          <pc:docMk/>
          <pc:sldMk cId="906483944" sldId="350"/>
        </pc:sldMkLst>
        <pc:spChg chg="mod">
          <ac:chgData name="徐志嘉" userId="4f4e22b3-2ff2-4e81-a7cc-1ce68c8c1bc8" providerId="ADAL" clId="{BBA5E6FA-3E75-4CC0-AD0D-E4A44E2BAA45}" dt="2022-08-23T14:33:27.363" v="565" actId="20577"/>
          <ac:spMkLst>
            <pc:docMk/>
            <pc:sldMk cId="906483944" sldId="350"/>
            <ac:spMk id="2" creationId="{82BE4680-CCC0-0EF7-6C9A-82169E716398}"/>
          </ac:spMkLst>
        </pc:spChg>
        <pc:spChg chg="mod">
          <ac:chgData name="徐志嘉" userId="4f4e22b3-2ff2-4e81-a7cc-1ce68c8c1bc8" providerId="ADAL" clId="{BBA5E6FA-3E75-4CC0-AD0D-E4A44E2BAA45}" dt="2022-08-23T14:34:11.711" v="576" actId="2710"/>
          <ac:spMkLst>
            <pc:docMk/>
            <pc:sldMk cId="906483944" sldId="350"/>
            <ac:spMk id="3" creationId="{43C57054-1A9C-58B2-18E2-98C35A14C505}"/>
          </ac:spMkLst>
        </pc:spChg>
      </pc:sldChg>
      <pc:sldChg chg="del">
        <pc:chgData name="徐志嘉" userId="4f4e22b3-2ff2-4e81-a7cc-1ce68c8c1bc8" providerId="ADAL" clId="{BBA5E6FA-3E75-4CC0-AD0D-E4A44E2BAA45}" dt="2022-08-23T13:25:25.595" v="87" actId="47"/>
        <pc:sldMkLst>
          <pc:docMk/>
          <pc:sldMk cId="1055827834" sldId="350"/>
        </pc:sldMkLst>
      </pc:sldChg>
      <pc:sldChg chg="addSp delSp modSp add mod modNotesTx">
        <pc:chgData name="徐志嘉" userId="4f4e22b3-2ff2-4e81-a7cc-1ce68c8c1bc8" providerId="ADAL" clId="{BBA5E6FA-3E75-4CC0-AD0D-E4A44E2BAA45}" dt="2022-08-23T14:57:38.746" v="723" actId="20577"/>
        <pc:sldMkLst>
          <pc:docMk/>
          <pc:sldMk cId="3760913976" sldId="351"/>
        </pc:sldMkLst>
        <pc:spChg chg="mod">
          <ac:chgData name="徐志嘉" userId="4f4e22b3-2ff2-4e81-a7cc-1ce68c8c1bc8" providerId="ADAL" clId="{BBA5E6FA-3E75-4CC0-AD0D-E4A44E2BAA45}" dt="2022-08-23T14:38:03.795" v="629" actId="20577"/>
          <ac:spMkLst>
            <pc:docMk/>
            <pc:sldMk cId="3760913976" sldId="351"/>
            <ac:spMk id="2" creationId="{6AF4ACBD-DDA6-8904-652F-CF870AF8BD5C}"/>
          </ac:spMkLst>
        </pc:spChg>
        <pc:spChg chg="add del mod">
          <ac:chgData name="徐志嘉" userId="4f4e22b3-2ff2-4e81-a7cc-1ce68c8c1bc8" providerId="ADAL" clId="{BBA5E6FA-3E75-4CC0-AD0D-E4A44E2BAA45}" dt="2022-08-23T14:35:33.132" v="580" actId="22"/>
          <ac:spMkLst>
            <pc:docMk/>
            <pc:sldMk cId="3760913976" sldId="351"/>
            <ac:spMk id="4" creationId="{1E9139F1-1307-5FF0-7D7F-60E5D4008EC6}"/>
          </ac:spMkLst>
        </pc:spChg>
        <pc:spChg chg="add del mod">
          <ac:chgData name="徐志嘉" userId="4f4e22b3-2ff2-4e81-a7cc-1ce68c8c1bc8" providerId="ADAL" clId="{BBA5E6FA-3E75-4CC0-AD0D-E4A44E2BAA45}" dt="2022-08-23T14:41:13.722" v="640" actId="478"/>
          <ac:spMkLst>
            <pc:docMk/>
            <pc:sldMk cId="3760913976" sldId="351"/>
            <ac:spMk id="10" creationId="{56ADF394-F5BC-E6D2-FFA8-AB037EDC2FD8}"/>
          </ac:spMkLst>
        </pc:spChg>
        <pc:picChg chg="del">
          <ac:chgData name="徐志嘉" userId="4f4e22b3-2ff2-4e81-a7cc-1ce68c8c1bc8" providerId="ADAL" clId="{BBA5E6FA-3E75-4CC0-AD0D-E4A44E2BAA45}" dt="2022-08-23T14:35:32.232" v="579" actId="478"/>
          <ac:picMkLst>
            <pc:docMk/>
            <pc:sldMk cId="3760913976" sldId="351"/>
            <ac:picMk id="6" creationId="{1C4A7179-3F60-2980-B04E-2842DCA9AE52}"/>
          </ac:picMkLst>
        </pc:picChg>
        <pc:picChg chg="add mod ord">
          <ac:chgData name="徐志嘉" userId="4f4e22b3-2ff2-4e81-a7cc-1ce68c8c1bc8" providerId="ADAL" clId="{BBA5E6FA-3E75-4CC0-AD0D-E4A44E2BAA45}" dt="2022-08-23T14:41:20.392" v="641" actId="1076"/>
          <ac:picMkLst>
            <pc:docMk/>
            <pc:sldMk cId="3760913976" sldId="351"/>
            <ac:picMk id="7" creationId="{687EEB47-BCE1-F865-0386-E74F95D072E4}"/>
          </ac:picMkLst>
        </pc:picChg>
        <pc:picChg chg="add mod">
          <ac:chgData name="徐志嘉" userId="4f4e22b3-2ff2-4e81-a7cc-1ce68c8c1bc8" providerId="ADAL" clId="{BBA5E6FA-3E75-4CC0-AD0D-E4A44E2BAA45}" dt="2022-08-23T14:40:31.083" v="634" actId="1076"/>
          <ac:picMkLst>
            <pc:docMk/>
            <pc:sldMk cId="3760913976" sldId="351"/>
            <ac:picMk id="9" creationId="{7666976B-0214-1696-C11D-0B67E2BC25E9}"/>
          </ac:picMkLst>
        </pc:picChg>
      </pc:sldChg>
      <pc:sldChg chg="addSp delSp modSp add mod ord modNotesTx">
        <pc:chgData name="徐志嘉" userId="4f4e22b3-2ff2-4e81-a7cc-1ce68c8c1bc8" providerId="ADAL" clId="{BBA5E6FA-3E75-4CC0-AD0D-E4A44E2BAA45}" dt="2022-08-24T12:57:25.948" v="1305"/>
        <pc:sldMkLst>
          <pc:docMk/>
          <pc:sldMk cId="697477125" sldId="352"/>
        </pc:sldMkLst>
        <pc:spChg chg="mod">
          <ac:chgData name="徐志嘉" userId="4f4e22b3-2ff2-4e81-a7cc-1ce68c8c1bc8" providerId="ADAL" clId="{BBA5E6FA-3E75-4CC0-AD0D-E4A44E2BAA45}" dt="2022-08-23T14:51:27.745" v="710" actId="20577"/>
          <ac:spMkLst>
            <pc:docMk/>
            <pc:sldMk cId="697477125" sldId="352"/>
            <ac:spMk id="2" creationId="{6AF4ACBD-DDA6-8904-652F-CF870AF8BD5C}"/>
          </ac:spMkLst>
        </pc:spChg>
        <pc:spChg chg="add mod">
          <ac:chgData name="徐志嘉" userId="4f4e22b3-2ff2-4e81-a7cc-1ce68c8c1bc8" providerId="ADAL" clId="{BBA5E6FA-3E75-4CC0-AD0D-E4A44E2BAA45}" dt="2022-08-23T14:58:13.879" v="731" actId="20577"/>
          <ac:spMkLst>
            <pc:docMk/>
            <pc:sldMk cId="697477125" sldId="352"/>
            <ac:spMk id="4" creationId="{A1DC8244-1E77-E3C6-3AB8-5F52B9D76F52}"/>
          </ac:spMkLst>
        </pc:spChg>
        <pc:picChg chg="del">
          <ac:chgData name="徐志嘉" userId="4f4e22b3-2ff2-4e81-a7cc-1ce68c8c1bc8" providerId="ADAL" clId="{BBA5E6FA-3E75-4CC0-AD0D-E4A44E2BAA45}" dt="2022-08-23T14:49:24.642" v="665" actId="478"/>
          <ac:picMkLst>
            <pc:docMk/>
            <pc:sldMk cId="697477125" sldId="352"/>
            <ac:picMk id="6" creationId="{F46C4AEF-6C5A-DD73-AA3B-CE208DB99F88}"/>
          </ac:picMkLst>
        </pc:picChg>
        <pc:picChg chg="add mod">
          <ac:chgData name="徐志嘉" userId="4f4e22b3-2ff2-4e81-a7cc-1ce68c8c1bc8" providerId="ADAL" clId="{BBA5E6FA-3E75-4CC0-AD0D-E4A44E2BAA45}" dt="2022-08-23T14:58:30.141" v="733" actId="1076"/>
          <ac:picMkLst>
            <pc:docMk/>
            <pc:sldMk cId="697477125" sldId="352"/>
            <ac:picMk id="7" creationId="{D4FA65B0-D678-5D87-91A4-776C1656BD1D}"/>
          </ac:picMkLst>
        </pc:picChg>
      </pc:sldChg>
      <pc:sldChg chg="addSp delSp modSp add mod modNotesTx">
        <pc:chgData name="徐志嘉" userId="4f4e22b3-2ff2-4e81-a7cc-1ce68c8c1bc8" providerId="ADAL" clId="{BBA5E6FA-3E75-4CC0-AD0D-E4A44E2BAA45}" dt="2022-08-24T12:42:14.089" v="927" actId="20577"/>
        <pc:sldMkLst>
          <pc:docMk/>
          <pc:sldMk cId="384938595" sldId="353"/>
        </pc:sldMkLst>
        <pc:spChg chg="add mod">
          <ac:chgData name="徐志嘉" userId="4f4e22b3-2ff2-4e81-a7cc-1ce68c8c1bc8" providerId="ADAL" clId="{BBA5E6FA-3E75-4CC0-AD0D-E4A44E2BAA45}" dt="2022-08-24T12:37:32.248" v="885" actId="1076"/>
          <ac:spMkLst>
            <pc:docMk/>
            <pc:sldMk cId="384938595" sldId="353"/>
            <ac:spMk id="4" creationId="{13F90BFC-6685-38EC-4B87-41C5642BFF99}"/>
          </ac:spMkLst>
        </pc:spChg>
        <pc:picChg chg="del">
          <ac:chgData name="徐志嘉" userId="4f4e22b3-2ff2-4e81-a7cc-1ce68c8c1bc8" providerId="ADAL" clId="{BBA5E6FA-3E75-4CC0-AD0D-E4A44E2BAA45}" dt="2022-08-24T12:36:21.478" v="770" actId="478"/>
          <ac:picMkLst>
            <pc:docMk/>
            <pc:sldMk cId="384938595" sldId="353"/>
            <ac:picMk id="6" creationId="{12F6DC4D-17FA-204B-8F15-427E6EF5AEC3}"/>
          </ac:picMkLst>
        </pc:picChg>
        <pc:picChg chg="add mod">
          <ac:chgData name="徐志嘉" userId="4f4e22b3-2ff2-4e81-a7cc-1ce68c8c1bc8" providerId="ADAL" clId="{BBA5E6FA-3E75-4CC0-AD0D-E4A44E2BAA45}" dt="2022-08-24T12:41:46.523" v="924" actId="1076"/>
          <ac:picMkLst>
            <pc:docMk/>
            <pc:sldMk cId="384938595" sldId="353"/>
            <ac:picMk id="7" creationId="{87BE3D9A-9E93-A359-63E0-C36779DF699E}"/>
          </ac:picMkLst>
        </pc:picChg>
        <pc:picChg chg="mod">
          <ac:chgData name="徐志嘉" userId="4f4e22b3-2ff2-4e81-a7cc-1ce68c8c1bc8" providerId="ADAL" clId="{BBA5E6FA-3E75-4CC0-AD0D-E4A44E2BAA45}" dt="2022-08-24T12:37:37.163" v="886" actId="1076"/>
          <ac:picMkLst>
            <pc:docMk/>
            <pc:sldMk cId="384938595" sldId="353"/>
            <ac:picMk id="8" creationId="{F5880B9E-4CD9-7321-6243-3F372490BCF0}"/>
          </ac:picMkLst>
        </pc:picChg>
      </pc:sldChg>
      <pc:sldChg chg="addSp delSp modSp add mod modNotesTx">
        <pc:chgData name="徐志嘉" userId="4f4e22b3-2ff2-4e81-a7cc-1ce68c8c1bc8" providerId="ADAL" clId="{BBA5E6FA-3E75-4CC0-AD0D-E4A44E2BAA45}" dt="2022-08-24T12:52:20.130" v="1226" actId="20577"/>
        <pc:sldMkLst>
          <pc:docMk/>
          <pc:sldMk cId="3922084562" sldId="354"/>
        </pc:sldMkLst>
        <pc:spChg chg="mod">
          <ac:chgData name="徐志嘉" userId="4f4e22b3-2ff2-4e81-a7cc-1ce68c8c1bc8" providerId="ADAL" clId="{BBA5E6FA-3E75-4CC0-AD0D-E4A44E2BAA45}" dt="2022-08-24T12:37:57.650" v="920" actId="20577"/>
          <ac:spMkLst>
            <pc:docMk/>
            <pc:sldMk cId="3922084562" sldId="354"/>
            <ac:spMk id="4" creationId="{13F90BFC-6685-38EC-4B87-41C5642BFF99}"/>
          </ac:spMkLst>
        </pc:spChg>
        <pc:spChg chg="add mod">
          <ac:chgData name="徐志嘉" userId="4f4e22b3-2ff2-4e81-a7cc-1ce68c8c1bc8" providerId="ADAL" clId="{BBA5E6FA-3E75-4CC0-AD0D-E4A44E2BAA45}" dt="2022-08-24T12:52:20.130" v="1226" actId="20577"/>
          <ac:spMkLst>
            <pc:docMk/>
            <pc:sldMk cId="3922084562" sldId="354"/>
            <ac:spMk id="7" creationId="{376FD77B-CC60-2108-BEB8-7911872FD97F}"/>
          </ac:spMkLst>
        </pc:spChg>
        <pc:picChg chg="add mod">
          <ac:chgData name="徐志嘉" userId="4f4e22b3-2ff2-4e81-a7cc-1ce68c8c1bc8" providerId="ADAL" clId="{BBA5E6FA-3E75-4CC0-AD0D-E4A44E2BAA45}" dt="2022-08-24T12:42:47.553" v="930" actId="1076"/>
          <ac:picMkLst>
            <pc:docMk/>
            <pc:sldMk cId="3922084562" sldId="354"/>
            <ac:picMk id="5" creationId="{490AC66B-F1C9-31D0-D0FC-43AEEF5788E3}"/>
          </ac:picMkLst>
        </pc:picChg>
        <pc:picChg chg="del">
          <ac:chgData name="徐志嘉" userId="4f4e22b3-2ff2-4e81-a7cc-1ce68c8c1bc8" providerId="ADAL" clId="{BBA5E6FA-3E75-4CC0-AD0D-E4A44E2BAA45}" dt="2022-08-24T12:37:43.272" v="888" actId="478"/>
          <ac:picMkLst>
            <pc:docMk/>
            <pc:sldMk cId="3922084562" sldId="354"/>
            <ac:picMk id="8" creationId="{F5880B9E-4CD9-7321-6243-3F372490BCF0}"/>
          </ac:picMkLst>
        </pc:picChg>
        <pc:cxnChg chg="add del mod">
          <ac:chgData name="徐志嘉" userId="4f4e22b3-2ff2-4e81-a7cc-1ce68c8c1bc8" providerId="ADAL" clId="{BBA5E6FA-3E75-4CC0-AD0D-E4A44E2BAA45}" dt="2022-08-24T12:49:10.911" v="1085"/>
          <ac:cxnSpMkLst>
            <pc:docMk/>
            <pc:sldMk cId="3922084562" sldId="354"/>
            <ac:cxnSpMk id="6" creationId="{40F64BB2-C951-7A6C-1D62-932EC9F569B3}"/>
          </ac:cxnSpMkLst>
        </pc:cxnChg>
      </pc:sldChg>
      <pc:sldChg chg="addSp delSp modSp add mod modNotesTx">
        <pc:chgData name="徐志嘉" userId="4f4e22b3-2ff2-4e81-a7cc-1ce68c8c1bc8" providerId="ADAL" clId="{BBA5E6FA-3E75-4CC0-AD0D-E4A44E2BAA45}" dt="2022-08-24T12:56:45.374" v="1303" actId="1076"/>
        <pc:sldMkLst>
          <pc:docMk/>
          <pc:sldMk cId="1946392565" sldId="355"/>
        </pc:sldMkLst>
        <pc:spChg chg="mod">
          <ac:chgData name="徐志嘉" userId="4f4e22b3-2ff2-4e81-a7cc-1ce68c8c1bc8" providerId="ADAL" clId="{BBA5E6FA-3E75-4CC0-AD0D-E4A44E2BAA45}" dt="2022-08-24T12:43:10.763" v="974" actId="20577"/>
          <ac:spMkLst>
            <pc:docMk/>
            <pc:sldMk cId="1946392565" sldId="355"/>
            <ac:spMk id="4" creationId="{13F90BFC-6685-38EC-4B87-41C5642BFF99}"/>
          </ac:spMkLst>
        </pc:spChg>
        <pc:spChg chg="add mod">
          <ac:chgData name="徐志嘉" userId="4f4e22b3-2ff2-4e81-a7cc-1ce68c8c1bc8" providerId="ADAL" clId="{BBA5E6FA-3E75-4CC0-AD0D-E4A44E2BAA45}" dt="2022-08-24T12:47:17.506" v="1069" actId="1076"/>
          <ac:spMkLst>
            <pc:docMk/>
            <pc:sldMk cId="1946392565" sldId="355"/>
            <ac:spMk id="15" creationId="{2CDFF070-48FD-6B8A-A870-B750634A41A8}"/>
          </ac:spMkLst>
        </pc:spChg>
        <pc:spChg chg="add mod">
          <ac:chgData name="徐志嘉" userId="4f4e22b3-2ff2-4e81-a7cc-1ce68c8c1bc8" providerId="ADAL" clId="{BBA5E6FA-3E75-4CC0-AD0D-E4A44E2BAA45}" dt="2022-08-24T12:47:36.381" v="1076" actId="1076"/>
          <ac:spMkLst>
            <pc:docMk/>
            <pc:sldMk cId="1946392565" sldId="355"/>
            <ac:spMk id="16" creationId="{97C63AB0-9F63-6D1C-5139-30954A621453}"/>
          </ac:spMkLst>
        </pc:spChg>
        <pc:spChg chg="add mod">
          <ac:chgData name="徐志嘉" userId="4f4e22b3-2ff2-4e81-a7cc-1ce68c8c1bc8" providerId="ADAL" clId="{BBA5E6FA-3E75-4CC0-AD0D-E4A44E2BAA45}" dt="2022-08-24T12:47:42.091" v="1083" actId="20577"/>
          <ac:spMkLst>
            <pc:docMk/>
            <pc:sldMk cId="1946392565" sldId="355"/>
            <ac:spMk id="17" creationId="{30A04AEF-BF64-CF6E-0574-6C59490DCDC2}"/>
          </ac:spMkLst>
        </pc:spChg>
        <pc:spChg chg="add mod">
          <ac:chgData name="徐志嘉" userId="4f4e22b3-2ff2-4e81-a7cc-1ce68c8c1bc8" providerId="ADAL" clId="{BBA5E6FA-3E75-4CC0-AD0D-E4A44E2BAA45}" dt="2022-08-24T12:54:11.787" v="1262" actId="20577"/>
          <ac:spMkLst>
            <pc:docMk/>
            <pc:sldMk cId="1946392565" sldId="355"/>
            <ac:spMk id="18" creationId="{F1895953-2659-85E7-B037-3FA3557158A9}"/>
          </ac:spMkLst>
        </pc:spChg>
        <pc:spChg chg="add mod">
          <ac:chgData name="徐志嘉" userId="4f4e22b3-2ff2-4e81-a7cc-1ce68c8c1bc8" providerId="ADAL" clId="{BBA5E6FA-3E75-4CC0-AD0D-E4A44E2BAA45}" dt="2022-08-24T12:56:45.374" v="1303" actId="1076"/>
          <ac:spMkLst>
            <pc:docMk/>
            <pc:sldMk cId="1946392565" sldId="355"/>
            <ac:spMk id="23" creationId="{6DDCCE91-1910-EC93-6274-50CC9F9ACC33}"/>
          </ac:spMkLst>
        </pc:spChg>
        <pc:graphicFrameChg chg="add mod modGraphic">
          <ac:chgData name="徐志嘉" userId="4f4e22b3-2ff2-4e81-a7cc-1ce68c8c1bc8" providerId="ADAL" clId="{BBA5E6FA-3E75-4CC0-AD0D-E4A44E2BAA45}" dt="2022-08-24T12:55:44.424" v="1277" actId="207"/>
          <ac:graphicFrameMkLst>
            <pc:docMk/>
            <pc:sldMk cId="1946392565" sldId="355"/>
            <ac:graphicFrameMk id="19" creationId="{5D7DAC2A-39E8-3E7B-E9A1-054AEF66DF0D}"/>
          </ac:graphicFrameMkLst>
        </pc:graphicFrameChg>
        <pc:picChg chg="add mod">
          <ac:chgData name="徐志嘉" userId="4f4e22b3-2ff2-4e81-a7cc-1ce68c8c1bc8" providerId="ADAL" clId="{BBA5E6FA-3E75-4CC0-AD0D-E4A44E2BAA45}" dt="2022-08-24T12:43:47.666" v="978" actId="1076"/>
          <ac:picMkLst>
            <pc:docMk/>
            <pc:sldMk cId="1946392565" sldId="355"/>
            <ac:picMk id="3" creationId="{31FD2302-314B-0BB4-E0B0-7857654DCF73}"/>
          </ac:picMkLst>
        </pc:picChg>
        <pc:picChg chg="del">
          <ac:chgData name="徐志嘉" userId="4f4e22b3-2ff2-4e81-a7cc-1ce68c8c1bc8" providerId="ADAL" clId="{BBA5E6FA-3E75-4CC0-AD0D-E4A44E2BAA45}" dt="2022-08-24T12:42:51.867" v="932" actId="478"/>
          <ac:picMkLst>
            <pc:docMk/>
            <pc:sldMk cId="1946392565" sldId="355"/>
            <ac:picMk id="5" creationId="{490AC66B-F1C9-31D0-D0FC-43AEEF5788E3}"/>
          </ac:picMkLst>
        </pc:picChg>
        <pc:picChg chg="add mod">
          <ac:chgData name="徐志嘉" userId="4f4e22b3-2ff2-4e81-a7cc-1ce68c8c1bc8" providerId="ADAL" clId="{BBA5E6FA-3E75-4CC0-AD0D-E4A44E2BAA45}" dt="2022-08-24T12:44:09.623" v="981" actId="1076"/>
          <ac:picMkLst>
            <pc:docMk/>
            <pc:sldMk cId="1946392565" sldId="355"/>
            <ac:picMk id="7" creationId="{6D513D0C-CDE7-D651-D214-1896A168A2F7}"/>
          </ac:picMkLst>
        </pc:picChg>
        <pc:cxnChg chg="add mod">
          <ac:chgData name="徐志嘉" userId="4f4e22b3-2ff2-4e81-a7cc-1ce68c8c1bc8" providerId="ADAL" clId="{BBA5E6FA-3E75-4CC0-AD0D-E4A44E2BAA45}" dt="2022-08-24T12:46:34.670" v="1052" actId="1582"/>
          <ac:cxnSpMkLst>
            <pc:docMk/>
            <pc:sldMk cId="1946392565" sldId="355"/>
            <ac:cxnSpMk id="9" creationId="{74DD8D01-5165-B691-3955-9676ED70D0F2}"/>
          </ac:cxnSpMkLst>
        </pc:cxnChg>
        <pc:cxnChg chg="add mod">
          <ac:chgData name="徐志嘉" userId="4f4e22b3-2ff2-4e81-a7cc-1ce68c8c1bc8" providerId="ADAL" clId="{BBA5E6FA-3E75-4CC0-AD0D-E4A44E2BAA45}" dt="2022-08-24T12:46:56.324" v="1058" actId="14100"/>
          <ac:cxnSpMkLst>
            <pc:docMk/>
            <pc:sldMk cId="1946392565" sldId="355"/>
            <ac:cxnSpMk id="10" creationId="{85008827-9DBF-4EC9-296C-D8BC081572AE}"/>
          </ac:cxnSpMkLst>
        </pc:cxnChg>
        <pc:cxnChg chg="add mod">
          <ac:chgData name="徐志嘉" userId="4f4e22b3-2ff2-4e81-a7cc-1ce68c8c1bc8" providerId="ADAL" clId="{BBA5E6FA-3E75-4CC0-AD0D-E4A44E2BAA45}" dt="2022-08-24T12:47:04.011" v="1060" actId="14100"/>
          <ac:cxnSpMkLst>
            <pc:docMk/>
            <pc:sldMk cId="1946392565" sldId="355"/>
            <ac:cxnSpMk id="12" creationId="{1B6DA8DE-5FD8-D06E-9F5A-D18E0D24BE74}"/>
          </ac:cxnSpMkLst>
        </pc:cxnChg>
        <pc:cxnChg chg="add mod">
          <ac:chgData name="徐志嘉" userId="4f4e22b3-2ff2-4e81-a7cc-1ce68c8c1bc8" providerId="ADAL" clId="{BBA5E6FA-3E75-4CC0-AD0D-E4A44E2BAA45}" dt="2022-08-24T12:56:22.443" v="1293" actId="1038"/>
          <ac:cxnSpMkLst>
            <pc:docMk/>
            <pc:sldMk cId="1946392565" sldId="355"/>
            <ac:cxnSpMk id="20" creationId="{229C0878-C0AC-713C-EA7A-FBB06978E859}"/>
          </ac:cxnSpMkLst>
        </pc:cxnChg>
      </pc:sldChg>
    </pc:docChg>
  </pc:docChgLst>
  <pc:docChgLst>
    <pc:chgData name="徐志嘉" userId="4f4e22b3-2ff2-4e81-a7cc-1ce68c8c1bc8" providerId="ADAL" clId="{DE4BB3B3-A89C-434C-A0B5-5E761349D74C}"/>
    <pc:docChg chg="modSld">
      <pc:chgData name="徐志嘉" userId="4f4e22b3-2ff2-4e81-a7cc-1ce68c8c1bc8" providerId="ADAL" clId="{DE4BB3B3-A89C-434C-A0B5-5E761349D74C}" dt="2022-07-20T12:59:32.465" v="5" actId="729"/>
      <pc:docMkLst>
        <pc:docMk/>
      </pc:docMkLst>
      <pc:sldChg chg="modSp mod">
        <pc:chgData name="徐志嘉" userId="4f4e22b3-2ff2-4e81-a7cc-1ce68c8c1bc8" providerId="ADAL" clId="{DE4BB3B3-A89C-434C-A0B5-5E761349D74C}" dt="2022-07-20T12:56:05.412" v="3" actId="20577"/>
        <pc:sldMkLst>
          <pc:docMk/>
          <pc:sldMk cId="2698383243" sldId="331"/>
        </pc:sldMkLst>
        <pc:spChg chg="mod">
          <ac:chgData name="徐志嘉" userId="4f4e22b3-2ff2-4e81-a7cc-1ce68c8c1bc8" providerId="ADAL" clId="{DE4BB3B3-A89C-434C-A0B5-5E761349D74C}" dt="2022-07-20T12:56:05.412" v="3" actId="20577"/>
          <ac:spMkLst>
            <pc:docMk/>
            <pc:sldMk cId="2698383243" sldId="331"/>
            <ac:spMk id="5" creationId="{00000000-0000-0000-0000-000000000000}"/>
          </ac:spMkLst>
        </pc:spChg>
      </pc:sldChg>
      <pc:sldChg chg="mod modShow">
        <pc:chgData name="徐志嘉" userId="4f4e22b3-2ff2-4e81-a7cc-1ce68c8c1bc8" providerId="ADAL" clId="{DE4BB3B3-A89C-434C-A0B5-5E761349D74C}" dt="2022-07-20T12:59:32.465" v="5" actId="729"/>
        <pc:sldMkLst>
          <pc:docMk/>
          <pc:sldMk cId="1088468846" sldId="338"/>
        </pc:sldMkLst>
      </pc:sldChg>
      <pc:sldChg chg="mod modShow">
        <pc:chgData name="徐志嘉" userId="4f4e22b3-2ff2-4e81-a7cc-1ce68c8c1bc8" providerId="ADAL" clId="{DE4BB3B3-A89C-434C-A0B5-5E761349D74C}" dt="2022-07-20T12:59:32.465" v="5" actId="729"/>
        <pc:sldMkLst>
          <pc:docMk/>
          <pc:sldMk cId="1717986887" sldId="339"/>
        </pc:sldMkLst>
      </pc:sldChg>
      <pc:sldChg chg="mod modShow">
        <pc:chgData name="徐志嘉" userId="4f4e22b3-2ff2-4e81-a7cc-1ce68c8c1bc8" providerId="ADAL" clId="{DE4BB3B3-A89C-434C-A0B5-5E761349D74C}" dt="2022-07-20T12:59:32.465" v="5" actId="729"/>
        <pc:sldMkLst>
          <pc:docMk/>
          <pc:sldMk cId="1796097661" sldId="346"/>
        </pc:sldMkLst>
      </pc:sldChg>
      <pc:sldChg chg="mod modShow">
        <pc:chgData name="徐志嘉" userId="4f4e22b3-2ff2-4e81-a7cc-1ce68c8c1bc8" providerId="ADAL" clId="{DE4BB3B3-A89C-434C-A0B5-5E761349D74C}" dt="2022-07-20T12:59:32.465" v="5" actId="729"/>
        <pc:sldMkLst>
          <pc:docMk/>
          <pc:sldMk cId="1689157204" sldId="34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5CB37-7836-4836-AF2A-A8CD648A3996}" type="datetimeFigureOut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91393B-4809-4716-9DD1-58F8F14908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6002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91393B-4809-4716-9DD1-58F8F1490811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0210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BB8CC9-73AC-4245-89E9-47C960FE6E21}" type="datetime1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BDC492-1B7E-4B40-8B1C-0ABB8E0C2F57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1176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BB8CC9-73AC-4245-89E9-47C960FE6E21}" type="datetime1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BDC492-1B7E-4B40-8B1C-0ABB8E0C2F57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8728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BB8CC9-73AC-4245-89E9-47C960FE6E21}" type="datetime1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BDC492-1B7E-4B40-8B1C-0ABB8E0C2F57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331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BB8CC9-73AC-4245-89E9-47C960FE6E21}" type="datetime1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BDC492-1B7E-4B40-8B1C-0ABB8E0C2F57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94768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BB8CC9-73AC-4245-89E9-47C960FE6E21}" type="datetime1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BDC492-1B7E-4B40-8B1C-0ABB8E0C2F57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0879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19896-B292-B846-276E-8AAEB43D4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C9AA17CF-5CEB-ECCB-CE8C-5334961AC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FDC42CD-ECEF-222A-301C-C18D04DD3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00EF5FB-58DD-3E83-FEBB-53FFC3FD4E6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BB8CC9-73AC-4245-89E9-47C960FE6E21}" type="datetime1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827C797-1F81-7C29-FD95-AE24FE2E55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BDC492-1B7E-4B40-8B1C-0ABB8E0C2F57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20895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69402-219B-E374-C04D-B7ECCD406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F28B347E-BAF1-3705-13A8-8F82C59D67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F3D5360-1F02-CA80-4E9C-569DE67AF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1D3B8DA-F155-2624-44C3-9F3B6E54160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BB8CC9-73AC-4245-89E9-47C960FE6E21}" type="datetime1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1670E6A-EE80-3B80-6724-951DC8130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BDC492-1B7E-4B40-8B1C-0ABB8E0C2F57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62859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4EA1D-54F6-765D-7CAB-9AC52F66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1AAD226B-A2F9-AA91-0962-9AD8297835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87B8D11-1A30-508C-A261-0195935D8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5A32DDE-A49D-22FA-D760-7F58147255E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BB8CC9-73AC-4245-89E9-47C960FE6E21}" type="datetime1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8BEBBCA-CDA1-7989-69AF-6E6DC96F4E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BDC492-1B7E-4B40-8B1C-0ABB8E0C2F57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76871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D26E6-5845-A4EC-0BCC-EBFF988A5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B3AB722E-D456-6D87-4DD4-06B1FBCF8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0D78B9E-4C91-8EAB-AF76-8EBB7E368B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EDE0A20-7FE7-E623-6343-9F6004D47AB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BB8CC9-73AC-4245-89E9-47C960FE6E21}" type="datetime1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2518E6-C61B-B14E-09DD-BDE595FE55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BDC492-1B7E-4B40-8B1C-0ABB8E0C2F57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95474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6929B-8D0A-4B8C-7E30-E8E1D2837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07BAE743-4986-30CC-FE71-5A9A184EB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A3ABD29-8AA4-B5A8-9CB5-9B716F0E9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A09F074-E58B-C8A3-3F8F-B975326214E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BB8CC9-73AC-4245-89E9-47C960FE6E21}" type="datetime1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5ECC23-F218-44A7-9C4F-BF9D3A1134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BDC492-1B7E-4B40-8B1C-0ABB8E0C2F57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81681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AF6E5-F5AB-631E-5CAD-630F733A3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9ABFB472-419C-3263-3647-10237744C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7EF2B25-1D9F-4E60-1BAC-6003CB7CA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81F3E93-5A7B-C56E-B29E-7668496BC4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BB8CC9-73AC-4245-89E9-47C960FE6E21}" type="datetime1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6BF208-55D9-F32E-B233-56B8CB3805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BDC492-1B7E-4B40-8B1C-0ABB8E0C2F57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10056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576F4-8471-7EA1-CFBE-01873B602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21789D2A-360B-21FE-A9AA-EEFEC427E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80B4BB9-EC63-AB43-5AFC-B57CAF35A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FFE6EA3-E74A-39AA-A92E-D918FD67B70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BB8CC9-73AC-4245-89E9-47C960FE6E21}" type="datetime1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A151FE0-091F-DFB5-0C32-FA984720B0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BDC492-1B7E-4B40-8B1C-0ABB8E0C2F57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48296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43B8C-3D45-3849-D68C-A1CB7A8B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3164A63E-B114-1E0D-3531-B8A7F6489B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33D2243-2DD3-545D-76AB-13ADB7823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C57A76F-D859-5970-03AF-DC576AD5E3E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BB8CC9-73AC-4245-89E9-47C960FE6E21}" type="datetime1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F57DAD7-5912-6AA8-E0B7-094CC7EC70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BDC492-1B7E-4B40-8B1C-0ABB8E0C2F57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8909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ECB02-9213-93FD-3ABA-E7AA09284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D0DFB977-31EC-03EA-28F3-B02DFC04E1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77C0488-BD0F-3D09-05B8-2C353E93D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AEF2EFA-6844-A99E-4F4A-A73A203508B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BB8CC9-73AC-4245-89E9-47C960FE6E21}" type="datetime1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6E8974F-0E17-0A43-17C9-931A4A059B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BDC492-1B7E-4B40-8B1C-0ABB8E0C2F57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71019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64859-293E-8855-94AF-3F1BA1025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22644D19-5189-7C22-104F-E00EEF5624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232D251-CC5C-1483-8888-5FD9741FF5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46CF01E-BA69-5F03-7009-86700478EF1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BB8CC9-73AC-4245-89E9-47C960FE6E21}" type="datetime1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8F1C43D-3417-C649-CC4C-6254822DEC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BDC492-1B7E-4B40-8B1C-0ABB8E0C2F57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57738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124A6-D820-65FD-31FB-41A7B4590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9C78CE88-F502-BDC1-274D-69ED7D42BB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4DBE904-513B-B701-DD5E-12C00E709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F6D8D28-7BB5-14FB-3573-0CE1C5AFF8B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BB8CC9-73AC-4245-89E9-47C960FE6E21}" type="datetime1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553D29-50CB-C4B7-BBC4-EC3F5E4333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BDC492-1B7E-4B40-8B1C-0ABB8E0C2F57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35750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A1245-B165-26E8-D089-00D2AF225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582B6544-3574-EF83-CC0C-9B1470BF4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571FF8C-E793-DC97-518C-5353522F5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79C39CC-B8D3-5DC3-B3F5-F1A85CDFC33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BB8CC9-73AC-4245-89E9-47C960FE6E21}" type="datetime1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1C86B20-8B5D-6823-53D9-8C5DAF6673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BDC492-1B7E-4B40-8B1C-0ABB8E0C2F57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89865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B3D74-81CE-7F12-408E-1492FEA4A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0E212FCC-82FF-FEAE-7FBC-25FEF98486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05F5BFB-FEAA-8394-9D8C-9A8C71E3D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5A9CAAC-82EC-198E-AC50-D66060E9981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BB8CC9-73AC-4245-89E9-47C960FE6E21}" type="datetime1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FAB0232-1EB8-1964-BAFC-6A0F3A1789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BDC492-1B7E-4B40-8B1C-0ABB8E0C2F57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5738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BB8CC9-73AC-4245-89E9-47C960FE6E21}" type="datetime1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BDC492-1B7E-4B40-8B1C-0ABB8E0C2F57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02362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BB8CC9-73AC-4245-89E9-47C960FE6E21}" type="datetime1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BDC492-1B7E-4B40-8B1C-0ABB8E0C2F57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9804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70D59-4E60-7ADC-B0D6-56E6F7700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A37022D1-9A42-0E1F-4178-90F2E38B7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1F5C40E-53F9-6907-F539-00DC0C1D4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47FD229-E259-EAE6-886F-73F0845640C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BB8CC9-73AC-4245-89E9-47C960FE6E21}" type="datetime1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0DD019B-C4FB-40FC-42F8-A56AEEEDC7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BDC492-1B7E-4B40-8B1C-0ABB8E0C2F57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27254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9C545-449B-E0DE-AF67-CFFE9A2E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AE259893-379C-F9D9-07FD-B4FF2FB45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E3EF049-9A52-E059-17E5-23B8F3304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0E62B72-B19C-93F7-8667-BBBB5BC9D6B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BB8CC9-73AC-4245-89E9-47C960FE6E21}" type="datetime1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27BC740-DBD9-E2AD-D7A4-82C90EFC5E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BDC492-1B7E-4B40-8B1C-0ABB8E0C2F57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07321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28B86-E1CE-9455-1343-93FCD1230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96E3D483-9047-72A4-127F-46E33C3CB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0860F40-E2DE-82C5-98E5-AF79D72816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5DBB2BE-0476-E3AF-5CB2-0DE1F6BA282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BB8CC9-73AC-4245-89E9-47C960FE6E21}" type="datetime1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0042C9A-9438-07EF-41A1-23A6ACD017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BDC492-1B7E-4B40-8B1C-0ABB8E0C2F57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49738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4E09F-273A-70FC-58DB-39749AA56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AB2FE9D5-90B4-6390-1338-31D6740A9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E42C1F1-C4CC-F878-C4BE-62698A2F47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2F42BE9-DFCE-DBBD-8D77-A15391F85C5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BB8CC9-73AC-4245-89E9-47C960FE6E21}" type="datetime1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E26C6F-C702-5371-0913-1D3744CAD9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BDC492-1B7E-4B40-8B1C-0ABB8E0C2F57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53347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E605B-159B-2BEE-4739-568041034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BD0E073C-3447-08D1-33A6-730F386200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265DB6D-BB87-64E5-494A-48E43E5BE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1B96588-A040-74E1-0F7A-8EBA9E1784D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BB8CC9-73AC-4245-89E9-47C960FE6E21}" type="datetime1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764BF4-DAB7-1204-5F1C-6645203FBE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BDC492-1B7E-4B40-8B1C-0ABB8E0C2F57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0998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46C2F-04C7-8DB0-F3C3-1E71075A4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F4DC3447-28D8-66C1-0219-92D66AA432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B5B3C70-E353-EBF6-A4C7-5BAE0141B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A3FB56F-EF0E-7E1F-C029-EC72C1F7C8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BB8CC9-73AC-4245-89E9-47C960FE6E21}" type="datetime1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03FBF6E-132C-AAFE-1B4C-47354140EE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BDC492-1B7E-4B40-8B1C-0ABB8E0C2F57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69751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E0EFE-FDA4-6AAB-C2F8-0DF93F233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0BF10372-FDEE-347D-7870-DAD3F6AD65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72E3669-31B0-7256-ADA8-3CAEA4D67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C9D4E1A-BE32-5918-2A83-BC4B42BFE25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BB8CC9-73AC-4245-89E9-47C960FE6E21}" type="datetime1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BAFDBA-CB3F-DDB0-A65A-C7B4CDECE6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BDC492-1B7E-4B40-8B1C-0ABB8E0C2F57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75300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F0234-E61A-8814-E1AC-EE4854B54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20D60790-C600-CB3F-7B30-456C685D14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D8953F3-3252-7F68-8CA2-5ADD65D2E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E72240-1562-751D-E7F5-1E27901DFBF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BB8CC9-73AC-4245-89E9-47C960FE6E21}" type="datetime1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92424BD-2662-E536-323D-2C0C221657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BDC492-1B7E-4B40-8B1C-0ABB8E0C2F57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14274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F0234-E61A-8814-E1AC-EE4854B54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20D60790-C600-CB3F-7B30-456C685D14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D8953F3-3252-7F68-8CA2-5ADD65D2E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E72240-1562-751D-E7F5-1E27901DFBF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BB8CC9-73AC-4245-89E9-47C960FE6E21}" type="datetime1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92424BD-2662-E536-323D-2C0C221657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BDC492-1B7E-4B40-8B1C-0ABB8E0C2F57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08404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856F6-7B6A-322C-0026-6F9D59B30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50797A2F-1295-5B13-B97B-70FA857A39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C6AA91C-D480-FD81-388A-E78844027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B260E99-7488-9B27-47FD-9A30B5EF684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BB8CC9-73AC-4245-89E9-47C960FE6E21}" type="datetime1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8AC9D7D-40BC-6465-0D9D-D42DE08D36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BDC492-1B7E-4B40-8B1C-0ABB8E0C2F57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21566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68450-21B9-21CB-20A0-6052C05A4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CC8BD163-0ED4-FA36-10C2-BD79D1943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C2C1178-DF2D-4783-9BCD-96D136107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060B447-4EF1-1BDC-AFDF-CC1E4C0EDC5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BB8CC9-73AC-4245-89E9-47C960FE6E21}" type="datetime1">
              <a:rPr lang="zh-TW" altLang="en-US" smtClean="0"/>
              <a:t>2026/5/14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56473D5-CB6A-71BB-C3A8-2FDACFB262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BDC492-1B7E-4B40-8B1C-0ABB8E0C2F57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7899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3"/>
          <p:cNvCxnSpPr/>
          <p:nvPr/>
        </p:nvCxnSpPr>
        <p:spPr>
          <a:xfrm>
            <a:off x="952501" y="3714750"/>
            <a:ext cx="11239500" cy="1588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>
            <a:normAutofit/>
          </a:bodyPr>
          <a:lstStyle>
            <a:lvl1pPr algn="ctr">
              <a:defRPr sz="3600">
                <a:latin typeface="+mj-lt"/>
                <a:cs typeface="Times New Roman" pitchFamily="18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9410736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tx1">
                    <a:tint val="75000"/>
                  </a:schemeClr>
                </a:solidFill>
                <a:latin typeface="+mn-lt"/>
                <a:cs typeface="Times New Roman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6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9E4BAB45-CC32-4EA4-861C-55A130FC9389}" type="datetimeFigureOut">
              <a:rPr lang="zh-TW" altLang="en-US" smtClean="0"/>
              <a:pPr/>
              <a:t>2026/5/14</a:t>
            </a:fld>
            <a:endParaRPr lang="zh-TW" altLang="en-US"/>
          </a:p>
        </p:txBody>
      </p:sp>
      <p:sp>
        <p:nvSpPr>
          <p:cNvPr id="7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endParaRPr lang="zh-TW" altLang="en-US"/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026" name="Picture 2" descr="陽明交大新校徽終於出爐了複選4選1「長這樣」 - 生活- 自由時報電子報">
            <a:extLst>
              <a:ext uri="{FF2B5EF4-FFF2-40B4-BE49-F238E27FC236}">
                <a16:creationId xmlns:a16="http://schemas.microsoft.com/office/drawing/2014/main" id="{BA0283D1-4F0A-B54B-1A2C-3E62E6FF9C5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043"/>
          <a:stretch/>
        </p:blipFill>
        <p:spPr bwMode="auto">
          <a:xfrm>
            <a:off x="11119448" y="274068"/>
            <a:ext cx="1072551" cy="794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0371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078350"/>
            <a:ext cx="10972800" cy="5279589"/>
          </a:xfrm>
        </p:spPr>
        <p:txBody>
          <a:bodyPr>
            <a:normAutofit/>
          </a:bodyPr>
          <a:lstStyle>
            <a:lvl1pPr>
              <a:defRPr sz="28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4BAB45-CC32-4EA4-861C-55A130FC9389}" type="datetimeFigureOut">
              <a:rPr lang="zh-TW" altLang="en-US" smtClean="0"/>
              <a:pPr/>
              <a:t>2026/5/14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0C49E2A3-7E15-EF96-83E4-BD2E3B19AE3F}"/>
              </a:ext>
            </a:extLst>
          </p:cNvPr>
          <p:cNvCxnSpPr>
            <a:cxnSpLocks/>
          </p:cNvCxnSpPr>
          <p:nvPr userDrawn="1"/>
        </p:nvCxnSpPr>
        <p:spPr>
          <a:xfrm>
            <a:off x="618226" y="1078351"/>
            <a:ext cx="10972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4BAB45-CC32-4EA4-861C-55A130FC9389}" type="datetimeFigureOut">
              <a:rPr lang="zh-TW" altLang="en-US" smtClean="0"/>
              <a:pPr/>
              <a:t>2026/5/14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/>
        </p:nvCxnSpPr>
        <p:spPr>
          <a:xfrm>
            <a:off x="571501" y="1285875"/>
            <a:ext cx="11620500" cy="1588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357298"/>
            <a:ext cx="5384800" cy="49292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357298"/>
            <a:ext cx="5384800" cy="49292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9E4BAB45-CC32-4EA4-861C-55A130FC9389}" type="datetimeFigureOut">
              <a:rPr lang="zh-TW" altLang="en-US" smtClean="0"/>
              <a:pPr/>
              <a:t>2026/5/14</a:t>
            </a:fld>
            <a:endParaRPr lang="zh-TW" altLang="en-US"/>
          </a:p>
        </p:txBody>
      </p:sp>
      <p:sp>
        <p:nvSpPr>
          <p:cNvPr id="7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接點 6"/>
          <p:cNvCxnSpPr/>
          <p:nvPr/>
        </p:nvCxnSpPr>
        <p:spPr>
          <a:xfrm>
            <a:off x="571501" y="1285875"/>
            <a:ext cx="11620500" cy="1588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357299"/>
            <a:ext cx="5386917" cy="57150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1928802"/>
            <a:ext cx="5386917" cy="44291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357299"/>
            <a:ext cx="5389033" cy="57150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1928802"/>
            <a:ext cx="5389033" cy="44291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9E4BAB45-CC32-4EA4-861C-55A130FC9389}" type="datetimeFigureOut">
              <a:rPr lang="zh-TW" altLang="en-US" smtClean="0"/>
              <a:pPr/>
              <a:t>2026/5/14</a:t>
            </a:fld>
            <a:endParaRPr lang="zh-TW" altLang="en-US"/>
          </a:p>
        </p:txBody>
      </p:sp>
      <p:sp>
        <p:nvSpPr>
          <p:cNvPr id="9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10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9E4BAB45-CC32-4EA4-861C-55A130FC9389}" type="datetimeFigureOut">
              <a:rPr lang="zh-TW" altLang="en-US" smtClean="0"/>
              <a:pPr/>
              <a:t>2026/5/14</a:t>
            </a:fld>
            <a:endParaRPr lang="zh-TW" altLang="en-US"/>
          </a:p>
        </p:txBody>
      </p:sp>
      <p:sp>
        <p:nvSpPr>
          <p:cNvPr id="5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4BAB45-CC32-4EA4-861C-55A130FC9389}" type="datetimeFigureOut">
              <a:rPr lang="zh-TW" altLang="en-US" smtClean="0"/>
              <a:pPr/>
              <a:t>2026/5/14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4BAB45-CC32-4EA4-861C-55A130FC9389}" type="datetimeFigureOut">
              <a:rPr lang="zh-TW" altLang="en-US" smtClean="0"/>
              <a:pPr/>
              <a:t>2026/5/14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4BAB45-CC32-4EA4-861C-55A130FC9389}" type="datetimeFigureOut">
              <a:rPr lang="zh-TW" altLang="en-US" smtClean="0"/>
              <a:pPr/>
              <a:t>2026/5/14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3"/>
          <p:cNvCxnSpPr/>
          <p:nvPr/>
        </p:nvCxnSpPr>
        <p:spPr>
          <a:xfrm>
            <a:off x="571501" y="1285875"/>
            <a:ext cx="11620500" cy="1588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9E4BAB45-CC32-4EA4-861C-55A130FC9389}" type="datetimeFigureOut">
              <a:rPr lang="zh-TW" altLang="en-US" smtClean="0"/>
              <a:pPr/>
              <a:t>2026/5/14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4BAB45-CC32-4EA4-861C-55A130FC9389}" type="datetimeFigureOut">
              <a:rPr lang="zh-TW" altLang="en-US" smtClean="0"/>
              <a:pPr/>
              <a:t>2026/5/14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93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4099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357314"/>
            <a:ext cx="10972800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</a:lstStyle>
          <a:p>
            <a:fld id="{9E4BAB45-CC32-4EA4-861C-55A130FC9389}" type="datetimeFigureOut">
              <a:rPr lang="zh-TW" altLang="en-US" smtClean="0"/>
              <a:pPr/>
              <a:t>2026/5/14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000" cy="214290"/>
          </a:xfrm>
          <a:prstGeom prst="rect">
            <a:avLst/>
          </a:prstGeom>
          <a:gradFill flip="none" rotWithShape="1">
            <a:gsLst>
              <a:gs pos="12000">
                <a:schemeClr val="accent1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 extrusionH="57150">
              <a:bevelT w="57150" h="38100" prst="hardEdge"/>
            </a:sp3d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200" b="1" dirty="0">
                <a:ln w="12700">
                  <a:noFill/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rPr>
              <a:t>Platform Based Design Group</a:t>
            </a:r>
            <a:endParaRPr kumimoji="0" lang="zh-TW" altLang="en-US" sz="1200" b="1" dirty="0">
              <a:ln w="12700">
                <a:noFill/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 rot="16200000">
            <a:off x="5988844" y="654844"/>
            <a:ext cx="214312" cy="1219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400" b="1" dirty="0">
                <a:latin typeface="Times New Roman" pitchFamily="18" charset="0"/>
                <a:cs typeface="Times New Roman" pitchFamily="18" charset="0"/>
              </a:rPr>
              <a:t>NYCU. EE. Hsinchu. Taiwan</a:t>
            </a:r>
            <a:endParaRPr kumimoji="0" lang="zh-TW" alt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" y="1500188"/>
            <a:ext cx="285751" cy="5357812"/>
          </a:xfrm>
          <a:prstGeom prst="rect">
            <a:avLst/>
          </a:prstGeom>
          <a:gradFill flip="none" rotWithShape="1">
            <a:gsLst>
              <a:gs pos="56000">
                <a:srgbClr val="92D050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tIns="3024000" bIns="46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400" dirty="0">
                <a:latin typeface="Times New Roman" pitchFamily="18" charset="0"/>
                <a:cs typeface="Times New Roman" pitchFamily="18" charset="0"/>
              </a:rPr>
              <a:t>VLSI Signal Processing Lab.</a:t>
            </a:r>
            <a:endParaRPr kumimoji="0" lang="zh-TW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+mj-lt"/>
          <a:ea typeface="微軟正黑體" panose="020B0604030504040204" pitchFamily="34" charset="-120"/>
          <a:cs typeface="微軟正黑體" panose="020B0604030504040204" pitchFamily="34" charset="-12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微軟正黑體" panose="020B0604030504040204" pitchFamily="34" charset="-120"/>
          <a:cs typeface="微軟正黑體" panose="020B0604030504040204" pitchFamily="34" charset="-12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rgbClr val="376092"/>
          </a:solidFill>
          <a:latin typeface="+mn-lt"/>
          <a:ea typeface="微軟正黑體" panose="020B0604030504040204" pitchFamily="34" charset="-120"/>
          <a:cs typeface="微軟正黑體" panose="020B0604030504040204" pitchFamily="34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rgbClr val="4F6228"/>
          </a:solidFill>
          <a:latin typeface="+mn-lt"/>
          <a:ea typeface="微軟正黑體" panose="020B0604030504040204" pitchFamily="34" charset="-120"/>
          <a:cs typeface="微軟正黑體" panose="020B0604030504040204" pitchFamily="34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rgbClr val="953735"/>
          </a:solidFill>
          <a:latin typeface="+mn-lt"/>
          <a:ea typeface="微軟正黑體" panose="020B0604030504040204" pitchFamily="34" charset="-120"/>
          <a:cs typeface="微軟正黑體" panose="020B0604030504040204" pitchFamily="34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ern="1200">
          <a:solidFill>
            <a:srgbClr val="E46C0A"/>
          </a:solidFill>
          <a:latin typeface="+mn-lt"/>
          <a:ea typeface="微軟正黑體" panose="020B0604030504040204" pitchFamily="34" charset="-120"/>
          <a:cs typeface="微軟正黑體" panose="020B0604030504040204" pitchFamily="34" charset="-12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D5241D-433C-D4DD-0DA5-0F7AD102F2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</a:rPr>
              <a:t>DCS 2026 Spring</a:t>
            </a:r>
            <a:r>
              <a:rPr lang="zh-TW" altLang="en-US" sz="4000" dirty="0">
                <a:latin typeface="Times New Roman" panose="02020603050405020304" pitchFamily="18" charset="0"/>
              </a:rPr>
              <a:t> </a:t>
            </a:r>
            <a:br>
              <a:rPr lang="en-US" altLang="zh-TW" sz="4000" dirty="0">
                <a:latin typeface="Times New Roman" panose="02020603050405020304" pitchFamily="18" charset="0"/>
              </a:rPr>
            </a:br>
            <a:r>
              <a:rPr lang="en-US" altLang="zh-TW" sz="4000" dirty="0">
                <a:latin typeface="Times New Roman" panose="02020603050405020304" pitchFamily="18" charset="0"/>
              </a:rPr>
              <a:t>Lab 9</a:t>
            </a:r>
            <a:r>
              <a:rPr lang="zh-TW" altLang="en-US" sz="4000" dirty="0">
                <a:latin typeface="Times New Roman" panose="02020603050405020304" pitchFamily="18" charset="0"/>
              </a:rPr>
              <a:t> </a:t>
            </a:r>
            <a:r>
              <a:rPr lang="en-US" altLang="zh-TW" sz="4000" dirty="0">
                <a:latin typeface="Times New Roman" panose="02020603050405020304" pitchFamily="18" charset="0"/>
              </a:rPr>
              <a:t>– CDC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01C1B98-DB8F-4A30-862B-1779C6DC8F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TA :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陳孟頡</a:t>
            </a:r>
            <a:r>
              <a:rPr 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	Advisor : Tian-</a:t>
            </a:r>
            <a:r>
              <a:rPr lang="en-US" sz="24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Sheuan</a:t>
            </a:r>
            <a:r>
              <a:rPr 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Chang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Date : 2026.05.14</a:t>
            </a:r>
          </a:p>
        </p:txBody>
      </p:sp>
    </p:spTree>
    <p:extLst>
      <p:ext uri="{BB962C8B-B14F-4D97-AF65-F5344CB8AC3E}">
        <p14:creationId xmlns:p14="http://schemas.microsoft.com/office/powerpoint/2010/main" val="2689984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5BD2B-9658-C579-07CE-67FFB01CC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F039CB-5DA7-6D06-1176-3B0B14F2E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Lab09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78F4C1-FF75-5957-9738-ADD858C70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the command below to get files for this lab.</a:t>
            </a:r>
          </a:p>
          <a:p>
            <a:pPr lvl="1">
              <a:lnSpc>
                <a:spcPct val="130000"/>
              </a:lnSpc>
            </a:pPr>
            <a:r>
              <a:rPr lang="sv-SE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 -xvf ~es26dcsTA01/Lab09.tar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357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 Domain Crossing (CDC)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071547"/>
            <a:ext cx="10972800" cy="5395755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CDC: When the data launched and captured by different (asynchronous) clock domain, this case is called Clock Domain Crossing.</a:t>
            </a:r>
          </a:p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two clocks, clk1 and clk2, with periods 13 and 10, respectively.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2ABFBC5-B5D6-4EE1-ADE7-D3DD1B4EE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205" y="3153679"/>
            <a:ext cx="7087589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318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Metastability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071547"/>
            <a:ext cx="11167068" cy="5395755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unstable status due to non-ideal data transition is called metastability.</a:t>
            </a:r>
          </a:p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avoid this phenomenon, we must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that data should be stable during setup/hold timing check.</a:t>
            </a:r>
          </a:p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CDC designs will inevitably face this problem.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6B763C6-1308-40F4-9FCE-D3D19C6AC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244" y="3697589"/>
            <a:ext cx="5992061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867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Solution: A Brute-Force Synchronizer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924036C-021B-4F0D-A6BF-CF8A31ABA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1601" y="1335355"/>
            <a:ext cx="4448796" cy="4477375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CC38C512-9DC9-41A0-9432-7484178A5256}"/>
              </a:ext>
            </a:extLst>
          </p:cNvPr>
          <p:cNvSpPr txBox="1"/>
          <p:nvPr/>
        </p:nvSpPr>
        <p:spPr>
          <a:xfrm>
            <a:off x="3339227" y="5961444"/>
            <a:ext cx="5513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For more details, please reference to </a:t>
            </a:r>
            <a:r>
              <a:rPr lang="en-US" altLang="zh-TW" sz="16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Lecture 12 - Metastability</a:t>
            </a:r>
            <a:endParaRPr lang="zh-TW" altLang="en-US" sz="1600" i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646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Convergence Issue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071547"/>
            <a:ext cx="10972800" cy="5395755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When transmitting multi-bit data, there is no guarantee that every bit will arrive at the same time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C3ED882-BC0A-4098-94BD-25FD86CD998F}"/>
              </a:ext>
            </a:extLst>
          </p:cNvPr>
          <p:cNvSpPr txBox="1"/>
          <p:nvPr/>
        </p:nvSpPr>
        <p:spPr>
          <a:xfrm>
            <a:off x="3785904" y="6328802"/>
            <a:ext cx="46201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Reference: 2023 Fall </a:t>
            </a:r>
            <a:r>
              <a:rPr lang="en-US" altLang="zh-TW" sz="12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iclab</a:t>
            </a:r>
            <a:r>
              <a:rPr lang="en-US" altLang="zh-TW" sz="12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Lec07 (</a:t>
            </a:r>
            <a:r>
              <a:rPr lang="en-US" altLang="zh-TW" sz="12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Jasper_CDC_introduction_lhlai</a:t>
            </a:r>
            <a:r>
              <a:rPr lang="en-US" altLang="zh-TW" sz="12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1200" i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EE2F155-19BB-4531-9DD7-A2C5A0AE3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583" y="2068436"/>
            <a:ext cx="7356831" cy="4121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250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1: Handshake Synchronizer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071547"/>
            <a:ext cx="10972800" cy="5395755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Request-acknowledge protocol</a:t>
            </a:r>
          </a:p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latency</a:t>
            </a:r>
          </a:p>
          <a:p>
            <a:pPr marL="0" indent="0">
              <a:lnSpc>
                <a:spcPct val="130000"/>
              </a:lnSpc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D026A8A-0479-49E4-8575-ED5534030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149" y="2473395"/>
            <a:ext cx="7177702" cy="336981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34C4735-40B6-4195-A029-C6C99FC4065C}"/>
              </a:ext>
            </a:extLst>
          </p:cNvPr>
          <p:cNvSpPr txBox="1"/>
          <p:nvPr/>
        </p:nvSpPr>
        <p:spPr>
          <a:xfrm>
            <a:off x="3304452" y="6016755"/>
            <a:ext cx="55830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2023 Fall </a:t>
            </a:r>
            <a:r>
              <a:rPr lang="en-US" altLang="zh-TW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iclab</a:t>
            </a:r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Lec07 (</a:t>
            </a:r>
            <a:r>
              <a:rPr lang="en-US" altLang="zh-TW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Jasper_CDC_introduction_lhlai</a:t>
            </a:r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981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E238F-6FEF-A338-57E9-0BB0F27E1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F163AA-A995-B4A5-04D4-DC293D65C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2: FIFO Synchronizers (Asynchronous FIFO)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C96672-1FC8-9BB3-B1CB-3DD07D826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071547"/>
            <a:ext cx="6018222" cy="5395755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Read/Write data in different clock domain with a dual-port RAM.</a:t>
            </a:r>
          </a:p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gray-coded pointers to generate full and empty status flags.</a:t>
            </a:r>
          </a:p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throughput with hardware overhead.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2139B88-BF2D-894E-B612-A38D58A50ADD}"/>
              </a:ext>
            </a:extLst>
          </p:cNvPr>
          <p:cNvSpPr txBox="1"/>
          <p:nvPr/>
        </p:nvSpPr>
        <p:spPr>
          <a:xfrm>
            <a:off x="6348300" y="4995149"/>
            <a:ext cx="55830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2024 Fall </a:t>
            </a:r>
            <a:r>
              <a:rPr lang="en-US" altLang="zh-TW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iclab</a:t>
            </a:r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Lec07 (IC</a:t>
            </a:r>
            <a:r>
              <a:rPr lang="zh-TW" alt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設計簡介 </a:t>
            </a:r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Clock Domain Crossing(CDC))</a:t>
            </a:r>
            <a:endParaRPr lang="zh-TW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 descr="The diagram illustrates a dual-port FIFO (First In, First Out) memory with synchronized write and read pointers, and includes additional components such as data registers, control signals, and clocks for synchronization.&#10;&#10;AI 產生的內容可能不正確。">
            <a:extLst>
              <a:ext uri="{FF2B5EF4-FFF2-40B4-BE49-F238E27FC236}">
                <a16:creationId xmlns:a16="http://schemas.microsoft.com/office/drawing/2014/main" id="{4028D28F-57C5-C82B-48E5-D440B3B54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207" y="1399194"/>
            <a:ext cx="5667282" cy="3477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955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32F31-9AB6-D428-11DD-744E16C32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字方塊 20">
            <a:extLst>
              <a:ext uri="{FF2B5EF4-FFF2-40B4-BE49-F238E27FC236}">
                <a16:creationId xmlns:a16="http://schemas.microsoft.com/office/drawing/2014/main" id="{74830BDA-DAD4-6627-C466-DE746C0C6B57}"/>
              </a:ext>
            </a:extLst>
          </p:cNvPr>
          <p:cNvSpPr txBox="1"/>
          <p:nvPr/>
        </p:nvSpPr>
        <p:spPr>
          <a:xfrm>
            <a:off x="8465032" y="5930112"/>
            <a:ext cx="21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raddr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[2:0]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3'b000</a:t>
            </a:r>
            <a:endParaRPr lang="zh-TW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BF34D55-DBF8-3CC7-D289-9DE5D2190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FIFO :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Number of Pointers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35AFF41-406A-CB29-A57C-F2A3285A12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896487"/>
              </p:ext>
            </p:extLst>
          </p:nvPr>
        </p:nvGraphicFramePr>
        <p:xfrm>
          <a:off x="4708634" y="1577310"/>
          <a:ext cx="2774732" cy="4383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7366">
                  <a:extLst>
                    <a:ext uri="{9D8B030D-6E8A-4147-A177-3AD203B41FA5}">
                      <a16:colId xmlns:a16="http://schemas.microsoft.com/office/drawing/2014/main" val="1085680662"/>
                    </a:ext>
                  </a:extLst>
                </a:gridCol>
                <a:gridCol w="1387366">
                  <a:extLst>
                    <a:ext uri="{9D8B030D-6E8A-4147-A177-3AD203B41FA5}">
                      <a16:colId xmlns:a16="http://schemas.microsoft.com/office/drawing/2014/main" val="3069880212"/>
                    </a:ext>
                  </a:extLst>
                </a:gridCol>
              </a:tblGrid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035917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468613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337006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418016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984242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062143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059744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171498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014088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F4D282F7-DB9A-D298-D091-5E6EE41C9022}"/>
              </a:ext>
            </a:extLst>
          </p:cNvPr>
          <p:cNvSpPr txBox="1"/>
          <p:nvPr/>
        </p:nvSpPr>
        <p:spPr>
          <a:xfrm>
            <a:off x="5012383" y="6090478"/>
            <a:ext cx="21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Dual-port RAM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8065ECDD-7BAA-A78C-5B7B-886AF2BF2CCC}"/>
              </a:ext>
            </a:extLst>
          </p:cNvPr>
          <p:cNvSpPr/>
          <p:nvPr/>
        </p:nvSpPr>
        <p:spPr>
          <a:xfrm>
            <a:off x="3726968" y="5637749"/>
            <a:ext cx="927013" cy="227023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DD302B8-3449-6677-54B3-638582B8F058}"/>
              </a:ext>
            </a:extLst>
          </p:cNvPr>
          <p:cNvSpPr txBox="1"/>
          <p:nvPr/>
        </p:nvSpPr>
        <p:spPr>
          <a:xfrm>
            <a:off x="1505081" y="5566594"/>
            <a:ext cx="21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Pointer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C037053C-51AC-01E7-507E-D52361AB6F47}"/>
              </a:ext>
            </a:extLst>
          </p:cNvPr>
          <p:cNvSpPr/>
          <p:nvPr/>
        </p:nvSpPr>
        <p:spPr>
          <a:xfrm rot="10800000">
            <a:off x="7538019" y="5637749"/>
            <a:ext cx="927013" cy="227023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474732C-F707-3422-DAAA-295550A7F632}"/>
              </a:ext>
            </a:extLst>
          </p:cNvPr>
          <p:cNvSpPr txBox="1"/>
          <p:nvPr/>
        </p:nvSpPr>
        <p:spPr>
          <a:xfrm>
            <a:off x="8519685" y="5561772"/>
            <a:ext cx="21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Pointer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759A9AC-F98C-B2DE-E450-2ABDCA2223F7}"/>
              </a:ext>
            </a:extLst>
          </p:cNvPr>
          <p:cNvSpPr txBox="1"/>
          <p:nvPr/>
        </p:nvSpPr>
        <p:spPr>
          <a:xfrm>
            <a:off x="1505081" y="5896771"/>
            <a:ext cx="3098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waddr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[2:0] </a:t>
            </a:r>
            <a:r>
              <a: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3’b000</a:t>
            </a:r>
            <a:endParaRPr lang="zh-TW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23420D48-8EEE-2AE6-C8E7-24AEBEB49298}"/>
              </a:ext>
            </a:extLst>
          </p:cNvPr>
          <p:cNvCxnSpPr/>
          <p:nvPr/>
        </p:nvCxnSpPr>
        <p:spPr>
          <a:xfrm>
            <a:off x="2364039" y="6114778"/>
            <a:ext cx="143150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EA55854B-E06D-5925-6C7E-FA3267F53CC8}"/>
              </a:ext>
            </a:extLst>
          </p:cNvPr>
          <p:cNvCxnSpPr/>
          <p:nvPr/>
        </p:nvCxnSpPr>
        <p:spPr>
          <a:xfrm>
            <a:off x="8364789" y="6144183"/>
            <a:ext cx="143150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CB32B17-C9A6-4726-E262-7A2981F7CBB4}"/>
              </a:ext>
            </a:extLst>
          </p:cNvPr>
          <p:cNvSpPr txBox="1"/>
          <p:nvPr/>
        </p:nvSpPr>
        <p:spPr>
          <a:xfrm>
            <a:off x="1597570" y="6194949"/>
            <a:ext cx="21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waddr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[3:0]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6C4DE23-08B8-5C54-9A4E-BF317F0C915E}"/>
              </a:ext>
            </a:extLst>
          </p:cNvPr>
          <p:cNvSpPr txBox="1"/>
          <p:nvPr/>
        </p:nvSpPr>
        <p:spPr>
          <a:xfrm>
            <a:off x="8437707" y="6236826"/>
            <a:ext cx="21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raddr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[3:0]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3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4" grpId="0"/>
      <p:bldP spid="19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25137-E7ED-AA27-01A4-CD48F6330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D43701-ADAA-A19C-EDA8-42A3116D7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FIFO :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Number of Pointers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748440E-05F8-170C-3D09-2DD556477EA3}"/>
              </a:ext>
            </a:extLst>
          </p:cNvPr>
          <p:cNvGraphicFramePr>
            <a:graphicFrameLocks noGrp="1"/>
          </p:cNvGraphicFramePr>
          <p:nvPr/>
        </p:nvGraphicFramePr>
        <p:xfrm>
          <a:off x="4708634" y="1577310"/>
          <a:ext cx="2774732" cy="4383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7366">
                  <a:extLst>
                    <a:ext uri="{9D8B030D-6E8A-4147-A177-3AD203B41FA5}">
                      <a16:colId xmlns:a16="http://schemas.microsoft.com/office/drawing/2014/main" val="1085680662"/>
                    </a:ext>
                  </a:extLst>
                </a:gridCol>
                <a:gridCol w="1387366">
                  <a:extLst>
                    <a:ext uri="{9D8B030D-6E8A-4147-A177-3AD203B41FA5}">
                      <a16:colId xmlns:a16="http://schemas.microsoft.com/office/drawing/2014/main" val="3069880212"/>
                    </a:ext>
                  </a:extLst>
                </a:gridCol>
              </a:tblGrid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035917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468613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337006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418016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984242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062143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059744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171498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014088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50957A95-1C58-8984-81F1-D8B96E1818D3}"/>
              </a:ext>
            </a:extLst>
          </p:cNvPr>
          <p:cNvSpPr txBox="1"/>
          <p:nvPr/>
        </p:nvSpPr>
        <p:spPr>
          <a:xfrm>
            <a:off x="5012383" y="6090478"/>
            <a:ext cx="21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Dual-port RAM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B328218D-E9E8-F1BF-3380-82A7FC5A4FE5}"/>
              </a:ext>
            </a:extLst>
          </p:cNvPr>
          <p:cNvSpPr/>
          <p:nvPr/>
        </p:nvSpPr>
        <p:spPr>
          <a:xfrm>
            <a:off x="3726968" y="5637749"/>
            <a:ext cx="927013" cy="227023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A06E44FE-7BBE-3E0C-3D7B-6C4C2C05C985}"/>
              </a:ext>
            </a:extLst>
          </p:cNvPr>
          <p:cNvSpPr/>
          <p:nvPr/>
        </p:nvSpPr>
        <p:spPr>
          <a:xfrm rot="10800000">
            <a:off x="7538019" y="5637749"/>
            <a:ext cx="927013" cy="227023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745448D-77CD-6A05-5377-A30483F2F5CC}"/>
              </a:ext>
            </a:extLst>
          </p:cNvPr>
          <p:cNvSpPr txBox="1"/>
          <p:nvPr/>
        </p:nvSpPr>
        <p:spPr>
          <a:xfrm>
            <a:off x="1505081" y="5566594"/>
            <a:ext cx="21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waddr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[2:0]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3’b000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72AE132-F926-1A9D-BE90-C61CECEB33D7}"/>
              </a:ext>
            </a:extLst>
          </p:cNvPr>
          <p:cNvSpPr txBox="1"/>
          <p:nvPr/>
        </p:nvSpPr>
        <p:spPr>
          <a:xfrm>
            <a:off x="8519685" y="5566594"/>
            <a:ext cx="21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raddr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[2:0]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3'b000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46B24A0-6926-E709-4D8C-50902851A8C0}"/>
              </a:ext>
            </a:extLst>
          </p:cNvPr>
          <p:cNvSpPr txBox="1"/>
          <p:nvPr/>
        </p:nvSpPr>
        <p:spPr>
          <a:xfrm>
            <a:off x="489782" y="5566594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537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E916B-32A8-FE7F-8783-BC56B5282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77C253-E90D-A9D3-06A2-ED4EF648B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FIFO :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Number of Pointers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B8580682-1871-B28D-1761-6F10BA2B0BB5}"/>
              </a:ext>
            </a:extLst>
          </p:cNvPr>
          <p:cNvGraphicFramePr>
            <a:graphicFrameLocks noGrp="1"/>
          </p:cNvGraphicFramePr>
          <p:nvPr/>
        </p:nvGraphicFramePr>
        <p:xfrm>
          <a:off x="4708634" y="1577310"/>
          <a:ext cx="2774732" cy="4383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7366">
                  <a:extLst>
                    <a:ext uri="{9D8B030D-6E8A-4147-A177-3AD203B41FA5}">
                      <a16:colId xmlns:a16="http://schemas.microsoft.com/office/drawing/2014/main" val="1085680662"/>
                    </a:ext>
                  </a:extLst>
                </a:gridCol>
                <a:gridCol w="1387366">
                  <a:extLst>
                    <a:ext uri="{9D8B030D-6E8A-4147-A177-3AD203B41FA5}">
                      <a16:colId xmlns:a16="http://schemas.microsoft.com/office/drawing/2014/main" val="3069880212"/>
                    </a:ext>
                  </a:extLst>
                </a:gridCol>
              </a:tblGrid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035917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468613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337006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418016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984242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062143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059744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171498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014088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1E1CB0C3-0E64-8149-A801-DB96B3C9CB11}"/>
              </a:ext>
            </a:extLst>
          </p:cNvPr>
          <p:cNvSpPr txBox="1"/>
          <p:nvPr/>
        </p:nvSpPr>
        <p:spPr>
          <a:xfrm>
            <a:off x="5012383" y="6090478"/>
            <a:ext cx="21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Dual-port RAM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20B1F33F-CAE5-2DBA-CABA-9F0E8F1E6759}"/>
              </a:ext>
            </a:extLst>
          </p:cNvPr>
          <p:cNvSpPr/>
          <p:nvPr/>
        </p:nvSpPr>
        <p:spPr>
          <a:xfrm>
            <a:off x="3726968" y="5120644"/>
            <a:ext cx="927013" cy="227023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40500572-87BD-39A6-EF3C-564A051560F1}"/>
              </a:ext>
            </a:extLst>
          </p:cNvPr>
          <p:cNvSpPr/>
          <p:nvPr/>
        </p:nvSpPr>
        <p:spPr>
          <a:xfrm rot="10800000">
            <a:off x="7538019" y="5637749"/>
            <a:ext cx="927013" cy="227023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E925BFA-9B7D-66D5-A647-3B4BBB7C5573}"/>
              </a:ext>
            </a:extLst>
          </p:cNvPr>
          <p:cNvSpPr txBox="1"/>
          <p:nvPr/>
        </p:nvSpPr>
        <p:spPr>
          <a:xfrm>
            <a:off x="1505081" y="5049489"/>
            <a:ext cx="21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waddr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[2:0]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3’b001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E58FE2A-01D7-C10E-B3DF-2A34AD0D6998}"/>
              </a:ext>
            </a:extLst>
          </p:cNvPr>
          <p:cNvSpPr txBox="1"/>
          <p:nvPr/>
        </p:nvSpPr>
        <p:spPr>
          <a:xfrm>
            <a:off x="8519685" y="5566594"/>
            <a:ext cx="21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raddr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[2:0]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3'b000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D283A41-CE82-09DB-EAC0-A7C4E0E19DBD}"/>
              </a:ext>
            </a:extLst>
          </p:cNvPr>
          <p:cNvSpPr txBox="1"/>
          <p:nvPr/>
        </p:nvSpPr>
        <p:spPr>
          <a:xfrm>
            <a:off x="6291492" y="5539582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5CA7682-3378-0BA9-75B4-F6A58A7DB6AC}"/>
              </a:ext>
            </a:extLst>
          </p:cNvPr>
          <p:cNvSpPr txBox="1"/>
          <p:nvPr/>
        </p:nvSpPr>
        <p:spPr>
          <a:xfrm>
            <a:off x="489782" y="5049489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115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E4791-6A10-2ADE-E75E-D1C16DB67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26C896-029B-E16F-23CF-5DB61C22D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FIFO :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Number of Pointers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986EA40B-A6EE-B73A-1064-5B11F11144C7}"/>
              </a:ext>
            </a:extLst>
          </p:cNvPr>
          <p:cNvGraphicFramePr>
            <a:graphicFrameLocks noGrp="1"/>
          </p:cNvGraphicFramePr>
          <p:nvPr/>
        </p:nvGraphicFramePr>
        <p:xfrm>
          <a:off x="4708634" y="1577310"/>
          <a:ext cx="2774732" cy="4383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7366">
                  <a:extLst>
                    <a:ext uri="{9D8B030D-6E8A-4147-A177-3AD203B41FA5}">
                      <a16:colId xmlns:a16="http://schemas.microsoft.com/office/drawing/2014/main" val="1085680662"/>
                    </a:ext>
                  </a:extLst>
                </a:gridCol>
                <a:gridCol w="1387366">
                  <a:extLst>
                    <a:ext uri="{9D8B030D-6E8A-4147-A177-3AD203B41FA5}">
                      <a16:colId xmlns:a16="http://schemas.microsoft.com/office/drawing/2014/main" val="3069880212"/>
                    </a:ext>
                  </a:extLst>
                </a:gridCol>
              </a:tblGrid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035917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468613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337006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418016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984242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062143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059744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171498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014088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32C4B8A6-EF2D-1A11-CB8C-093981312806}"/>
              </a:ext>
            </a:extLst>
          </p:cNvPr>
          <p:cNvSpPr txBox="1"/>
          <p:nvPr/>
        </p:nvSpPr>
        <p:spPr>
          <a:xfrm>
            <a:off x="5012383" y="6090478"/>
            <a:ext cx="21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Dual-port RAM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3E4882A3-174E-9E4E-0BB6-46C8111D9E4E}"/>
              </a:ext>
            </a:extLst>
          </p:cNvPr>
          <p:cNvSpPr/>
          <p:nvPr/>
        </p:nvSpPr>
        <p:spPr>
          <a:xfrm>
            <a:off x="3726968" y="4616151"/>
            <a:ext cx="927013" cy="227023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7F98B7C1-58A2-C468-85AA-CA3E1B18C748}"/>
              </a:ext>
            </a:extLst>
          </p:cNvPr>
          <p:cNvSpPr/>
          <p:nvPr/>
        </p:nvSpPr>
        <p:spPr>
          <a:xfrm rot="10800000">
            <a:off x="7538019" y="5637749"/>
            <a:ext cx="927013" cy="227023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62FF85F-F5DD-0E49-B8FC-7A4189519315}"/>
              </a:ext>
            </a:extLst>
          </p:cNvPr>
          <p:cNvSpPr txBox="1"/>
          <p:nvPr/>
        </p:nvSpPr>
        <p:spPr>
          <a:xfrm>
            <a:off x="1505081" y="4544996"/>
            <a:ext cx="21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waddr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[2:0]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3’b010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CEB8013-8D49-E11E-AD79-B895E3B25CC1}"/>
              </a:ext>
            </a:extLst>
          </p:cNvPr>
          <p:cNvSpPr txBox="1"/>
          <p:nvPr/>
        </p:nvSpPr>
        <p:spPr>
          <a:xfrm>
            <a:off x="8519685" y="5566594"/>
            <a:ext cx="21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raddr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[2:0]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3'b000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50C3E68-884F-03BE-1A79-C9E59991F568}"/>
              </a:ext>
            </a:extLst>
          </p:cNvPr>
          <p:cNvSpPr txBox="1"/>
          <p:nvPr/>
        </p:nvSpPr>
        <p:spPr>
          <a:xfrm>
            <a:off x="6291492" y="5539582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1804D9E-7409-E90B-6124-A61760014BCB}"/>
              </a:ext>
            </a:extLst>
          </p:cNvPr>
          <p:cNvSpPr txBox="1"/>
          <p:nvPr/>
        </p:nvSpPr>
        <p:spPr>
          <a:xfrm>
            <a:off x="6291491" y="5040622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110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289AB-C465-A6FC-2654-5004B76C0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779F6C-BC77-0E8C-DADE-F8F6A0265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FIFO :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Number of Pointers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1A540E6-7E2E-A269-8C1A-AADDDD15658D}"/>
              </a:ext>
            </a:extLst>
          </p:cNvPr>
          <p:cNvGraphicFramePr>
            <a:graphicFrameLocks noGrp="1"/>
          </p:cNvGraphicFramePr>
          <p:nvPr/>
        </p:nvGraphicFramePr>
        <p:xfrm>
          <a:off x="4708634" y="1577310"/>
          <a:ext cx="2774732" cy="4383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7366">
                  <a:extLst>
                    <a:ext uri="{9D8B030D-6E8A-4147-A177-3AD203B41FA5}">
                      <a16:colId xmlns:a16="http://schemas.microsoft.com/office/drawing/2014/main" val="1085680662"/>
                    </a:ext>
                  </a:extLst>
                </a:gridCol>
                <a:gridCol w="1387366">
                  <a:extLst>
                    <a:ext uri="{9D8B030D-6E8A-4147-A177-3AD203B41FA5}">
                      <a16:colId xmlns:a16="http://schemas.microsoft.com/office/drawing/2014/main" val="3069880212"/>
                    </a:ext>
                  </a:extLst>
                </a:gridCol>
              </a:tblGrid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035917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468613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337006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418016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984242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062143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059744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171498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014088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FB6C3EA0-1FCB-8AB4-43F6-84473AFE81E3}"/>
              </a:ext>
            </a:extLst>
          </p:cNvPr>
          <p:cNvSpPr txBox="1"/>
          <p:nvPr/>
        </p:nvSpPr>
        <p:spPr>
          <a:xfrm>
            <a:off x="5012383" y="6090478"/>
            <a:ext cx="21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Dual-port RAM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0F59C476-F5C9-97C0-C1B8-598ADC7EEEBB}"/>
              </a:ext>
            </a:extLst>
          </p:cNvPr>
          <p:cNvSpPr/>
          <p:nvPr/>
        </p:nvSpPr>
        <p:spPr>
          <a:xfrm>
            <a:off x="3726968" y="2194571"/>
            <a:ext cx="927013" cy="227023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39CA8A58-B48A-8684-3F71-A2F2C341EF0F}"/>
              </a:ext>
            </a:extLst>
          </p:cNvPr>
          <p:cNvSpPr/>
          <p:nvPr/>
        </p:nvSpPr>
        <p:spPr>
          <a:xfrm rot="10800000">
            <a:off x="7538019" y="5637749"/>
            <a:ext cx="927013" cy="227023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203D284-6129-9E6F-3BB5-6C1B22C601DF}"/>
              </a:ext>
            </a:extLst>
          </p:cNvPr>
          <p:cNvSpPr txBox="1"/>
          <p:nvPr/>
        </p:nvSpPr>
        <p:spPr>
          <a:xfrm>
            <a:off x="1505081" y="2123416"/>
            <a:ext cx="21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waddr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[2:0]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3’b111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1726E62-88E3-E0D8-473C-CECFECD92E4F}"/>
              </a:ext>
            </a:extLst>
          </p:cNvPr>
          <p:cNvSpPr txBox="1"/>
          <p:nvPr/>
        </p:nvSpPr>
        <p:spPr>
          <a:xfrm>
            <a:off x="8519685" y="5566594"/>
            <a:ext cx="21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raddr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[2:0]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3'b000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6BF1A97-D24A-0F87-E5B3-2C30715A563A}"/>
              </a:ext>
            </a:extLst>
          </p:cNvPr>
          <p:cNvSpPr txBox="1"/>
          <p:nvPr/>
        </p:nvSpPr>
        <p:spPr>
          <a:xfrm>
            <a:off x="6291492" y="5539582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6A92717-3458-931E-AE64-268E396E88E0}"/>
              </a:ext>
            </a:extLst>
          </p:cNvPr>
          <p:cNvSpPr txBox="1"/>
          <p:nvPr/>
        </p:nvSpPr>
        <p:spPr>
          <a:xfrm>
            <a:off x="6291491" y="5040622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7959379-9F43-5BCF-3470-88B8A0A4ABFD}"/>
              </a:ext>
            </a:extLst>
          </p:cNvPr>
          <p:cNvSpPr txBox="1"/>
          <p:nvPr/>
        </p:nvSpPr>
        <p:spPr>
          <a:xfrm>
            <a:off x="6291491" y="4559263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EB729FA-CDE0-5C63-9A07-9F5FB1F3BC90}"/>
              </a:ext>
            </a:extLst>
          </p:cNvPr>
          <p:cNvSpPr txBox="1"/>
          <p:nvPr/>
        </p:nvSpPr>
        <p:spPr>
          <a:xfrm>
            <a:off x="6291490" y="4060303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5FD9D63-1FCF-FDD5-2EFB-2FC45219009A}"/>
              </a:ext>
            </a:extLst>
          </p:cNvPr>
          <p:cNvSpPr txBox="1"/>
          <p:nvPr/>
        </p:nvSpPr>
        <p:spPr>
          <a:xfrm>
            <a:off x="6291491" y="3591556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78BA333-F1F3-6833-32A5-5AF71AFE3749}"/>
              </a:ext>
            </a:extLst>
          </p:cNvPr>
          <p:cNvSpPr txBox="1"/>
          <p:nvPr/>
        </p:nvSpPr>
        <p:spPr>
          <a:xfrm>
            <a:off x="6291490" y="3092596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CBD3369-C0C9-9F31-1387-7FCEB125BE8F}"/>
              </a:ext>
            </a:extLst>
          </p:cNvPr>
          <p:cNvSpPr txBox="1"/>
          <p:nvPr/>
        </p:nvSpPr>
        <p:spPr>
          <a:xfrm>
            <a:off x="6291490" y="2613031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5BECAD43-7351-95DE-B416-FCCD583EB077}"/>
              </a:ext>
            </a:extLst>
          </p:cNvPr>
          <p:cNvSpPr txBox="1"/>
          <p:nvPr/>
        </p:nvSpPr>
        <p:spPr>
          <a:xfrm>
            <a:off x="489782" y="2123416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40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allAtOnce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F30DC-8884-9182-F6F6-409D8F879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97A785-98B9-8B06-750E-E08E386B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FIFO :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Number of Pointers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9989C54F-5598-E7EF-1C83-91A80DF17E50}"/>
              </a:ext>
            </a:extLst>
          </p:cNvPr>
          <p:cNvGraphicFramePr>
            <a:graphicFrameLocks noGrp="1"/>
          </p:cNvGraphicFramePr>
          <p:nvPr/>
        </p:nvGraphicFramePr>
        <p:xfrm>
          <a:off x="4708634" y="1577310"/>
          <a:ext cx="2774732" cy="4383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7366">
                  <a:extLst>
                    <a:ext uri="{9D8B030D-6E8A-4147-A177-3AD203B41FA5}">
                      <a16:colId xmlns:a16="http://schemas.microsoft.com/office/drawing/2014/main" val="1085680662"/>
                    </a:ext>
                  </a:extLst>
                </a:gridCol>
                <a:gridCol w="1387366">
                  <a:extLst>
                    <a:ext uri="{9D8B030D-6E8A-4147-A177-3AD203B41FA5}">
                      <a16:colId xmlns:a16="http://schemas.microsoft.com/office/drawing/2014/main" val="3069880212"/>
                    </a:ext>
                  </a:extLst>
                </a:gridCol>
              </a:tblGrid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035917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468613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337006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418016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984242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062143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059744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171498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014088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17228EA8-8F8D-5187-DC45-7C3A58E64D05}"/>
              </a:ext>
            </a:extLst>
          </p:cNvPr>
          <p:cNvSpPr txBox="1"/>
          <p:nvPr/>
        </p:nvSpPr>
        <p:spPr>
          <a:xfrm>
            <a:off x="5012383" y="6090478"/>
            <a:ext cx="21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Dual-port RAM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FD868906-6A0B-8C01-ED35-467385A1FDDB}"/>
              </a:ext>
            </a:extLst>
          </p:cNvPr>
          <p:cNvSpPr/>
          <p:nvPr/>
        </p:nvSpPr>
        <p:spPr>
          <a:xfrm>
            <a:off x="3726968" y="5637750"/>
            <a:ext cx="927013" cy="227023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69ED8281-A39C-C50B-F1E6-BF9B0CBF6C15}"/>
              </a:ext>
            </a:extLst>
          </p:cNvPr>
          <p:cNvSpPr/>
          <p:nvPr/>
        </p:nvSpPr>
        <p:spPr>
          <a:xfrm rot="10800000">
            <a:off x="7538019" y="5637749"/>
            <a:ext cx="927013" cy="227023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4AB1922-D3C0-D80A-DDE5-B0FEF9CE506E}"/>
              </a:ext>
            </a:extLst>
          </p:cNvPr>
          <p:cNvSpPr txBox="1"/>
          <p:nvPr/>
        </p:nvSpPr>
        <p:spPr>
          <a:xfrm>
            <a:off x="1505081" y="5566595"/>
            <a:ext cx="21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waddr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[2:0]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3’b000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10C3982-6DEF-6D64-330A-250434D9743A}"/>
              </a:ext>
            </a:extLst>
          </p:cNvPr>
          <p:cNvSpPr txBox="1"/>
          <p:nvPr/>
        </p:nvSpPr>
        <p:spPr>
          <a:xfrm>
            <a:off x="8519685" y="5566594"/>
            <a:ext cx="21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raddr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[2:0]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3'b000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189954E-1457-99C7-5226-7692FD142F5E}"/>
              </a:ext>
            </a:extLst>
          </p:cNvPr>
          <p:cNvSpPr txBox="1"/>
          <p:nvPr/>
        </p:nvSpPr>
        <p:spPr>
          <a:xfrm>
            <a:off x="6291492" y="5539582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08813B0-947C-D30F-9A49-C014761CA236}"/>
              </a:ext>
            </a:extLst>
          </p:cNvPr>
          <p:cNvSpPr txBox="1"/>
          <p:nvPr/>
        </p:nvSpPr>
        <p:spPr>
          <a:xfrm>
            <a:off x="6291491" y="5040622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EBCED60-9D06-8E49-DCAB-B9DB9454D2DE}"/>
              </a:ext>
            </a:extLst>
          </p:cNvPr>
          <p:cNvSpPr txBox="1"/>
          <p:nvPr/>
        </p:nvSpPr>
        <p:spPr>
          <a:xfrm>
            <a:off x="6291491" y="4559263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2F75639-DF76-B113-6D96-45E012249620}"/>
              </a:ext>
            </a:extLst>
          </p:cNvPr>
          <p:cNvSpPr txBox="1"/>
          <p:nvPr/>
        </p:nvSpPr>
        <p:spPr>
          <a:xfrm>
            <a:off x="6291490" y="4060303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1C3BE94-43A9-8AE2-8A5A-6E5F664E795D}"/>
              </a:ext>
            </a:extLst>
          </p:cNvPr>
          <p:cNvSpPr txBox="1"/>
          <p:nvPr/>
        </p:nvSpPr>
        <p:spPr>
          <a:xfrm>
            <a:off x="6291491" y="3591556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3DE1B63-792A-8C01-58D0-126808119077}"/>
              </a:ext>
            </a:extLst>
          </p:cNvPr>
          <p:cNvSpPr txBox="1"/>
          <p:nvPr/>
        </p:nvSpPr>
        <p:spPr>
          <a:xfrm>
            <a:off x="6291490" y="3092596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9418AF0-7F1F-4B7D-C77E-9BF4FF278680}"/>
              </a:ext>
            </a:extLst>
          </p:cNvPr>
          <p:cNvSpPr txBox="1"/>
          <p:nvPr/>
        </p:nvSpPr>
        <p:spPr>
          <a:xfrm>
            <a:off x="6291490" y="2613031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55897A9B-2307-5802-A2CD-4CB9C9091483}"/>
              </a:ext>
            </a:extLst>
          </p:cNvPr>
          <p:cNvSpPr txBox="1"/>
          <p:nvPr/>
        </p:nvSpPr>
        <p:spPr>
          <a:xfrm>
            <a:off x="6291490" y="2114071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A48B5E8-0766-E795-059D-EFF40FD7C258}"/>
              </a:ext>
            </a:extLst>
          </p:cNvPr>
          <p:cNvSpPr txBox="1"/>
          <p:nvPr/>
        </p:nvSpPr>
        <p:spPr>
          <a:xfrm>
            <a:off x="9016824" y="6044311"/>
            <a:ext cx="2167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Empty?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Full?</a:t>
            </a:r>
            <a:endParaRPr lang="zh-TW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952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E7C32-8A76-0A4A-2AC3-CACBD11F7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C49E50-1055-AAE6-C73D-2E06A4FA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FIFO :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Number of Pointers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BD8E92BE-4C64-E922-193D-ABF0A776FF4E}"/>
              </a:ext>
            </a:extLst>
          </p:cNvPr>
          <p:cNvGraphicFramePr>
            <a:graphicFrameLocks noGrp="1"/>
          </p:cNvGraphicFramePr>
          <p:nvPr/>
        </p:nvGraphicFramePr>
        <p:xfrm>
          <a:off x="4708634" y="1577310"/>
          <a:ext cx="2774732" cy="4383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7366">
                  <a:extLst>
                    <a:ext uri="{9D8B030D-6E8A-4147-A177-3AD203B41FA5}">
                      <a16:colId xmlns:a16="http://schemas.microsoft.com/office/drawing/2014/main" val="1085680662"/>
                    </a:ext>
                  </a:extLst>
                </a:gridCol>
                <a:gridCol w="1387366">
                  <a:extLst>
                    <a:ext uri="{9D8B030D-6E8A-4147-A177-3AD203B41FA5}">
                      <a16:colId xmlns:a16="http://schemas.microsoft.com/office/drawing/2014/main" val="3069880212"/>
                    </a:ext>
                  </a:extLst>
                </a:gridCol>
              </a:tblGrid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035917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468613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337006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418016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984242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062143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059744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171498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014088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29E7751F-649C-6839-7B0B-5B0A00E689B0}"/>
              </a:ext>
            </a:extLst>
          </p:cNvPr>
          <p:cNvSpPr txBox="1"/>
          <p:nvPr/>
        </p:nvSpPr>
        <p:spPr>
          <a:xfrm>
            <a:off x="5012383" y="6090478"/>
            <a:ext cx="21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Dual-port RAM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B4563FE3-E082-9995-DC25-AF84499206BA}"/>
              </a:ext>
            </a:extLst>
          </p:cNvPr>
          <p:cNvSpPr/>
          <p:nvPr/>
        </p:nvSpPr>
        <p:spPr>
          <a:xfrm>
            <a:off x="3726968" y="5637749"/>
            <a:ext cx="927013" cy="227023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F17B37B3-D221-3539-ABB7-EE6715293ABD}"/>
              </a:ext>
            </a:extLst>
          </p:cNvPr>
          <p:cNvSpPr/>
          <p:nvPr/>
        </p:nvSpPr>
        <p:spPr>
          <a:xfrm rot="10800000">
            <a:off x="7538019" y="5637749"/>
            <a:ext cx="927013" cy="227023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67C54B6-C78F-0D2E-28F2-7E68F2341F4F}"/>
              </a:ext>
            </a:extLst>
          </p:cNvPr>
          <p:cNvSpPr txBox="1"/>
          <p:nvPr/>
        </p:nvSpPr>
        <p:spPr>
          <a:xfrm>
            <a:off x="1412590" y="5566594"/>
            <a:ext cx="2259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waddr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[3:0]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4’b0000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47B0C63-A743-9D17-9626-EFEACDE80135}"/>
              </a:ext>
            </a:extLst>
          </p:cNvPr>
          <p:cNvSpPr txBox="1"/>
          <p:nvPr/>
        </p:nvSpPr>
        <p:spPr>
          <a:xfrm>
            <a:off x="8519685" y="5566594"/>
            <a:ext cx="21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raddr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[3:0]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4'b0000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C64228E-FC14-F6B2-EDB3-EA474B06A6AC}"/>
              </a:ext>
            </a:extLst>
          </p:cNvPr>
          <p:cNvSpPr txBox="1"/>
          <p:nvPr/>
        </p:nvSpPr>
        <p:spPr>
          <a:xfrm>
            <a:off x="397291" y="5566594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674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3F973-98F9-7681-25C8-A18CBAC9E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C9F191-F970-FDA3-90AE-239F9CDFF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FIFO :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Number of Pointers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8EE29B6-6262-3129-F745-47356BE427D7}"/>
              </a:ext>
            </a:extLst>
          </p:cNvPr>
          <p:cNvGraphicFramePr>
            <a:graphicFrameLocks noGrp="1"/>
          </p:cNvGraphicFramePr>
          <p:nvPr/>
        </p:nvGraphicFramePr>
        <p:xfrm>
          <a:off x="4708634" y="1577310"/>
          <a:ext cx="2774732" cy="4383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7366">
                  <a:extLst>
                    <a:ext uri="{9D8B030D-6E8A-4147-A177-3AD203B41FA5}">
                      <a16:colId xmlns:a16="http://schemas.microsoft.com/office/drawing/2014/main" val="1085680662"/>
                    </a:ext>
                  </a:extLst>
                </a:gridCol>
                <a:gridCol w="1387366">
                  <a:extLst>
                    <a:ext uri="{9D8B030D-6E8A-4147-A177-3AD203B41FA5}">
                      <a16:colId xmlns:a16="http://schemas.microsoft.com/office/drawing/2014/main" val="3069880212"/>
                    </a:ext>
                  </a:extLst>
                </a:gridCol>
              </a:tblGrid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035917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468613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337006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418016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984242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062143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059744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171498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014088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C3D550AE-0454-7A15-187C-032DF51242AB}"/>
              </a:ext>
            </a:extLst>
          </p:cNvPr>
          <p:cNvSpPr txBox="1"/>
          <p:nvPr/>
        </p:nvSpPr>
        <p:spPr>
          <a:xfrm>
            <a:off x="5012383" y="6090478"/>
            <a:ext cx="21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Dual-port RAM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F7440557-01DF-2805-FC1A-36F56C998F78}"/>
              </a:ext>
            </a:extLst>
          </p:cNvPr>
          <p:cNvSpPr/>
          <p:nvPr/>
        </p:nvSpPr>
        <p:spPr>
          <a:xfrm>
            <a:off x="3726968" y="5133255"/>
            <a:ext cx="927013" cy="227023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BDD5CC87-F1BE-9104-667A-FA1F104C42A2}"/>
              </a:ext>
            </a:extLst>
          </p:cNvPr>
          <p:cNvSpPr/>
          <p:nvPr/>
        </p:nvSpPr>
        <p:spPr>
          <a:xfrm rot="10800000">
            <a:off x="7538019" y="5637749"/>
            <a:ext cx="927013" cy="227023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C4B3EDE-6141-9B25-B65D-08287F75297A}"/>
              </a:ext>
            </a:extLst>
          </p:cNvPr>
          <p:cNvSpPr txBox="1"/>
          <p:nvPr/>
        </p:nvSpPr>
        <p:spPr>
          <a:xfrm>
            <a:off x="1412590" y="5062100"/>
            <a:ext cx="2259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waddr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[3:0]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4’b0001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CAF8C56-5C6C-9D9A-D1B5-9E74CFDA62A5}"/>
              </a:ext>
            </a:extLst>
          </p:cNvPr>
          <p:cNvSpPr txBox="1"/>
          <p:nvPr/>
        </p:nvSpPr>
        <p:spPr>
          <a:xfrm>
            <a:off x="8519685" y="5566594"/>
            <a:ext cx="21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raddr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[3:0]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4'b0000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11537B9-197B-761F-9949-99301262FFBE}"/>
              </a:ext>
            </a:extLst>
          </p:cNvPr>
          <p:cNvSpPr txBox="1"/>
          <p:nvPr/>
        </p:nvSpPr>
        <p:spPr>
          <a:xfrm>
            <a:off x="6288340" y="5533746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057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62B25-F614-A090-DC61-EE7DB1FE3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3697FC-3FDF-3D2F-C062-64F6D4AC0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FIFO :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Number of Pointers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AFC30AD-C3B4-C4B4-2D4D-95AF62925A05}"/>
              </a:ext>
            </a:extLst>
          </p:cNvPr>
          <p:cNvGraphicFramePr>
            <a:graphicFrameLocks noGrp="1"/>
          </p:cNvGraphicFramePr>
          <p:nvPr/>
        </p:nvGraphicFramePr>
        <p:xfrm>
          <a:off x="4708634" y="1577310"/>
          <a:ext cx="2774732" cy="4383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7366">
                  <a:extLst>
                    <a:ext uri="{9D8B030D-6E8A-4147-A177-3AD203B41FA5}">
                      <a16:colId xmlns:a16="http://schemas.microsoft.com/office/drawing/2014/main" val="1085680662"/>
                    </a:ext>
                  </a:extLst>
                </a:gridCol>
                <a:gridCol w="1387366">
                  <a:extLst>
                    <a:ext uri="{9D8B030D-6E8A-4147-A177-3AD203B41FA5}">
                      <a16:colId xmlns:a16="http://schemas.microsoft.com/office/drawing/2014/main" val="3069880212"/>
                    </a:ext>
                  </a:extLst>
                </a:gridCol>
              </a:tblGrid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035917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468613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337006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418016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984242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062143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059744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171498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014088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BC10B8C8-4C3B-1488-8BAE-C2CC2DAE4EFE}"/>
              </a:ext>
            </a:extLst>
          </p:cNvPr>
          <p:cNvSpPr txBox="1"/>
          <p:nvPr/>
        </p:nvSpPr>
        <p:spPr>
          <a:xfrm>
            <a:off x="5012383" y="6090478"/>
            <a:ext cx="21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Dual-port RAM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8E95A284-4C6F-5487-FCDD-043259970A10}"/>
              </a:ext>
            </a:extLst>
          </p:cNvPr>
          <p:cNvSpPr/>
          <p:nvPr/>
        </p:nvSpPr>
        <p:spPr>
          <a:xfrm>
            <a:off x="3726968" y="2194569"/>
            <a:ext cx="927013" cy="227023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9A62ADC1-1C71-2551-9946-ADC0E618EF55}"/>
              </a:ext>
            </a:extLst>
          </p:cNvPr>
          <p:cNvSpPr/>
          <p:nvPr/>
        </p:nvSpPr>
        <p:spPr>
          <a:xfrm rot="10800000">
            <a:off x="7538019" y="5637749"/>
            <a:ext cx="927013" cy="227023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3FEFD0B-544D-356A-460B-101B5AF36B09}"/>
              </a:ext>
            </a:extLst>
          </p:cNvPr>
          <p:cNvSpPr txBox="1"/>
          <p:nvPr/>
        </p:nvSpPr>
        <p:spPr>
          <a:xfrm>
            <a:off x="1412590" y="2123414"/>
            <a:ext cx="2259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waddr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[3:0]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4’b0111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2911AE4-3309-47EA-A23C-A293A69E9603}"/>
              </a:ext>
            </a:extLst>
          </p:cNvPr>
          <p:cNvSpPr txBox="1"/>
          <p:nvPr/>
        </p:nvSpPr>
        <p:spPr>
          <a:xfrm>
            <a:off x="8519685" y="5566594"/>
            <a:ext cx="21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raddr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[3:0]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4'b0000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6B6211D-8E06-6BB6-9BAD-398B6440BD0D}"/>
              </a:ext>
            </a:extLst>
          </p:cNvPr>
          <p:cNvSpPr txBox="1"/>
          <p:nvPr/>
        </p:nvSpPr>
        <p:spPr>
          <a:xfrm>
            <a:off x="397291" y="2123414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F7E2B6B-8EEC-A7C0-D338-2DE13488B013}"/>
              </a:ext>
            </a:extLst>
          </p:cNvPr>
          <p:cNvSpPr txBox="1"/>
          <p:nvPr/>
        </p:nvSpPr>
        <p:spPr>
          <a:xfrm>
            <a:off x="6288340" y="5533746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16A419D-8A9A-F154-43CB-3C62B68B73D7}"/>
              </a:ext>
            </a:extLst>
          </p:cNvPr>
          <p:cNvSpPr txBox="1"/>
          <p:nvPr/>
        </p:nvSpPr>
        <p:spPr>
          <a:xfrm>
            <a:off x="6291491" y="5040622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56373A0-F67D-15D6-B214-9A98A60FB4D3}"/>
              </a:ext>
            </a:extLst>
          </p:cNvPr>
          <p:cNvSpPr txBox="1"/>
          <p:nvPr/>
        </p:nvSpPr>
        <p:spPr>
          <a:xfrm>
            <a:off x="6291491" y="4559263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4215800-196E-5375-6580-34F41B9B7E66}"/>
              </a:ext>
            </a:extLst>
          </p:cNvPr>
          <p:cNvSpPr txBox="1"/>
          <p:nvPr/>
        </p:nvSpPr>
        <p:spPr>
          <a:xfrm>
            <a:off x="6291490" y="4060303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0CC5895-5437-58BF-B17F-E05AFA8A9964}"/>
              </a:ext>
            </a:extLst>
          </p:cNvPr>
          <p:cNvSpPr txBox="1"/>
          <p:nvPr/>
        </p:nvSpPr>
        <p:spPr>
          <a:xfrm>
            <a:off x="6291491" y="3591556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4DC43AA-A5AC-5B4B-3C5F-7274F1DD5141}"/>
              </a:ext>
            </a:extLst>
          </p:cNvPr>
          <p:cNvSpPr txBox="1"/>
          <p:nvPr/>
        </p:nvSpPr>
        <p:spPr>
          <a:xfrm>
            <a:off x="6291490" y="3092596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FA9806E-4D46-CDDC-3A13-FFDA18B21AC4}"/>
              </a:ext>
            </a:extLst>
          </p:cNvPr>
          <p:cNvSpPr txBox="1"/>
          <p:nvPr/>
        </p:nvSpPr>
        <p:spPr>
          <a:xfrm>
            <a:off x="6291490" y="2613031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059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23F16-57BE-9554-2526-B678DA246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2F93D8-D05F-BFAB-5B2D-6A5E4FD08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FIFO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Number of Pointers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FF8ADFF-8160-F660-9CAB-115A687E8E40}"/>
              </a:ext>
            </a:extLst>
          </p:cNvPr>
          <p:cNvGraphicFramePr>
            <a:graphicFrameLocks noGrp="1"/>
          </p:cNvGraphicFramePr>
          <p:nvPr/>
        </p:nvGraphicFramePr>
        <p:xfrm>
          <a:off x="4708634" y="1577310"/>
          <a:ext cx="2774732" cy="4383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7366">
                  <a:extLst>
                    <a:ext uri="{9D8B030D-6E8A-4147-A177-3AD203B41FA5}">
                      <a16:colId xmlns:a16="http://schemas.microsoft.com/office/drawing/2014/main" val="1085680662"/>
                    </a:ext>
                  </a:extLst>
                </a:gridCol>
                <a:gridCol w="1387366">
                  <a:extLst>
                    <a:ext uri="{9D8B030D-6E8A-4147-A177-3AD203B41FA5}">
                      <a16:colId xmlns:a16="http://schemas.microsoft.com/office/drawing/2014/main" val="3069880212"/>
                    </a:ext>
                  </a:extLst>
                </a:gridCol>
              </a:tblGrid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035917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468613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337006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418016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984242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062143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059744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171498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014088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D918188A-01BF-7EF8-6EDB-1CB500AB5B97}"/>
              </a:ext>
            </a:extLst>
          </p:cNvPr>
          <p:cNvSpPr txBox="1"/>
          <p:nvPr/>
        </p:nvSpPr>
        <p:spPr>
          <a:xfrm>
            <a:off x="5012383" y="6090478"/>
            <a:ext cx="21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Dual-port RAM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DD2AC92A-2AE5-94A4-8677-C7E350880ED5}"/>
              </a:ext>
            </a:extLst>
          </p:cNvPr>
          <p:cNvSpPr/>
          <p:nvPr/>
        </p:nvSpPr>
        <p:spPr>
          <a:xfrm>
            <a:off x="3726968" y="5637750"/>
            <a:ext cx="927013" cy="227023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B96828D0-30F1-8903-50BE-D6FC600AA16D}"/>
              </a:ext>
            </a:extLst>
          </p:cNvPr>
          <p:cNvSpPr/>
          <p:nvPr/>
        </p:nvSpPr>
        <p:spPr>
          <a:xfrm rot="10800000">
            <a:off x="7538019" y="5637749"/>
            <a:ext cx="927013" cy="227023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BD7187F-76BA-DA9C-2041-9699A43B31AC}"/>
              </a:ext>
            </a:extLst>
          </p:cNvPr>
          <p:cNvSpPr txBox="1"/>
          <p:nvPr/>
        </p:nvSpPr>
        <p:spPr>
          <a:xfrm>
            <a:off x="1412590" y="5566595"/>
            <a:ext cx="2259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waddr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[3:0]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4’b1000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F695514-A1DE-9628-1A91-496584687A0E}"/>
              </a:ext>
            </a:extLst>
          </p:cNvPr>
          <p:cNvSpPr txBox="1"/>
          <p:nvPr/>
        </p:nvSpPr>
        <p:spPr>
          <a:xfrm>
            <a:off x="8519685" y="5566594"/>
            <a:ext cx="21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raddr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[3:0]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4'b0000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1C846E6-FA98-B3CE-4314-1DE3F2F3E2C6}"/>
              </a:ext>
            </a:extLst>
          </p:cNvPr>
          <p:cNvSpPr txBox="1"/>
          <p:nvPr/>
        </p:nvSpPr>
        <p:spPr>
          <a:xfrm>
            <a:off x="6288340" y="2123414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9E3CE1B-92D2-9782-7B81-BA6970B646C6}"/>
              </a:ext>
            </a:extLst>
          </p:cNvPr>
          <p:cNvSpPr txBox="1"/>
          <p:nvPr/>
        </p:nvSpPr>
        <p:spPr>
          <a:xfrm>
            <a:off x="6288340" y="5533746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2F586FF-A6C2-C982-BCC9-2EDC1B571955}"/>
              </a:ext>
            </a:extLst>
          </p:cNvPr>
          <p:cNvSpPr txBox="1"/>
          <p:nvPr/>
        </p:nvSpPr>
        <p:spPr>
          <a:xfrm>
            <a:off x="6291491" y="5040622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FA335AA-1ED2-F6E1-7A0A-26AE65F8E5EE}"/>
              </a:ext>
            </a:extLst>
          </p:cNvPr>
          <p:cNvSpPr txBox="1"/>
          <p:nvPr/>
        </p:nvSpPr>
        <p:spPr>
          <a:xfrm>
            <a:off x="6291491" y="4559263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12CFF10-012C-1087-6341-4E08879553E0}"/>
              </a:ext>
            </a:extLst>
          </p:cNvPr>
          <p:cNvSpPr txBox="1"/>
          <p:nvPr/>
        </p:nvSpPr>
        <p:spPr>
          <a:xfrm>
            <a:off x="6291490" y="4060303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F8908BE-8CB2-8F30-DC2D-E7D4983A40FB}"/>
              </a:ext>
            </a:extLst>
          </p:cNvPr>
          <p:cNvSpPr txBox="1"/>
          <p:nvPr/>
        </p:nvSpPr>
        <p:spPr>
          <a:xfrm>
            <a:off x="6291491" y="3591556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62EF7CA-541C-87D7-CEC9-472CB84FAC44}"/>
              </a:ext>
            </a:extLst>
          </p:cNvPr>
          <p:cNvSpPr txBox="1"/>
          <p:nvPr/>
        </p:nvSpPr>
        <p:spPr>
          <a:xfrm>
            <a:off x="6291490" y="3092596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9A35141-6E91-2C37-FD8E-FEFD37D0995A}"/>
              </a:ext>
            </a:extLst>
          </p:cNvPr>
          <p:cNvSpPr txBox="1"/>
          <p:nvPr/>
        </p:nvSpPr>
        <p:spPr>
          <a:xfrm>
            <a:off x="6291490" y="2613031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C0FF1F7-432C-D9E9-87D6-CBBD7A445EA1}"/>
              </a:ext>
            </a:extLst>
          </p:cNvPr>
          <p:cNvSpPr txBox="1"/>
          <p:nvPr/>
        </p:nvSpPr>
        <p:spPr>
          <a:xfrm>
            <a:off x="7951075" y="2851666"/>
            <a:ext cx="31163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EMPTY</a:t>
            </a:r>
            <a:r>
              <a:rPr lang="zh-TW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(</a:t>
            </a:r>
            <a:r>
              <a:rPr lang="en-US" altLang="zh-TW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waddr</a:t>
            </a:r>
            <a:r>
              <a:rPr lang="zh-TW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zh-TW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raddr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F24AE51-2A8F-424D-3F1C-6F1B962D1C80}"/>
              </a:ext>
            </a:extLst>
          </p:cNvPr>
          <p:cNvSpPr txBox="1"/>
          <p:nvPr/>
        </p:nvSpPr>
        <p:spPr>
          <a:xfrm>
            <a:off x="7951073" y="3706360"/>
            <a:ext cx="40811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</a:t>
            </a:r>
            <a:r>
              <a:rPr lang="zh-TW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(</a:t>
            </a:r>
            <a:r>
              <a:rPr lang="en-US" altLang="zh-TW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waddr</a:t>
            </a:r>
            <a:r>
              <a:rPr lang="zh-TW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zh-TW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{~</a:t>
            </a:r>
            <a:r>
              <a:rPr lang="en-US" altLang="zh-TW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raddr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[3],</a:t>
            </a:r>
            <a:r>
              <a:rPr lang="zh-TW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raddr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[2:0]})</a:t>
            </a:r>
            <a:endParaRPr lang="zh-TW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200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13FB5-5D0E-FA30-5F0A-FAFA61115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066924-E04D-69CA-D9E9-A8486961F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FIFO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Gray-Coded Pointers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ECB734D4-2810-18F5-D955-5A4832663186}"/>
              </a:ext>
            </a:extLst>
          </p:cNvPr>
          <p:cNvGraphicFramePr>
            <a:graphicFrameLocks noGrp="1"/>
          </p:cNvGraphicFramePr>
          <p:nvPr/>
        </p:nvGraphicFramePr>
        <p:xfrm>
          <a:off x="4708634" y="1577310"/>
          <a:ext cx="2774732" cy="4383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7366">
                  <a:extLst>
                    <a:ext uri="{9D8B030D-6E8A-4147-A177-3AD203B41FA5}">
                      <a16:colId xmlns:a16="http://schemas.microsoft.com/office/drawing/2014/main" val="1085680662"/>
                    </a:ext>
                  </a:extLst>
                </a:gridCol>
                <a:gridCol w="1387366">
                  <a:extLst>
                    <a:ext uri="{9D8B030D-6E8A-4147-A177-3AD203B41FA5}">
                      <a16:colId xmlns:a16="http://schemas.microsoft.com/office/drawing/2014/main" val="3069880212"/>
                    </a:ext>
                  </a:extLst>
                </a:gridCol>
              </a:tblGrid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035917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468613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337006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418016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984242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062143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059744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171498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014088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28E6A581-0FC2-3D3A-FA85-C19CDC60DB79}"/>
              </a:ext>
            </a:extLst>
          </p:cNvPr>
          <p:cNvSpPr txBox="1"/>
          <p:nvPr/>
        </p:nvSpPr>
        <p:spPr>
          <a:xfrm>
            <a:off x="5012383" y="6090478"/>
            <a:ext cx="21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Dual-port RAM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68F4B5F5-932B-A204-589D-EAEC88B935B9}"/>
              </a:ext>
            </a:extLst>
          </p:cNvPr>
          <p:cNvSpPr/>
          <p:nvPr/>
        </p:nvSpPr>
        <p:spPr>
          <a:xfrm>
            <a:off x="3726968" y="5133255"/>
            <a:ext cx="927013" cy="227023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A452EB14-4A02-0592-50FD-1FA3C6602267}"/>
              </a:ext>
            </a:extLst>
          </p:cNvPr>
          <p:cNvSpPr/>
          <p:nvPr/>
        </p:nvSpPr>
        <p:spPr>
          <a:xfrm rot="10800000">
            <a:off x="7538019" y="5637749"/>
            <a:ext cx="927013" cy="227023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AD9E55A-EFC7-C4AB-3C92-D2A9AFABBE93}"/>
              </a:ext>
            </a:extLst>
          </p:cNvPr>
          <p:cNvSpPr txBox="1"/>
          <p:nvPr/>
        </p:nvSpPr>
        <p:spPr>
          <a:xfrm>
            <a:off x="1412590" y="5062100"/>
            <a:ext cx="2259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waddr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[3:0]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4’b0001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2B98DCC-4ABE-7383-86A0-FCB22D9E2703}"/>
              </a:ext>
            </a:extLst>
          </p:cNvPr>
          <p:cNvSpPr txBox="1"/>
          <p:nvPr/>
        </p:nvSpPr>
        <p:spPr>
          <a:xfrm>
            <a:off x="8519685" y="5566594"/>
            <a:ext cx="21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raddr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[3:0]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4'b0000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633E15B-CFDF-B2ED-7C88-414256AC8BBC}"/>
              </a:ext>
            </a:extLst>
          </p:cNvPr>
          <p:cNvSpPr txBox="1"/>
          <p:nvPr/>
        </p:nvSpPr>
        <p:spPr>
          <a:xfrm>
            <a:off x="6288340" y="5533746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3658C1C-F367-5B7D-95CF-8D7E0D6EBA49}"/>
              </a:ext>
            </a:extLst>
          </p:cNvPr>
          <p:cNvSpPr txBox="1"/>
          <p:nvPr/>
        </p:nvSpPr>
        <p:spPr>
          <a:xfrm>
            <a:off x="489782" y="5049489"/>
            <a:ext cx="10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85DFF05-DD88-1687-15CE-4419860856BA}"/>
              </a:ext>
            </a:extLst>
          </p:cNvPr>
          <p:cNvSpPr txBox="1"/>
          <p:nvPr/>
        </p:nvSpPr>
        <p:spPr>
          <a:xfrm>
            <a:off x="1412590" y="4554036"/>
            <a:ext cx="2259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waddr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[3:0]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4’b0010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接點: 弧形 6">
            <a:extLst>
              <a:ext uri="{FF2B5EF4-FFF2-40B4-BE49-F238E27FC236}">
                <a16:creationId xmlns:a16="http://schemas.microsoft.com/office/drawing/2014/main" id="{BB5EC569-D4F8-A18F-52E9-8C25D40584ED}"/>
              </a:ext>
            </a:extLst>
          </p:cNvPr>
          <p:cNvCxnSpPr>
            <a:cxnSpLocks/>
            <a:stCxn id="14" idx="1"/>
            <a:endCxn id="5" idx="1"/>
          </p:cNvCxnSpPr>
          <p:nvPr/>
        </p:nvCxnSpPr>
        <p:spPr>
          <a:xfrm rot="10800000">
            <a:off x="1412590" y="4738702"/>
            <a:ext cx="12700" cy="508064"/>
          </a:xfrm>
          <a:prstGeom prst="curvedConnector3">
            <a:avLst>
              <a:gd name="adj1" fmla="val 269378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AB28E747-D065-CD60-1AE9-E282491CC20A}"/>
              </a:ext>
            </a:extLst>
          </p:cNvPr>
          <p:cNvSpPr/>
          <p:nvPr/>
        </p:nvSpPr>
        <p:spPr>
          <a:xfrm>
            <a:off x="3335984" y="4554036"/>
            <a:ext cx="264772" cy="86478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64B09FC4-F0E6-DA68-2293-0BCB8B7A84CC}"/>
              </a:ext>
            </a:extLst>
          </p:cNvPr>
          <p:cNvSpPr txBox="1"/>
          <p:nvPr/>
        </p:nvSpPr>
        <p:spPr>
          <a:xfrm>
            <a:off x="1425291" y="3966250"/>
            <a:ext cx="31163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Convergence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Issue</a:t>
            </a:r>
            <a:endParaRPr lang="zh-TW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340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5" grpId="0"/>
      <p:bldP spid="16" grpId="0" animBg="1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EC70A-EE5E-7B43-6373-B0089D9CD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2">
                <a:extLst>
                  <a:ext uri="{FF2B5EF4-FFF2-40B4-BE49-F238E27FC236}">
                    <a16:creationId xmlns:a16="http://schemas.microsoft.com/office/drawing/2014/main" id="{C44F9D58-283D-B391-772D-0288F3A45B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1" y="1071547"/>
                <a:ext cx="6018222" cy="539575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Single-Bit Flip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Only one bit changes between consecutive values.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Simple Logic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Easily converted from binary using a single XOR shift operation: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⊕(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≫1)</m:t>
                    </m:r>
                  </m:oMath>
                </a14:m>
                <a:endParaRPr lang="en-US" altLang="zh-TW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內容版面配置區 2">
                <a:extLst>
                  <a:ext uri="{FF2B5EF4-FFF2-40B4-BE49-F238E27FC236}">
                    <a16:creationId xmlns:a16="http://schemas.microsoft.com/office/drawing/2014/main" id="{C44F9D58-283D-B391-772D-0288F3A45B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1" y="1071547"/>
                <a:ext cx="6018222" cy="5395755"/>
              </a:xfrm>
              <a:blipFill>
                <a:blip r:embed="rId3"/>
                <a:stretch>
                  <a:fillRect l="-1824" r="-19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>
            <a:extLst>
              <a:ext uri="{FF2B5EF4-FFF2-40B4-BE49-F238E27FC236}">
                <a16:creationId xmlns:a16="http://schemas.microsoft.com/office/drawing/2014/main" id="{97CA1245-13F2-3E4F-1F77-C43862F52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FIFO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Gray-Coded Pointers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3D9BCA6-2710-252E-DDC4-1B6839A525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364571"/>
              </p:ext>
            </p:extLst>
          </p:nvPr>
        </p:nvGraphicFramePr>
        <p:xfrm>
          <a:off x="7041932" y="1337674"/>
          <a:ext cx="4540467" cy="4383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13489">
                  <a:extLst>
                    <a:ext uri="{9D8B030D-6E8A-4147-A177-3AD203B41FA5}">
                      <a16:colId xmlns:a16="http://schemas.microsoft.com/office/drawing/2014/main" val="872088602"/>
                    </a:ext>
                  </a:extLst>
                </a:gridCol>
                <a:gridCol w="1513489">
                  <a:extLst>
                    <a:ext uri="{9D8B030D-6E8A-4147-A177-3AD203B41FA5}">
                      <a16:colId xmlns:a16="http://schemas.microsoft.com/office/drawing/2014/main" val="1085680662"/>
                    </a:ext>
                  </a:extLst>
                </a:gridCol>
                <a:gridCol w="1513489">
                  <a:extLst>
                    <a:ext uri="{9D8B030D-6E8A-4147-A177-3AD203B41FA5}">
                      <a16:colId xmlns:a16="http://schemas.microsoft.com/office/drawing/2014/main" val="3069880212"/>
                    </a:ext>
                  </a:extLst>
                </a:gridCol>
              </a:tblGrid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Decimal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Gray</a:t>
                      </a:r>
                      <a:r>
                        <a:rPr lang="zh-TW" alt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035917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468613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337006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418016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984242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062143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059744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171498"/>
                  </a:ext>
                </a:extLst>
              </a:tr>
              <a:tr h="4870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014088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E37A8468-D579-BB82-176A-9E54826BBD2E}"/>
              </a:ext>
            </a:extLst>
          </p:cNvPr>
          <p:cNvSpPr txBox="1"/>
          <p:nvPr/>
        </p:nvSpPr>
        <p:spPr>
          <a:xfrm>
            <a:off x="6555393" y="5786453"/>
            <a:ext cx="5513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For more details, please reference to </a:t>
            </a:r>
            <a:r>
              <a:rPr lang="en-US" altLang="zh-TW" sz="16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Lecture 12 - Metastability</a:t>
            </a:r>
            <a:endParaRPr lang="zh-TW" altLang="en-US" sz="1600" i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0A3D904-06CF-4B6C-82EE-E9DBE00AD351}"/>
              </a:ext>
            </a:extLst>
          </p:cNvPr>
          <p:cNvSpPr txBox="1"/>
          <p:nvPr/>
        </p:nvSpPr>
        <p:spPr>
          <a:xfrm>
            <a:off x="966073" y="4955456"/>
            <a:ext cx="54008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determine </a:t>
            </a: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using gray-coded pointer instead of binary?</a:t>
            </a:r>
            <a:endParaRPr lang="zh-TW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051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Lab09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FIFO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071547"/>
            <a:ext cx="10972800" cy="5395755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tx_clk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2.5ns,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rx_clk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14.1ns</a:t>
            </a:r>
          </a:p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Write data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into the FIFO in TX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domain.</a:t>
            </a:r>
          </a:p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Read data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from FIFO in RX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domain.</a:t>
            </a:r>
          </a:p>
          <a:p>
            <a:pPr>
              <a:lnSpc>
                <a:spcPct val="130000"/>
              </a:lnSpc>
            </a:pP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Fill the blanks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 AsyncFIFO.sv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 complete the Asynchronous FIFO.</a:t>
            </a:r>
          </a:p>
        </p:txBody>
      </p:sp>
    </p:spTree>
    <p:extLst>
      <p:ext uri="{BB962C8B-B14F-4D97-AF65-F5344CB8AC3E}">
        <p14:creationId xmlns:p14="http://schemas.microsoft.com/office/powerpoint/2010/main" val="2068055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Lab09 : Block diagram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5" name="圖形 44">
            <a:extLst>
              <a:ext uri="{FF2B5EF4-FFF2-40B4-BE49-F238E27FC236}">
                <a16:creationId xmlns:a16="http://schemas.microsoft.com/office/drawing/2014/main" id="{D05F56EA-1288-D8C3-2043-C1338F2B70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79855" y="1800224"/>
            <a:ext cx="8432290" cy="422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5784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5E58C-81E4-1E7F-628B-2C8CC252A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A9F07CBE-31D0-3915-6A6D-6C065C13CD30}"/>
              </a:ext>
            </a:extLst>
          </p:cNvPr>
          <p:cNvSpPr txBox="1">
            <a:spLocks/>
          </p:cNvSpPr>
          <p:nvPr/>
        </p:nvSpPr>
        <p:spPr bwMode="auto">
          <a:xfrm>
            <a:off x="609600" y="1078350"/>
            <a:ext cx="10972800" cy="5395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  <a:cs typeface="微軟正黑體" panose="020B0604030504040204" pitchFamily="34" charset="-12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rgbClr val="376092"/>
                </a:solidFill>
                <a:latin typeface="+mn-lt"/>
                <a:ea typeface="微軟正黑體" panose="020B0604030504040204" pitchFamily="34" charset="-120"/>
                <a:cs typeface="微軟正黑體" panose="020B0604030504040204" pitchFamily="34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rgbClr val="4F6228"/>
                </a:solidFill>
                <a:latin typeface="+mn-lt"/>
                <a:ea typeface="微軟正黑體" panose="020B0604030504040204" pitchFamily="34" charset="-120"/>
                <a:cs typeface="微軟正黑體" panose="020B0604030504040204" pitchFamily="34" charset="-12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rgbClr val="953735"/>
                </a:solidFill>
                <a:latin typeface="+mn-lt"/>
                <a:ea typeface="微軟正黑體" panose="020B0604030504040204" pitchFamily="34" charset="-120"/>
                <a:cs typeface="微軟正黑體" panose="020B0604030504040204" pitchFamily="34" charset="-12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rgbClr val="E46C0A"/>
                </a:solidFill>
                <a:latin typeface="+mn-lt"/>
                <a:ea typeface="微軟正黑體" panose="020B0604030504040204" pitchFamily="34" charset="-120"/>
                <a:cs typeface="微軟正黑體" panose="020B0604030504040204" pitchFamily="34" charset="-12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TX Domain Signals: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9F174C7-4C58-A4B5-6D3D-0F2AC5D6A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AsyncFIFO.sv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8">
            <a:extLst>
              <a:ext uri="{FF2B5EF4-FFF2-40B4-BE49-F238E27FC236}">
                <a16:creationId xmlns:a16="http://schemas.microsoft.com/office/drawing/2014/main" id="{14DBF369-7DEB-97CD-7B10-4199C39E9E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3843775"/>
              </p:ext>
            </p:extLst>
          </p:nvPr>
        </p:nvGraphicFramePr>
        <p:xfrm>
          <a:off x="609601" y="1749136"/>
          <a:ext cx="10972799" cy="2696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261">
                  <a:extLst>
                    <a:ext uri="{9D8B030D-6E8A-4147-A177-3AD203B41FA5}">
                      <a16:colId xmlns:a16="http://schemas.microsoft.com/office/drawing/2014/main" val="2380947123"/>
                    </a:ext>
                  </a:extLst>
                </a:gridCol>
                <a:gridCol w="1715289">
                  <a:extLst>
                    <a:ext uri="{9D8B030D-6E8A-4147-A177-3AD203B41FA5}">
                      <a16:colId xmlns:a16="http://schemas.microsoft.com/office/drawing/2014/main" val="326388028"/>
                    </a:ext>
                  </a:extLst>
                </a:gridCol>
                <a:gridCol w="1715289">
                  <a:extLst>
                    <a:ext uri="{9D8B030D-6E8A-4147-A177-3AD203B41FA5}">
                      <a16:colId xmlns:a16="http://schemas.microsoft.com/office/drawing/2014/main" val="1138983864"/>
                    </a:ext>
                  </a:extLst>
                </a:gridCol>
                <a:gridCol w="5597960">
                  <a:extLst>
                    <a:ext uri="{9D8B030D-6E8A-4147-A177-3AD203B41FA5}">
                      <a16:colId xmlns:a16="http://schemas.microsoft.com/office/drawing/2014/main" val="3858113355"/>
                    </a:ext>
                  </a:extLst>
                </a:gridCol>
              </a:tblGrid>
              <a:tr h="4494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Signal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I/O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Bit Width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Definition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588299"/>
                  </a:ext>
                </a:extLst>
              </a:tr>
              <a:tr h="4494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tx_clk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Write</a:t>
                      </a:r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</a:t>
                      </a:r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clock</a:t>
                      </a:r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signal.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810434"/>
                  </a:ext>
                </a:extLst>
              </a:tr>
              <a:tr h="4494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tx_rst_n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Write domain</a:t>
                      </a:r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asynchronous active-low reset.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852706"/>
                  </a:ext>
                </a:extLst>
              </a:tr>
              <a:tr h="4494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tx_valid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when </a:t>
                      </a:r>
                      <a:r>
                        <a:rPr lang="en-US" altLang="zh-TW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tx_data</a:t>
                      </a: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valid.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556833"/>
                  </a:ext>
                </a:extLst>
              </a:tr>
              <a:tr h="4494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tx_data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need to write into FIFO.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1494968"/>
                  </a:ext>
                </a:extLst>
              </a:tr>
              <a:tr h="4494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tx_full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when</a:t>
                      </a:r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FIFO is full.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167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10249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C2E9C-AED3-C80B-EDB3-5CF5A1214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3AFAA796-01BC-16EA-6B25-E3BC3BB60918}"/>
              </a:ext>
            </a:extLst>
          </p:cNvPr>
          <p:cNvSpPr txBox="1">
            <a:spLocks/>
          </p:cNvSpPr>
          <p:nvPr/>
        </p:nvSpPr>
        <p:spPr bwMode="auto">
          <a:xfrm>
            <a:off x="609600" y="1078350"/>
            <a:ext cx="10972800" cy="5395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  <a:cs typeface="微軟正黑體" panose="020B0604030504040204" pitchFamily="34" charset="-12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rgbClr val="376092"/>
                </a:solidFill>
                <a:latin typeface="+mn-lt"/>
                <a:ea typeface="微軟正黑體" panose="020B0604030504040204" pitchFamily="34" charset="-120"/>
                <a:cs typeface="微軟正黑體" panose="020B0604030504040204" pitchFamily="34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rgbClr val="4F6228"/>
                </a:solidFill>
                <a:latin typeface="+mn-lt"/>
                <a:ea typeface="微軟正黑體" panose="020B0604030504040204" pitchFamily="34" charset="-120"/>
                <a:cs typeface="微軟正黑體" panose="020B0604030504040204" pitchFamily="34" charset="-12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rgbClr val="953735"/>
                </a:solidFill>
                <a:latin typeface="+mn-lt"/>
                <a:ea typeface="微軟正黑體" panose="020B0604030504040204" pitchFamily="34" charset="-120"/>
                <a:cs typeface="微軟正黑體" panose="020B0604030504040204" pitchFamily="34" charset="-12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rgbClr val="E46C0A"/>
                </a:solidFill>
                <a:latin typeface="+mn-lt"/>
                <a:ea typeface="微軟正黑體" panose="020B0604030504040204" pitchFamily="34" charset="-120"/>
                <a:cs typeface="微軟正黑體" panose="020B0604030504040204" pitchFamily="34" charset="-12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RX Domain Signals: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C4D7B5B-CF10-C09A-D97E-41889F029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AsyncFIFO.sv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8">
            <a:extLst>
              <a:ext uri="{FF2B5EF4-FFF2-40B4-BE49-F238E27FC236}">
                <a16:creationId xmlns:a16="http://schemas.microsoft.com/office/drawing/2014/main" id="{B668C57B-7041-D08E-1DBA-3851807BC4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7921691"/>
              </p:ext>
            </p:extLst>
          </p:nvPr>
        </p:nvGraphicFramePr>
        <p:xfrm>
          <a:off x="609601" y="1749136"/>
          <a:ext cx="10972799" cy="2696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261">
                  <a:extLst>
                    <a:ext uri="{9D8B030D-6E8A-4147-A177-3AD203B41FA5}">
                      <a16:colId xmlns:a16="http://schemas.microsoft.com/office/drawing/2014/main" val="2380947123"/>
                    </a:ext>
                  </a:extLst>
                </a:gridCol>
                <a:gridCol w="1715289">
                  <a:extLst>
                    <a:ext uri="{9D8B030D-6E8A-4147-A177-3AD203B41FA5}">
                      <a16:colId xmlns:a16="http://schemas.microsoft.com/office/drawing/2014/main" val="326388028"/>
                    </a:ext>
                  </a:extLst>
                </a:gridCol>
                <a:gridCol w="1715289">
                  <a:extLst>
                    <a:ext uri="{9D8B030D-6E8A-4147-A177-3AD203B41FA5}">
                      <a16:colId xmlns:a16="http://schemas.microsoft.com/office/drawing/2014/main" val="1138983864"/>
                    </a:ext>
                  </a:extLst>
                </a:gridCol>
                <a:gridCol w="5597960">
                  <a:extLst>
                    <a:ext uri="{9D8B030D-6E8A-4147-A177-3AD203B41FA5}">
                      <a16:colId xmlns:a16="http://schemas.microsoft.com/office/drawing/2014/main" val="3858113355"/>
                    </a:ext>
                  </a:extLst>
                </a:gridCol>
              </a:tblGrid>
              <a:tr h="4494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Signal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I/O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Bit Width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Definition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588299"/>
                  </a:ext>
                </a:extLst>
              </a:tr>
              <a:tr h="4494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rx_clk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</a:t>
                      </a:r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</a:t>
                      </a:r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clock</a:t>
                      </a:r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signal.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810434"/>
                  </a:ext>
                </a:extLst>
              </a:tr>
              <a:tr h="4494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rx_rst_n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 domain</a:t>
                      </a:r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asynchronous active-low reset.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852706"/>
                  </a:ext>
                </a:extLst>
              </a:tr>
              <a:tr h="4494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rx_valid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when </a:t>
                      </a:r>
                      <a:r>
                        <a:rPr lang="en-US" altLang="zh-TW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rx_data</a:t>
                      </a: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valid.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556833"/>
                  </a:ext>
                </a:extLst>
              </a:tr>
              <a:tr h="4494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rx_data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read from</a:t>
                      </a:r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FIFO.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1494968"/>
                  </a:ext>
                </a:extLst>
              </a:tr>
              <a:tr h="4494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rx_ready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when</a:t>
                      </a:r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PATTERN.sv</a:t>
                      </a:r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 ready to read data.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167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77698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F5221-1690-9CB5-B5C6-4BB227D98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F4414E-FC6E-8E2B-46E4-CB8267359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Waveform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 descr="The image depicts a digital circuit schematic with various signals, including clocks (CLOCK), reset lines (RST_N), and data lines (TX_DATA and RX_DATA), with numerical values and status indicators, suggesting a complex electronic device's signal flow and status.&#10;&#10;AI 產生的內容可能不正確。">
            <a:extLst>
              <a:ext uri="{FF2B5EF4-FFF2-40B4-BE49-F238E27FC236}">
                <a16:creationId xmlns:a16="http://schemas.microsoft.com/office/drawing/2014/main" id="{DE2AE291-F267-B590-2F5E-36AFBB2159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343"/>
          <a:stretch>
            <a:fillRect/>
          </a:stretch>
        </p:blipFill>
        <p:spPr>
          <a:xfrm>
            <a:off x="609600" y="2603793"/>
            <a:ext cx="11327188" cy="154851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D6AD4E5F-B8BB-540C-7513-D3F098423914}"/>
              </a:ext>
            </a:extLst>
          </p:cNvPr>
          <p:cNvSpPr/>
          <p:nvPr/>
        </p:nvSpPr>
        <p:spPr>
          <a:xfrm>
            <a:off x="5409097" y="2663079"/>
            <a:ext cx="4882633" cy="60548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2A0F4267-7315-C2F6-6D3E-0ABEC8809E56}"/>
              </a:ext>
            </a:extLst>
          </p:cNvPr>
          <p:cNvCxnSpPr>
            <a:cxnSpLocks/>
          </p:cNvCxnSpPr>
          <p:nvPr/>
        </p:nvCxnSpPr>
        <p:spPr>
          <a:xfrm flipV="1">
            <a:off x="7931727" y="2081048"/>
            <a:ext cx="0" cy="582031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7F9C13C-5EEF-7B33-887A-A26A957D6627}"/>
              </a:ext>
            </a:extLst>
          </p:cNvPr>
          <p:cNvSpPr txBox="1"/>
          <p:nvPr/>
        </p:nvSpPr>
        <p:spPr>
          <a:xfrm>
            <a:off x="6206331" y="1220408"/>
            <a:ext cx="3450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TX domain randomly send write data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A64C367-5551-5181-A102-1918EDBB7B2D}"/>
              </a:ext>
            </a:extLst>
          </p:cNvPr>
          <p:cNvSpPr/>
          <p:nvPr/>
        </p:nvSpPr>
        <p:spPr>
          <a:xfrm>
            <a:off x="8437705" y="3960298"/>
            <a:ext cx="3550391" cy="25129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BC1DE7E9-718A-A482-4693-FE11532AE3A1}"/>
              </a:ext>
            </a:extLst>
          </p:cNvPr>
          <p:cNvCxnSpPr>
            <a:cxnSpLocks/>
          </p:cNvCxnSpPr>
          <p:nvPr/>
        </p:nvCxnSpPr>
        <p:spPr>
          <a:xfrm>
            <a:off x="10228238" y="4211594"/>
            <a:ext cx="0" cy="612654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E473888-5274-2DF0-43D5-EA839981412B}"/>
              </a:ext>
            </a:extLst>
          </p:cNvPr>
          <p:cNvSpPr txBox="1"/>
          <p:nvPr/>
        </p:nvSpPr>
        <p:spPr>
          <a:xfrm>
            <a:off x="8502842" y="4761452"/>
            <a:ext cx="3450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RX domain randomly set ready signal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3E558A3-1CFA-FBC2-2B0A-77673DAFE1D6}"/>
              </a:ext>
            </a:extLst>
          </p:cNvPr>
          <p:cNvSpPr/>
          <p:nvPr/>
        </p:nvSpPr>
        <p:spPr>
          <a:xfrm>
            <a:off x="7826003" y="3649716"/>
            <a:ext cx="1445169" cy="25129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09814C6-CC53-9F3E-2A74-2E8FA8960ED3}"/>
              </a:ext>
            </a:extLst>
          </p:cNvPr>
          <p:cNvSpPr txBox="1"/>
          <p:nvPr/>
        </p:nvSpPr>
        <p:spPr>
          <a:xfrm>
            <a:off x="4297434" y="4761451"/>
            <a:ext cx="3450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rx_valid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be high when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rx_data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valid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接點: 肘形 20">
            <a:extLst>
              <a:ext uri="{FF2B5EF4-FFF2-40B4-BE49-F238E27FC236}">
                <a16:creationId xmlns:a16="http://schemas.microsoft.com/office/drawing/2014/main" id="{937F1451-4D61-B496-B995-25BABD251F9A}"/>
              </a:ext>
            </a:extLst>
          </p:cNvPr>
          <p:cNvCxnSpPr>
            <a:cxnSpLocks/>
            <a:stCxn id="18" idx="1"/>
            <a:endCxn id="19" idx="0"/>
          </p:cNvCxnSpPr>
          <p:nvPr/>
        </p:nvCxnSpPr>
        <p:spPr>
          <a:xfrm rot="10800000" flipV="1">
            <a:off x="6022831" y="3775363"/>
            <a:ext cx="1803173" cy="986087"/>
          </a:xfrm>
          <a:prstGeom prst="bentConnector2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3761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47495-77BD-BF8D-9B56-76B08D4A6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The text appears to be a sequence of lines, possibly from a technical document or circuit diagram, detailing various signals and their values.&#10;&#10;AI 產生的內容可能不正確。">
            <a:extLst>
              <a:ext uri="{FF2B5EF4-FFF2-40B4-BE49-F238E27FC236}">
                <a16:creationId xmlns:a16="http://schemas.microsoft.com/office/drawing/2014/main" id="{831B0822-EE10-C2CC-E5A9-18B6F6B3ED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07"/>
          <a:stretch>
            <a:fillRect/>
          </a:stretch>
        </p:blipFill>
        <p:spPr>
          <a:xfrm>
            <a:off x="439333" y="2697751"/>
            <a:ext cx="11313334" cy="155005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E7E52351-9627-512E-3D46-0F5EC14AA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Waveform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C7DD641-3DB3-8301-AF44-701B93190CA8}"/>
              </a:ext>
            </a:extLst>
          </p:cNvPr>
          <p:cNvSpPr/>
          <p:nvPr/>
        </p:nvSpPr>
        <p:spPr>
          <a:xfrm>
            <a:off x="5806389" y="3266615"/>
            <a:ext cx="1679080" cy="26050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195A6B76-F3BE-4D7F-3EEC-C36539AABF71}"/>
              </a:ext>
            </a:extLst>
          </p:cNvPr>
          <p:cNvCxnSpPr>
            <a:cxnSpLocks/>
          </p:cNvCxnSpPr>
          <p:nvPr/>
        </p:nvCxnSpPr>
        <p:spPr>
          <a:xfrm flipV="1">
            <a:off x="6626342" y="2421583"/>
            <a:ext cx="0" cy="845032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EAD226B-AF62-0FF9-2A16-28B052B2C499}"/>
              </a:ext>
            </a:extLst>
          </p:cNvPr>
          <p:cNvSpPr txBox="1"/>
          <p:nvPr/>
        </p:nvSpPr>
        <p:spPr>
          <a:xfrm>
            <a:off x="4900946" y="1561561"/>
            <a:ext cx="3450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tx_full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pull high when FIFO full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1290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FE9BC-A75A-DD40-4EE0-7D421AA25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46149C-D74F-EEFE-900A-18F3047F5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Reminders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DC3841-76ED-829B-72C9-0AAC8EB0E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71547"/>
            <a:ext cx="10972800" cy="5395755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Using the TA's provided framework is strongly advised.</a:t>
            </a:r>
          </a:p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All needed signals are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already defined, but feel free to add your own.</a:t>
            </a:r>
          </a:p>
        </p:txBody>
      </p:sp>
    </p:spTree>
    <p:extLst>
      <p:ext uri="{BB962C8B-B14F-4D97-AF65-F5344CB8AC3E}">
        <p14:creationId xmlns:p14="http://schemas.microsoft.com/office/powerpoint/2010/main" val="15551065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B0D18-D6C3-71D4-7B29-13881DD82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642D06-B652-0BBF-6B3E-4600FE393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Hint : TX Domain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E4210730-433B-F476-EBE3-855A3B2FF9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000" y="1857407"/>
            <a:ext cx="10800000" cy="389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7564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E351B-9DBB-6D44-BD32-425E82AB9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DE83B0-EC71-05D4-944D-CAA204B4A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Hint : RX Domain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形 3">
            <a:extLst>
              <a:ext uri="{FF2B5EF4-FFF2-40B4-BE49-F238E27FC236}">
                <a16:creationId xmlns:a16="http://schemas.microsoft.com/office/drawing/2014/main" id="{F5091E12-578C-EFFA-5DD6-0F2F66B47E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96001" y="1849296"/>
            <a:ext cx="10799998" cy="404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215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31B1C-698E-44A4-7489-1F3F38F59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7EB103-4F47-1BD2-5A1B-C6F953EAE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Hint : Synchronization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85865D03-A6A1-0306-79E7-7CB2E581C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000" y="2235549"/>
            <a:ext cx="10800000" cy="311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6801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31B1C-698E-44A4-7489-1F3F38F59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7EB103-4F47-1BD2-5A1B-C6F953EAE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Hint : FIFO Full/Empty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1F81AC60-5515-4FAE-96A7-D376C06CE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71547"/>
            <a:ext cx="5003800" cy="5395755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TX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domain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full</a:t>
            </a:r>
          </a:p>
          <a:p>
            <a:pPr lvl="1"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Compare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tx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gray-coded pointer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rx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gray-coded sync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pointer.</a:t>
            </a:r>
          </a:p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RX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domain empty</a:t>
            </a:r>
          </a:p>
          <a:p>
            <a:pPr lvl="1"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Compare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rx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gray-coded pointer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tx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gray-coded sync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pointer.</a:t>
            </a:r>
          </a:p>
        </p:txBody>
      </p:sp>
      <p:pic>
        <p:nvPicPr>
          <p:cNvPr id="6" name="圖片 5" descr="The diagram illustrates a dual-port FIFO (First In, First Out) memory with synchronized write and read pointers, and includes additional components such as data registers, control signals, and clocks for synchronization.&#10;&#10;AI 產生的內容可能不正確。">
            <a:extLst>
              <a:ext uri="{FF2B5EF4-FFF2-40B4-BE49-F238E27FC236}">
                <a16:creationId xmlns:a16="http://schemas.microsoft.com/office/drawing/2014/main" id="{EB2C4DA9-E213-491A-8F79-D1FE9E406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118" y="1356861"/>
            <a:ext cx="5667282" cy="347795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5A1FFBE-B25B-4E74-B8DA-2D7ADEE995AB}"/>
              </a:ext>
            </a:extLst>
          </p:cNvPr>
          <p:cNvSpPr/>
          <p:nvPr/>
        </p:nvSpPr>
        <p:spPr>
          <a:xfrm>
            <a:off x="6637491" y="2185384"/>
            <a:ext cx="1219576" cy="187861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6DB31F7-FA2E-43CA-AFD4-C6788B7CCEBD}"/>
              </a:ext>
            </a:extLst>
          </p:cNvPr>
          <p:cNvSpPr txBox="1"/>
          <p:nvPr/>
        </p:nvSpPr>
        <p:spPr>
          <a:xfrm>
            <a:off x="5714375" y="5015035"/>
            <a:ext cx="923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tx_full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接點: 肘形 10">
            <a:extLst>
              <a:ext uri="{FF2B5EF4-FFF2-40B4-BE49-F238E27FC236}">
                <a16:creationId xmlns:a16="http://schemas.microsoft.com/office/drawing/2014/main" id="{DF9C209D-D79E-45A4-A820-2956446F3CC6}"/>
              </a:ext>
            </a:extLst>
          </p:cNvPr>
          <p:cNvCxnSpPr>
            <a:cxnSpLocks/>
            <a:stCxn id="7" idx="2"/>
            <a:endCxn id="9" idx="3"/>
          </p:cNvCxnSpPr>
          <p:nvPr/>
        </p:nvCxnSpPr>
        <p:spPr>
          <a:xfrm rot="5400000">
            <a:off x="6374535" y="4326956"/>
            <a:ext cx="1135701" cy="609788"/>
          </a:xfrm>
          <a:prstGeom prst="bentConnector2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3B55F349-6EC8-42FF-9FE5-DF4358918F42}"/>
              </a:ext>
            </a:extLst>
          </p:cNvPr>
          <p:cNvSpPr/>
          <p:nvPr/>
        </p:nvSpPr>
        <p:spPr>
          <a:xfrm>
            <a:off x="9727823" y="2185384"/>
            <a:ext cx="1219576" cy="187861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C8C10F9-84D5-4F81-A19C-73865F140A61}"/>
              </a:ext>
            </a:extLst>
          </p:cNvPr>
          <p:cNvSpPr txBox="1"/>
          <p:nvPr/>
        </p:nvSpPr>
        <p:spPr>
          <a:xfrm>
            <a:off x="8532297" y="5019485"/>
            <a:ext cx="1195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rx_empty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3E42B9B3-408C-4F3F-BD6E-BF492EDAD6F6}"/>
              </a:ext>
            </a:extLst>
          </p:cNvPr>
          <p:cNvCxnSpPr>
            <a:cxnSpLocks/>
            <a:stCxn id="14" idx="2"/>
            <a:endCxn id="15" idx="3"/>
          </p:cNvCxnSpPr>
          <p:nvPr/>
        </p:nvCxnSpPr>
        <p:spPr>
          <a:xfrm rot="5400000">
            <a:off x="9462642" y="4329181"/>
            <a:ext cx="1140151" cy="609788"/>
          </a:xfrm>
          <a:prstGeom prst="bentConnector2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75612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5908A-305C-F429-5CE9-681366954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0852CB-07EA-E80D-1DB4-D69F4EF13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Grading Policy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569C56-0CE1-52A6-0C96-B9F7D3FAB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71547"/>
            <a:ext cx="10972800" cy="5395755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demo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–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100%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for following requirements:</a:t>
            </a:r>
          </a:p>
          <a:p>
            <a:pPr lvl="1"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Pass the RTL simulation</a:t>
            </a:r>
          </a:p>
          <a:p>
            <a:pPr lvl="1"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Pass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Synthesis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(No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Error, Timing Report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Slack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met, no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Latch)</a:t>
            </a:r>
          </a:p>
          <a:p>
            <a:pPr lvl="1"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Pass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Gate-level simulation</a:t>
            </a:r>
          </a:p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nd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demo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– 60%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226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C3F70-C832-C6DD-8280-245CE1082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79DBB7-1C52-CE5E-6E9F-6206C8306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Upload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7B39DF-060A-2077-7A52-F84FE89F5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71547"/>
            <a:ext cx="10972800" cy="5395755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cd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../09_UPLOAD/</a:t>
            </a:r>
          </a:p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./01_upload (upload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code)</a:t>
            </a:r>
          </a:p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./02_download [argument] </a:t>
            </a:r>
          </a:p>
          <a:p>
            <a:pPr lvl="1"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[argument] = demo1 or demo2</a:t>
            </a:r>
          </a:p>
          <a:p>
            <a:pPr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Note: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Make sure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 upload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the correct file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successfully.</a:t>
            </a:r>
          </a:p>
          <a:p>
            <a:pPr lvl="1">
              <a:lnSpc>
                <a:spcPct val="130000"/>
              </a:lnSpc>
            </a:pP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Deadline: </a:t>
            </a:r>
          </a:p>
          <a:p>
            <a:pPr lvl="2">
              <a:lnSpc>
                <a:spcPct val="130000"/>
              </a:lnSpc>
            </a:pP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demo:  </a:t>
            </a:r>
            <a:r>
              <a:rPr lang="en-US" altLang="zh-TW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5/14 17:20</a:t>
            </a: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2">
              <a:lnSpc>
                <a:spcPct val="130000"/>
              </a:lnSpc>
            </a:pP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nd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demo:  5/14 23:59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676803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23</TotalTime>
  <Words>1280</Words>
  <Application>Microsoft Office PowerPoint</Application>
  <PresentationFormat>寬螢幕</PresentationFormat>
  <Paragraphs>421</Paragraphs>
  <Slides>33</Slides>
  <Notes>32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33</vt:i4>
      </vt:variant>
    </vt:vector>
  </HeadingPairs>
  <TitlesOfParts>
    <vt:vector size="39" baseType="lpstr">
      <vt:lpstr>Arial Unicode MS</vt:lpstr>
      <vt:lpstr>Arial</vt:lpstr>
      <vt:lpstr>Calibri</vt:lpstr>
      <vt:lpstr>Cambria Math</vt:lpstr>
      <vt:lpstr>Times New Roman</vt:lpstr>
      <vt:lpstr>佈景主題1</vt:lpstr>
      <vt:lpstr>DCS 2026 Spring  Lab 9 – CDC</vt:lpstr>
      <vt:lpstr>Lab09</vt:lpstr>
      <vt:lpstr>Clock Domain Crossing (CDC)</vt:lpstr>
      <vt:lpstr>Metastability </vt:lpstr>
      <vt:lpstr>Solution: A Brute-Force Synchronizer</vt:lpstr>
      <vt:lpstr>Convergence Issue</vt:lpstr>
      <vt:lpstr>Solution 1: Handshake Synchronizer</vt:lpstr>
      <vt:lpstr>Solution 2: FIFO Synchronizers (Asynchronous FIFO)</vt:lpstr>
      <vt:lpstr>Asynchronous FIFO : Bit Number of Pointers</vt:lpstr>
      <vt:lpstr>Asynchronous FIFO : Bit Number of Pointers</vt:lpstr>
      <vt:lpstr>Asynchronous FIFO : Bit Number of Pointers</vt:lpstr>
      <vt:lpstr>Asynchronous FIFO : Bit Number of Pointers</vt:lpstr>
      <vt:lpstr>Asynchronous FIFO : Bit Number of Pointers</vt:lpstr>
      <vt:lpstr>Asynchronous FIFO : Bit Number of Pointers</vt:lpstr>
      <vt:lpstr>Asynchronous FIFO : Bit Number of Pointers</vt:lpstr>
      <vt:lpstr>Asynchronous FIFO : Bit Number of Pointers</vt:lpstr>
      <vt:lpstr>Asynchronous FIFO : Bit Number of Pointers</vt:lpstr>
      <vt:lpstr>Asynchronous FIFO : Bit Number of Pointers</vt:lpstr>
      <vt:lpstr>Asynchronous FIFO : Gray-Coded Pointers</vt:lpstr>
      <vt:lpstr>Asynchronous FIFO : Gray-Coded Pointers</vt:lpstr>
      <vt:lpstr>Lab09 : Asynchronous FIFO </vt:lpstr>
      <vt:lpstr>Lab09 : Block diagram</vt:lpstr>
      <vt:lpstr>AsyncFIFO.sv</vt:lpstr>
      <vt:lpstr>AsyncFIFO.sv</vt:lpstr>
      <vt:lpstr>Waveform</vt:lpstr>
      <vt:lpstr>Waveform</vt:lpstr>
      <vt:lpstr>Reminders</vt:lpstr>
      <vt:lpstr>Hint : TX Domain Architecture</vt:lpstr>
      <vt:lpstr>Hint : RX Domain Architecture</vt:lpstr>
      <vt:lpstr>Hint : Synchronization</vt:lpstr>
      <vt:lpstr>Hint : FIFO Full/Empty</vt:lpstr>
      <vt:lpstr>Grading Policy</vt:lpstr>
      <vt:lpstr>Upload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/>
  <cp:lastModifiedBy>Chieh Chen</cp:lastModifiedBy>
  <cp:revision>470</cp:revision>
  <dcterms:created xsi:type="dcterms:W3CDTF">2009-12-14T10:41:03Z</dcterms:created>
  <dcterms:modified xsi:type="dcterms:W3CDTF">2026-05-14T05:18:11Z</dcterms:modified>
</cp:coreProperties>
</file>